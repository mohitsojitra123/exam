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2" r:id="rId1"/>
  </p:sldMasterIdLst>
  <p:notesMasterIdLst>
    <p:notesMasterId r:id="rId83"/>
  </p:notesMasterIdLst>
  <p:handoutMasterIdLst>
    <p:handoutMasterId r:id="rId84"/>
  </p:handoutMasterIdLst>
  <p:sldIdLst>
    <p:sldId id="283" r:id="rId2"/>
    <p:sldId id="447" r:id="rId3"/>
    <p:sldId id="448" r:id="rId4"/>
    <p:sldId id="449" r:id="rId5"/>
    <p:sldId id="450" r:id="rId6"/>
    <p:sldId id="1917" r:id="rId7"/>
    <p:sldId id="476" r:id="rId8"/>
    <p:sldId id="489" r:id="rId9"/>
    <p:sldId id="478" r:id="rId10"/>
    <p:sldId id="479" r:id="rId11"/>
    <p:sldId id="480" r:id="rId12"/>
    <p:sldId id="481" r:id="rId13"/>
    <p:sldId id="482" r:id="rId14"/>
    <p:sldId id="483" r:id="rId15"/>
    <p:sldId id="484" r:id="rId16"/>
    <p:sldId id="485" r:id="rId17"/>
    <p:sldId id="486" r:id="rId18"/>
    <p:sldId id="487" r:id="rId19"/>
    <p:sldId id="488" r:id="rId20"/>
    <p:sldId id="490" r:id="rId21"/>
    <p:sldId id="491" r:id="rId22"/>
    <p:sldId id="492" r:id="rId23"/>
    <p:sldId id="493" r:id="rId24"/>
    <p:sldId id="494" r:id="rId25"/>
    <p:sldId id="495" r:id="rId26"/>
    <p:sldId id="496" r:id="rId27"/>
    <p:sldId id="497" r:id="rId28"/>
    <p:sldId id="498" r:id="rId29"/>
    <p:sldId id="499" r:id="rId30"/>
    <p:sldId id="500" r:id="rId31"/>
    <p:sldId id="501" r:id="rId32"/>
    <p:sldId id="1918" r:id="rId33"/>
    <p:sldId id="1919" r:id="rId34"/>
    <p:sldId id="1920" r:id="rId35"/>
    <p:sldId id="1921" r:id="rId36"/>
    <p:sldId id="1922" r:id="rId37"/>
    <p:sldId id="1923" r:id="rId38"/>
    <p:sldId id="1924" r:id="rId39"/>
    <p:sldId id="504" r:id="rId40"/>
    <p:sldId id="508" r:id="rId41"/>
    <p:sldId id="2092" r:id="rId42"/>
    <p:sldId id="1931" r:id="rId43"/>
    <p:sldId id="509" r:id="rId44"/>
    <p:sldId id="1929" r:id="rId45"/>
    <p:sldId id="1930" r:id="rId46"/>
    <p:sldId id="1932" r:id="rId47"/>
    <p:sldId id="1933" r:id="rId48"/>
    <p:sldId id="1934" r:id="rId49"/>
    <p:sldId id="1935" r:id="rId50"/>
    <p:sldId id="2093" r:id="rId51"/>
    <p:sldId id="2095" r:id="rId52"/>
    <p:sldId id="1936" r:id="rId53"/>
    <p:sldId id="1937" r:id="rId54"/>
    <p:sldId id="1938" r:id="rId55"/>
    <p:sldId id="1939" r:id="rId56"/>
    <p:sldId id="1940" r:id="rId57"/>
    <p:sldId id="1941" r:id="rId58"/>
    <p:sldId id="1942" r:id="rId59"/>
    <p:sldId id="1947" r:id="rId60"/>
    <p:sldId id="1943" r:id="rId61"/>
    <p:sldId id="1944" r:id="rId62"/>
    <p:sldId id="534" r:id="rId63"/>
    <p:sldId id="528" r:id="rId64"/>
    <p:sldId id="535" r:id="rId65"/>
    <p:sldId id="529" r:id="rId66"/>
    <p:sldId id="538" r:id="rId67"/>
    <p:sldId id="539" r:id="rId68"/>
    <p:sldId id="540" r:id="rId69"/>
    <p:sldId id="541" r:id="rId70"/>
    <p:sldId id="542" r:id="rId71"/>
    <p:sldId id="543" r:id="rId72"/>
    <p:sldId id="544" r:id="rId73"/>
    <p:sldId id="536" r:id="rId74"/>
    <p:sldId id="530" r:id="rId75"/>
    <p:sldId id="545" r:id="rId76"/>
    <p:sldId id="531" r:id="rId77"/>
    <p:sldId id="537" r:id="rId78"/>
    <p:sldId id="533" r:id="rId79"/>
    <p:sldId id="547" r:id="rId80"/>
    <p:sldId id="548" r:id="rId81"/>
    <p:sldId id="345" r:id="rId82"/>
  </p:sldIdLst>
  <p:sldSz cx="12192000" cy="6858000"/>
  <p:notesSz cx="6858000" cy="9144000"/>
  <p:embeddedFontLst>
    <p:embeddedFont>
      <p:font typeface="Calibri" panose="020F0502020204030204" pitchFamily="34" charset="0"/>
      <p:regular r:id="rId85"/>
      <p:bold r:id="rId86"/>
      <p:italic r:id="rId87"/>
      <p:boldItalic r:id="rId88"/>
    </p:embeddedFont>
    <p:embeddedFont>
      <p:font typeface="Roboto Condensed" panose="02000000000000000000" pitchFamily="2" charset="0"/>
      <p:regular r:id="rId89"/>
      <p:bold r:id="rId90"/>
      <p:italic r:id="rId91"/>
      <p:boldItalic r:id="rId92"/>
    </p:embeddedFont>
    <p:embeddedFont>
      <p:font typeface="Roboto Condensed Light" panose="02000000000000000000" pitchFamily="2" charset="0"/>
      <p:regular r:id="rId93"/>
      <p:bold r:id="rId94"/>
      <p:italic r:id="rId95"/>
      <p:boldItalic r:id="rId96"/>
    </p:embeddedFont>
    <p:embeddedFont>
      <p:font typeface="Wingdings 3" panose="05040102010807070707" pitchFamily="18" charset="2"/>
      <p:regular r:id="rId9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801A032-DF04-D542-AF03-FB576A7ADED9}">
          <p14:sldIdLst>
            <p14:sldId id="283"/>
            <p14:sldId id="447"/>
            <p14:sldId id="448"/>
            <p14:sldId id="449"/>
            <p14:sldId id="450"/>
            <p14:sldId id="1917"/>
            <p14:sldId id="476"/>
            <p14:sldId id="489"/>
            <p14:sldId id="478"/>
            <p14:sldId id="479"/>
            <p14:sldId id="480"/>
            <p14:sldId id="481"/>
            <p14:sldId id="482"/>
            <p14:sldId id="483"/>
            <p14:sldId id="484"/>
            <p14:sldId id="485"/>
            <p14:sldId id="486"/>
            <p14:sldId id="487"/>
            <p14:sldId id="488"/>
            <p14:sldId id="490"/>
            <p14:sldId id="491"/>
            <p14:sldId id="492"/>
            <p14:sldId id="493"/>
            <p14:sldId id="494"/>
            <p14:sldId id="495"/>
            <p14:sldId id="496"/>
            <p14:sldId id="497"/>
            <p14:sldId id="498"/>
            <p14:sldId id="499"/>
            <p14:sldId id="500"/>
            <p14:sldId id="501"/>
            <p14:sldId id="1918"/>
            <p14:sldId id="1919"/>
            <p14:sldId id="1920"/>
            <p14:sldId id="1921"/>
            <p14:sldId id="1922"/>
            <p14:sldId id="1923"/>
            <p14:sldId id="1924"/>
            <p14:sldId id="504"/>
            <p14:sldId id="508"/>
            <p14:sldId id="2092"/>
            <p14:sldId id="1931"/>
            <p14:sldId id="509"/>
            <p14:sldId id="1929"/>
            <p14:sldId id="1930"/>
            <p14:sldId id="1932"/>
            <p14:sldId id="1933"/>
            <p14:sldId id="1934"/>
            <p14:sldId id="1935"/>
            <p14:sldId id="2093"/>
            <p14:sldId id="2095"/>
            <p14:sldId id="1936"/>
            <p14:sldId id="1937"/>
            <p14:sldId id="1938"/>
            <p14:sldId id="1939"/>
            <p14:sldId id="1940"/>
            <p14:sldId id="1941"/>
            <p14:sldId id="1942"/>
            <p14:sldId id="1947"/>
            <p14:sldId id="1943"/>
            <p14:sldId id="1944"/>
            <p14:sldId id="534"/>
            <p14:sldId id="528"/>
            <p14:sldId id="535"/>
            <p14:sldId id="529"/>
            <p14:sldId id="538"/>
            <p14:sldId id="539"/>
            <p14:sldId id="540"/>
            <p14:sldId id="541"/>
            <p14:sldId id="542"/>
            <p14:sldId id="543"/>
            <p14:sldId id="544"/>
            <p14:sldId id="536"/>
            <p14:sldId id="530"/>
            <p14:sldId id="545"/>
            <p14:sldId id="531"/>
            <p14:sldId id="537"/>
            <p14:sldId id="533"/>
            <p14:sldId id="547"/>
            <p14:sldId id="548"/>
            <p14:sldId id="34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CFF"/>
    <a:srgbClr val="EDF0FC"/>
    <a:srgbClr val="3399FF"/>
    <a:srgbClr val="301B92"/>
    <a:srgbClr val="673BB7"/>
    <a:srgbClr val="607D8B"/>
    <a:srgbClr val="ED524F"/>
    <a:srgbClr val="B71B1C"/>
    <a:srgbClr val="F54337"/>
    <a:srgbClr val="D81A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notesViewPr>
    <p:cSldViewPr snapToGrid="0">
      <p:cViewPr varScale="1">
        <p:scale>
          <a:sx n="97" d="100"/>
          <a:sy n="97" d="100"/>
        </p:scale>
        <p:origin x="3688" y="2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89" Type="http://schemas.openxmlformats.org/officeDocument/2006/relationships/font" Target="fonts/font5.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6.fntdata"/><Relationship Id="rId95" Type="http://schemas.openxmlformats.org/officeDocument/2006/relationships/font" Target="fonts/font11.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1.fntdata"/><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font" Target="fonts/font4.fntdata"/><Relationship Id="rId91" Type="http://schemas.openxmlformats.org/officeDocument/2006/relationships/font" Target="fonts/font7.fntdata"/><Relationship Id="rId96"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2.fntdata"/><Relationship Id="rId94" Type="http://schemas.openxmlformats.org/officeDocument/2006/relationships/font" Target="fonts/font10.fntdata"/><Relationship Id="rId99" Type="http://schemas.openxmlformats.org/officeDocument/2006/relationships/viewProps" Target="viewProps.xml"/><Relationship Id="rId10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3.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3.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9.fntdata"/><Relationship Id="rId98" Type="http://schemas.openxmlformats.org/officeDocument/2006/relationships/presProps" Target="presProps.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A5D447-53D4-D946-8642-54DC72923ACE}" type="doc">
      <dgm:prSet loTypeId="urn:microsoft.com/office/officeart/2005/8/layout/lProcess3" loCatId="" qsTypeId="urn:microsoft.com/office/officeart/2005/8/quickstyle/simple1" qsCatId="simple" csTypeId="urn:microsoft.com/office/officeart/2005/8/colors/colorful1" csCatId="colorful" phldr="1"/>
      <dgm:spPr/>
      <dgm:t>
        <a:bodyPr/>
        <a:lstStyle/>
        <a:p>
          <a:endParaRPr lang="en-GB"/>
        </a:p>
      </dgm:t>
    </dgm:pt>
    <dgm:pt modelId="{1DB15D3C-30A7-6746-BB8A-2EF732518691}">
      <dgm:prSet phldrT="[Text]"/>
      <dgm:spPr/>
      <dgm:t>
        <a:bodyPr/>
        <a:lstStyle/>
        <a:p>
          <a:r>
            <a:rPr lang="en-IN" b="0" i="0" u="none" dirty="0"/>
            <a:t>Increased Brand Awareness</a:t>
          </a:r>
          <a:endParaRPr lang="en-GB" dirty="0"/>
        </a:p>
      </dgm:t>
    </dgm:pt>
    <dgm:pt modelId="{02B0FA5F-7A7C-074B-BE4A-1CB1FD472C26}" type="parTrans" cxnId="{90487A52-618C-ED44-8976-59C1254C7894}">
      <dgm:prSet/>
      <dgm:spPr/>
      <dgm:t>
        <a:bodyPr/>
        <a:lstStyle/>
        <a:p>
          <a:endParaRPr lang="en-GB"/>
        </a:p>
      </dgm:t>
    </dgm:pt>
    <dgm:pt modelId="{628C47B1-583A-844C-B0FA-DDE7D946BA23}" type="sibTrans" cxnId="{90487A52-618C-ED44-8976-59C1254C7894}">
      <dgm:prSet/>
      <dgm:spPr/>
      <dgm:t>
        <a:bodyPr/>
        <a:lstStyle/>
        <a:p>
          <a:endParaRPr lang="en-GB"/>
        </a:p>
      </dgm:t>
    </dgm:pt>
    <dgm:pt modelId="{4DE07911-9155-D846-B103-C481105343AA}">
      <dgm:prSet phldrT="[Text]"/>
      <dgm:spPr/>
      <dgm:t>
        <a:bodyPr/>
        <a:lstStyle/>
        <a:p>
          <a:r>
            <a:rPr lang="en-IN" b="0" i="0" u="none" dirty="0"/>
            <a:t>Reach a wider audience and build brand recognition</a:t>
          </a:r>
          <a:endParaRPr lang="en-GB" dirty="0"/>
        </a:p>
      </dgm:t>
    </dgm:pt>
    <dgm:pt modelId="{85A21C30-D13B-704C-81AE-7182C06E360A}" type="parTrans" cxnId="{EA6E2C9D-D4DE-9147-91DE-454FE36275D8}">
      <dgm:prSet/>
      <dgm:spPr/>
      <dgm:t>
        <a:bodyPr/>
        <a:lstStyle/>
        <a:p>
          <a:endParaRPr lang="en-GB"/>
        </a:p>
      </dgm:t>
    </dgm:pt>
    <dgm:pt modelId="{D0B6A806-011D-3F44-93C4-8147452C711C}" type="sibTrans" cxnId="{EA6E2C9D-D4DE-9147-91DE-454FE36275D8}">
      <dgm:prSet/>
      <dgm:spPr/>
      <dgm:t>
        <a:bodyPr/>
        <a:lstStyle/>
        <a:p>
          <a:endParaRPr lang="en-GB"/>
        </a:p>
      </dgm:t>
    </dgm:pt>
    <dgm:pt modelId="{9271987E-84A6-2F44-AE9F-23A24686670F}">
      <dgm:prSet phldrT="[Text]"/>
      <dgm:spPr/>
      <dgm:t>
        <a:bodyPr/>
        <a:lstStyle/>
        <a:p>
          <a:r>
            <a:rPr lang="en-IN" b="0" i="0" u="none" dirty="0"/>
            <a:t>Improved Customer Engagement</a:t>
          </a:r>
          <a:endParaRPr lang="en-GB" dirty="0"/>
        </a:p>
      </dgm:t>
    </dgm:pt>
    <dgm:pt modelId="{673D1BE9-5BE2-E145-AF4A-51453F8031F7}" type="parTrans" cxnId="{80C6FA5F-F38A-9045-8FE5-6CDAFA6B4603}">
      <dgm:prSet/>
      <dgm:spPr/>
      <dgm:t>
        <a:bodyPr/>
        <a:lstStyle/>
        <a:p>
          <a:endParaRPr lang="en-GB"/>
        </a:p>
      </dgm:t>
    </dgm:pt>
    <dgm:pt modelId="{45B90491-A11A-5D4F-89B4-F9867B784535}" type="sibTrans" cxnId="{80C6FA5F-F38A-9045-8FE5-6CDAFA6B4603}">
      <dgm:prSet/>
      <dgm:spPr/>
      <dgm:t>
        <a:bodyPr/>
        <a:lstStyle/>
        <a:p>
          <a:endParaRPr lang="en-GB"/>
        </a:p>
      </dgm:t>
    </dgm:pt>
    <dgm:pt modelId="{1399E7D7-A39B-CC47-BF21-D3C310444323}">
      <dgm:prSet phldrT="[Text]"/>
      <dgm:spPr/>
      <dgm:t>
        <a:bodyPr/>
        <a:lstStyle/>
        <a:p>
          <a:r>
            <a:rPr lang="en-IN" b="0" i="0" u="none" dirty="0"/>
            <a:t>Foster relationships with your customers and build loyalty</a:t>
          </a:r>
          <a:endParaRPr lang="en-GB" dirty="0"/>
        </a:p>
      </dgm:t>
    </dgm:pt>
    <dgm:pt modelId="{DE60CD01-E350-C440-826C-F9BE21847527}" type="parTrans" cxnId="{9E025025-0ED5-3F43-8E8E-B7AD098F08C5}">
      <dgm:prSet/>
      <dgm:spPr/>
      <dgm:t>
        <a:bodyPr/>
        <a:lstStyle/>
        <a:p>
          <a:endParaRPr lang="en-GB"/>
        </a:p>
      </dgm:t>
    </dgm:pt>
    <dgm:pt modelId="{5523D2B6-5E1C-3F48-A9E7-186FEA704B4E}" type="sibTrans" cxnId="{9E025025-0ED5-3F43-8E8E-B7AD098F08C5}">
      <dgm:prSet/>
      <dgm:spPr/>
      <dgm:t>
        <a:bodyPr/>
        <a:lstStyle/>
        <a:p>
          <a:endParaRPr lang="en-GB"/>
        </a:p>
      </dgm:t>
    </dgm:pt>
    <dgm:pt modelId="{51CCCB7F-9347-0545-8852-7CD90468F8B2}">
      <dgm:prSet phldrT="[Text]"/>
      <dgm:spPr/>
      <dgm:t>
        <a:bodyPr/>
        <a:lstStyle/>
        <a:p>
          <a:r>
            <a:rPr lang="en-IN" b="0" i="0" u="none" dirty="0"/>
            <a:t>Enhanced Website Traffic</a:t>
          </a:r>
          <a:endParaRPr lang="en-GB" dirty="0"/>
        </a:p>
      </dgm:t>
    </dgm:pt>
    <dgm:pt modelId="{BC05D589-478C-B146-9800-0E0C4F877ADC}" type="parTrans" cxnId="{3D083444-A698-854E-88B5-7BD2BB621C78}">
      <dgm:prSet/>
      <dgm:spPr/>
      <dgm:t>
        <a:bodyPr/>
        <a:lstStyle/>
        <a:p>
          <a:endParaRPr lang="en-GB"/>
        </a:p>
      </dgm:t>
    </dgm:pt>
    <dgm:pt modelId="{5151A021-4E66-3847-98BA-A789AB70D2ED}" type="sibTrans" cxnId="{3D083444-A698-854E-88B5-7BD2BB621C78}">
      <dgm:prSet/>
      <dgm:spPr/>
      <dgm:t>
        <a:bodyPr/>
        <a:lstStyle/>
        <a:p>
          <a:endParaRPr lang="en-GB"/>
        </a:p>
      </dgm:t>
    </dgm:pt>
    <dgm:pt modelId="{3079C7C9-5FA2-9B43-AB4E-9837F5FFE801}">
      <dgm:prSet phldrT="[Text]"/>
      <dgm:spPr/>
      <dgm:t>
        <a:bodyPr/>
        <a:lstStyle/>
        <a:p>
          <a:r>
            <a:rPr lang="en-IN" b="0" i="0" u="none" dirty="0"/>
            <a:t>Drive traffic to your website and generate leads</a:t>
          </a:r>
          <a:endParaRPr lang="en-GB" dirty="0"/>
        </a:p>
      </dgm:t>
    </dgm:pt>
    <dgm:pt modelId="{B14649A8-FD18-DD43-9BF3-670E4F468CF9}" type="parTrans" cxnId="{A9094DF4-6BA8-6845-BF66-DFBADF8E0D82}">
      <dgm:prSet/>
      <dgm:spPr/>
      <dgm:t>
        <a:bodyPr/>
        <a:lstStyle/>
        <a:p>
          <a:endParaRPr lang="en-GB"/>
        </a:p>
      </dgm:t>
    </dgm:pt>
    <dgm:pt modelId="{77E3F295-4CBD-8F4C-96AE-9702EB027A3E}" type="sibTrans" cxnId="{A9094DF4-6BA8-6845-BF66-DFBADF8E0D82}">
      <dgm:prSet/>
      <dgm:spPr/>
      <dgm:t>
        <a:bodyPr/>
        <a:lstStyle/>
        <a:p>
          <a:endParaRPr lang="en-GB"/>
        </a:p>
      </dgm:t>
    </dgm:pt>
    <dgm:pt modelId="{AA8C2ED8-926E-AD4F-9B02-E32650245033}">
      <dgm:prSet/>
      <dgm:spPr/>
      <dgm:t>
        <a:bodyPr/>
        <a:lstStyle/>
        <a:p>
          <a:r>
            <a:rPr lang="en-IN" b="0" i="0" u="none"/>
            <a:t>Improved SEO</a:t>
          </a:r>
          <a:endParaRPr lang="en-GB" dirty="0"/>
        </a:p>
      </dgm:t>
    </dgm:pt>
    <dgm:pt modelId="{9A7FFCD4-E709-B640-A1A8-91786382AD70}" type="parTrans" cxnId="{8EB460B2-51CB-264A-AB75-4186FE94590F}">
      <dgm:prSet/>
      <dgm:spPr/>
      <dgm:t>
        <a:bodyPr/>
        <a:lstStyle/>
        <a:p>
          <a:endParaRPr lang="en-GB"/>
        </a:p>
      </dgm:t>
    </dgm:pt>
    <dgm:pt modelId="{F8955395-F4EE-7A49-8568-7DBF327F6F41}" type="sibTrans" cxnId="{8EB460B2-51CB-264A-AB75-4186FE94590F}">
      <dgm:prSet/>
      <dgm:spPr/>
      <dgm:t>
        <a:bodyPr/>
        <a:lstStyle/>
        <a:p>
          <a:endParaRPr lang="en-GB"/>
        </a:p>
      </dgm:t>
    </dgm:pt>
    <dgm:pt modelId="{0C255A45-1E23-E441-97E1-E345236F8BA2}">
      <dgm:prSet/>
      <dgm:spPr/>
      <dgm:t>
        <a:bodyPr/>
        <a:lstStyle/>
        <a:p>
          <a:r>
            <a:rPr lang="en-IN" b="0" i="0" u="none" dirty="0"/>
            <a:t>Social media signals can positively impact your search engine rankings.</a:t>
          </a:r>
          <a:endParaRPr lang="en-GB" dirty="0"/>
        </a:p>
      </dgm:t>
    </dgm:pt>
    <dgm:pt modelId="{F25D68D5-7AEB-7E43-B0F5-CC1E4B3293FA}" type="parTrans" cxnId="{44EEC485-7FE5-8A4E-A9DA-B98E941CF9DB}">
      <dgm:prSet/>
      <dgm:spPr/>
      <dgm:t>
        <a:bodyPr/>
        <a:lstStyle/>
        <a:p>
          <a:endParaRPr lang="en-GB"/>
        </a:p>
      </dgm:t>
    </dgm:pt>
    <dgm:pt modelId="{7DE543CC-F091-9347-B964-F5BEFCCB4144}" type="sibTrans" cxnId="{44EEC485-7FE5-8A4E-A9DA-B98E941CF9DB}">
      <dgm:prSet/>
      <dgm:spPr/>
      <dgm:t>
        <a:bodyPr/>
        <a:lstStyle/>
        <a:p>
          <a:endParaRPr lang="en-GB"/>
        </a:p>
      </dgm:t>
    </dgm:pt>
    <dgm:pt modelId="{8AE85929-FB64-E544-A5D7-6537B877A859}">
      <dgm:prSet/>
      <dgm:spPr/>
      <dgm:t>
        <a:bodyPr/>
        <a:lstStyle/>
        <a:p>
          <a:r>
            <a:rPr lang="en-IN" b="0" i="0" u="none"/>
            <a:t>Cost-Effective Marketing</a:t>
          </a:r>
          <a:endParaRPr lang="en-GB" dirty="0"/>
        </a:p>
      </dgm:t>
    </dgm:pt>
    <dgm:pt modelId="{79268B44-BFD7-B34E-9AC6-1CA321165282}" type="parTrans" cxnId="{45113162-83B1-9648-85C1-EF3A15D326D6}">
      <dgm:prSet/>
      <dgm:spPr/>
      <dgm:t>
        <a:bodyPr/>
        <a:lstStyle/>
        <a:p>
          <a:endParaRPr lang="en-GB"/>
        </a:p>
      </dgm:t>
    </dgm:pt>
    <dgm:pt modelId="{70B76D97-190B-2B42-8B9C-DD8D51E84974}" type="sibTrans" cxnId="{45113162-83B1-9648-85C1-EF3A15D326D6}">
      <dgm:prSet/>
      <dgm:spPr/>
      <dgm:t>
        <a:bodyPr/>
        <a:lstStyle/>
        <a:p>
          <a:endParaRPr lang="en-GB"/>
        </a:p>
      </dgm:t>
    </dgm:pt>
    <dgm:pt modelId="{26646E6F-28D5-4445-8577-9CD30F16E12D}">
      <dgm:prSet/>
      <dgm:spPr/>
      <dgm:t>
        <a:bodyPr/>
        <a:lstStyle/>
        <a:p>
          <a:r>
            <a:rPr lang="en-IN" b="0" i="0" u="none"/>
            <a:t>Social media marketing can be a relatively affordable way to reach your target audience.</a:t>
          </a:r>
          <a:endParaRPr lang="en-GB" dirty="0"/>
        </a:p>
      </dgm:t>
    </dgm:pt>
    <dgm:pt modelId="{EA1A7E9D-F84A-C849-A7EF-5F0D7C789575}" type="parTrans" cxnId="{F0B143B6-2DE8-BC48-8514-768AF09B70A7}">
      <dgm:prSet/>
      <dgm:spPr/>
      <dgm:t>
        <a:bodyPr/>
        <a:lstStyle/>
        <a:p>
          <a:endParaRPr lang="en-GB"/>
        </a:p>
      </dgm:t>
    </dgm:pt>
    <dgm:pt modelId="{B46C1542-E6C3-3748-870B-51CD1CECCE8C}" type="sibTrans" cxnId="{F0B143B6-2DE8-BC48-8514-768AF09B70A7}">
      <dgm:prSet/>
      <dgm:spPr/>
      <dgm:t>
        <a:bodyPr/>
        <a:lstStyle/>
        <a:p>
          <a:endParaRPr lang="en-GB"/>
        </a:p>
      </dgm:t>
    </dgm:pt>
    <dgm:pt modelId="{53DD693C-34BC-8141-A060-E81AD1B5485D}" type="pres">
      <dgm:prSet presAssocID="{96A5D447-53D4-D946-8642-54DC72923ACE}" presName="Name0" presStyleCnt="0">
        <dgm:presLayoutVars>
          <dgm:chPref val="3"/>
          <dgm:dir/>
          <dgm:animLvl val="lvl"/>
          <dgm:resizeHandles/>
        </dgm:presLayoutVars>
      </dgm:prSet>
      <dgm:spPr/>
    </dgm:pt>
    <dgm:pt modelId="{FC24848A-5D86-144C-A012-61E76BAE6EB9}" type="pres">
      <dgm:prSet presAssocID="{1DB15D3C-30A7-6746-BB8A-2EF732518691}" presName="horFlow" presStyleCnt="0"/>
      <dgm:spPr/>
    </dgm:pt>
    <dgm:pt modelId="{AB8F35AE-0482-3140-9574-7E50E9CC91D5}" type="pres">
      <dgm:prSet presAssocID="{1DB15D3C-30A7-6746-BB8A-2EF732518691}" presName="bigChev" presStyleLbl="node1" presStyleIdx="0" presStyleCnt="5" custScaleX="147843"/>
      <dgm:spPr/>
    </dgm:pt>
    <dgm:pt modelId="{8E2377AD-1107-1040-B18B-59F653FBB5B1}" type="pres">
      <dgm:prSet presAssocID="{85A21C30-D13B-704C-81AE-7182C06E360A}" presName="parTrans" presStyleCnt="0"/>
      <dgm:spPr/>
    </dgm:pt>
    <dgm:pt modelId="{40BA5ECF-D7AA-1747-9B44-8CB9F1035596}" type="pres">
      <dgm:prSet presAssocID="{4DE07911-9155-D846-B103-C481105343AA}" presName="node" presStyleLbl="alignAccFollowNode1" presStyleIdx="0" presStyleCnt="5" custScaleX="356248">
        <dgm:presLayoutVars>
          <dgm:bulletEnabled val="1"/>
        </dgm:presLayoutVars>
      </dgm:prSet>
      <dgm:spPr/>
    </dgm:pt>
    <dgm:pt modelId="{E3EFECA6-222C-AF4D-92F2-E55620000285}" type="pres">
      <dgm:prSet presAssocID="{1DB15D3C-30A7-6746-BB8A-2EF732518691}" presName="vSp" presStyleCnt="0"/>
      <dgm:spPr/>
    </dgm:pt>
    <dgm:pt modelId="{6EF0DAFE-F3C0-C84F-BAC1-2A88E3266AA3}" type="pres">
      <dgm:prSet presAssocID="{9271987E-84A6-2F44-AE9F-23A24686670F}" presName="horFlow" presStyleCnt="0"/>
      <dgm:spPr/>
    </dgm:pt>
    <dgm:pt modelId="{0BF1E616-3C10-7D49-ACFC-94AFA41E16C2}" type="pres">
      <dgm:prSet presAssocID="{9271987E-84A6-2F44-AE9F-23A24686670F}" presName="bigChev" presStyleLbl="node1" presStyleIdx="1" presStyleCnt="5" custScaleX="147843"/>
      <dgm:spPr/>
    </dgm:pt>
    <dgm:pt modelId="{616E5767-65C4-1C40-8149-DFA7969ABF93}" type="pres">
      <dgm:prSet presAssocID="{DE60CD01-E350-C440-826C-F9BE21847527}" presName="parTrans" presStyleCnt="0"/>
      <dgm:spPr/>
    </dgm:pt>
    <dgm:pt modelId="{969A6578-FBEE-9445-BDF8-F946B71A4859}" type="pres">
      <dgm:prSet presAssocID="{1399E7D7-A39B-CC47-BF21-D3C310444323}" presName="node" presStyleLbl="alignAccFollowNode1" presStyleIdx="1" presStyleCnt="5" custScaleX="356248">
        <dgm:presLayoutVars>
          <dgm:bulletEnabled val="1"/>
        </dgm:presLayoutVars>
      </dgm:prSet>
      <dgm:spPr/>
    </dgm:pt>
    <dgm:pt modelId="{AD66821E-6BA6-0144-96A9-E0DAA9F7D7E2}" type="pres">
      <dgm:prSet presAssocID="{9271987E-84A6-2F44-AE9F-23A24686670F}" presName="vSp" presStyleCnt="0"/>
      <dgm:spPr/>
    </dgm:pt>
    <dgm:pt modelId="{C41296D5-EE8F-A845-A502-F57C9F09F44E}" type="pres">
      <dgm:prSet presAssocID="{51CCCB7F-9347-0545-8852-7CD90468F8B2}" presName="horFlow" presStyleCnt="0"/>
      <dgm:spPr/>
    </dgm:pt>
    <dgm:pt modelId="{BB77F516-8C3B-034C-9646-3D72F6150A07}" type="pres">
      <dgm:prSet presAssocID="{51CCCB7F-9347-0545-8852-7CD90468F8B2}" presName="bigChev" presStyleLbl="node1" presStyleIdx="2" presStyleCnt="5" custScaleX="147843"/>
      <dgm:spPr/>
    </dgm:pt>
    <dgm:pt modelId="{02181FCE-C051-914F-B089-5D3B579C1E52}" type="pres">
      <dgm:prSet presAssocID="{B14649A8-FD18-DD43-9BF3-670E4F468CF9}" presName="parTrans" presStyleCnt="0"/>
      <dgm:spPr/>
    </dgm:pt>
    <dgm:pt modelId="{22435F35-C378-E14C-9713-90207D956007}" type="pres">
      <dgm:prSet presAssocID="{3079C7C9-5FA2-9B43-AB4E-9837F5FFE801}" presName="node" presStyleLbl="alignAccFollowNode1" presStyleIdx="2" presStyleCnt="5" custScaleX="356249">
        <dgm:presLayoutVars>
          <dgm:bulletEnabled val="1"/>
        </dgm:presLayoutVars>
      </dgm:prSet>
      <dgm:spPr/>
    </dgm:pt>
    <dgm:pt modelId="{B5A66989-60A2-A74C-A11B-15B5F606FB1A}" type="pres">
      <dgm:prSet presAssocID="{51CCCB7F-9347-0545-8852-7CD90468F8B2}" presName="vSp" presStyleCnt="0"/>
      <dgm:spPr/>
    </dgm:pt>
    <dgm:pt modelId="{8882928A-5BA7-A241-8CDD-FA3AB7B88B4E}" type="pres">
      <dgm:prSet presAssocID="{AA8C2ED8-926E-AD4F-9B02-E32650245033}" presName="horFlow" presStyleCnt="0"/>
      <dgm:spPr/>
    </dgm:pt>
    <dgm:pt modelId="{00507214-5BA2-3649-AE74-104C9D3750D3}" type="pres">
      <dgm:prSet presAssocID="{AA8C2ED8-926E-AD4F-9B02-E32650245033}" presName="bigChev" presStyleLbl="node1" presStyleIdx="3" presStyleCnt="5" custScaleX="147843"/>
      <dgm:spPr/>
    </dgm:pt>
    <dgm:pt modelId="{DB36331D-0DA7-174E-91AB-AA269D007505}" type="pres">
      <dgm:prSet presAssocID="{F25D68D5-7AEB-7E43-B0F5-CC1E4B3293FA}" presName="parTrans" presStyleCnt="0"/>
      <dgm:spPr/>
    </dgm:pt>
    <dgm:pt modelId="{5B370A29-2DE8-D24C-9C41-592962F69D3C}" type="pres">
      <dgm:prSet presAssocID="{0C255A45-1E23-E441-97E1-E345236F8BA2}" presName="node" presStyleLbl="alignAccFollowNode1" presStyleIdx="3" presStyleCnt="5" custScaleX="356249">
        <dgm:presLayoutVars>
          <dgm:bulletEnabled val="1"/>
        </dgm:presLayoutVars>
      </dgm:prSet>
      <dgm:spPr/>
    </dgm:pt>
    <dgm:pt modelId="{66BFF03C-C5B8-0640-A541-B68F6302AC39}" type="pres">
      <dgm:prSet presAssocID="{AA8C2ED8-926E-AD4F-9B02-E32650245033}" presName="vSp" presStyleCnt="0"/>
      <dgm:spPr/>
    </dgm:pt>
    <dgm:pt modelId="{FC106C19-2902-D34E-A05A-7D2F11A0962F}" type="pres">
      <dgm:prSet presAssocID="{8AE85929-FB64-E544-A5D7-6537B877A859}" presName="horFlow" presStyleCnt="0"/>
      <dgm:spPr/>
    </dgm:pt>
    <dgm:pt modelId="{B8816093-AB68-7A4F-A083-DFDF641B723E}" type="pres">
      <dgm:prSet presAssocID="{8AE85929-FB64-E544-A5D7-6537B877A859}" presName="bigChev" presStyleLbl="node1" presStyleIdx="4" presStyleCnt="5" custScaleX="147843"/>
      <dgm:spPr/>
    </dgm:pt>
    <dgm:pt modelId="{4786ACE1-4DF0-3445-A0E0-A7392D2F1DF9}" type="pres">
      <dgm:prSet presAssocID="{EA1A7E9D-F84A-C849-A7EF-5F0D7C789575}" presName="parTrans" presStyleCnt="0"/>
      <dgm:spPr/>
    </dgm:pt>
    <dgm:pt modelId="{A9246520-4178-234E-8C71-002840D9ECB1}" type="pres">
      <dgm:prSet presAssocID="{26646E6F-28D5-4445-8577-9CD30F16E12D}" presName="node" presStyleLbl="alignAccFollowNode1" presStyleIdx="4" presStyleCnt="5" custScaleX="356249">
        <dgm:presLayoutVars>
          <dgm:bulletEnabled val="1"/>
        </dgm:presLayoutVars>
      </dgm:prSet>
      <dgm:spPr/>
    </dgm:pt>
  </dgm:ptLst>
  <dgm:cxnLst>
    <dgm:cxn modelId="{FB5C6325-A766-AB48-B8E4-10151F59F13E}" type="presOf" srcId="{26646E6F-28D5-4445-8577-9CD30F16E12D}" destId="{A9246520-4178-234E-8C71-002840D9ECB1}" srcOrd="0" destOrd="0" presId="urn:microsoft.com/office/officeart/2005/8/layout/lProcess3"/>
    <dgm:cxn modelId="{9E025025-0ED5-3F43-8E8E-B7AD098F08C5}" srcId="{9271987E-84A6-2F44-AE9F-23A24686670F}" destId="{1399E7D7-A39B-CC47-BF21-D3C310444323}" srcOrd="0" destOrd="0" parTransId="{DE60CD01-E350-C440-826C-F9BE21847527}" sibTransId="{5523D2B6-5E1C-3F48-A9E7-186FEA704B4E}"/>
    <dgm:cxn modelId="{9046832F-DA09-4E4D-B967-8A0DB5ACEA6F}" type="presOf" srcId="{AA8C2ED8-926E-AD4F-9B02-E32650245033}" destId="{00507214-5BA2-3649-AE74-104C9D3750D3}" srcOrd="0" destOrd="0" presId="urn:microsoft.com/office/officeart/2005/8/layout/lProcess3"/>
    <dgm:cxn modelId="{C5D3D137-042D-1F4D-9993-FEB61EBCF598}" type="presOf" srcId="{96A5D447-53D4-D946-8642-54DC72923ACE}" destId="{53DD693C-34BC-8141-A060-E81AD1B5485D}" srcOrd="0" destOrd="0" presId="urn:microsoft.com/office/officeart/2005/8/layout/lProcess3"/>
    <dgm:cxn modelId="{80C6FA5F-F38A-9045-8FE5-6CDAFA6B4603}" srcId="{96A5D447-53D4-D946-8642-54DC72923ACE}" destId="{9271987E-84A6-2F44-AE9F-23A24686670F}" srcOrd="1" destOrd="0" parTransId="{673D1BE9-5BE2-E145-AF4A-51453F8031F7}" sibTransId="{45B90491-A11A-5D4F-89B4-F9867B784535}"/>
    <dgm:cxn modelId="{8DCB4461-2AAE-E24E-86B8-B357ECDFA3C6}" type="presOf" srcId="{0C255A45-1E23-E441-97E1-E345236F8BA2}" destId="{5B370A29-2DE8-D24C-9C41-592962F69D3C}" srcOrd="0" destOrd="0" presId="urn:microsoft.com/office/officeart/2005/8/layout/lProcess3"/>
    <dgm:cxn modelId="{45113162-83B1-9648-85C1-EF3A15D326D6}" srcId="{96A5D447-53D4-D946-8642-54DC72923ACE}" destId="{8AE85929-FB64-E544-A5D7-6537B877A859}" srcOrd="4" destOrd="0" parTransId="{79268B44-BFD7-B34E-9AC6-1CA321165282}" sibTransId="{70B76D97-190B-2B42-8B9C-DD8D51E84974}"/>
    <dgm:cxn modelId="{3D083444-A698-854E-88B5-7BD2BB621C78}" srcId="{96A5D447-53D4-D946-8642-54DC72923ACE}" destId="{51CCCB7F-9347-0545-8852-7CD90468F8B2}" srcOrd="2" destOrd="0" parTransId="{BC05D589-478C-B146-9800-0E0C4F877ADC}" sibTransId="{5151A021-4E66-3847-98BA-A789AB70D2ED}"/>
    <dgm:cxn modelId="{90487A52-618C-ED44-8976-59C1254C7894}" srcId="{96A5D447-53D4-D946-8642-54DC72923ACE}" destId="{1DB15D3C-30A7-6746-BB8A-2EF732518691}" srcOrd="0" destOrd="0" parTransId="{02B0FA5F-7A7C-074B-BE4A-1CB1FD472C26}" sibTransId="{628C47B1-583A-844C-B0FA-DDE7D946BA23}"/>
    <dgm:cxn modelId="{E56B8C54-880B-F147-8F96-96E790B13E3F}" type="presOf" srcId="{1399E7D7-A39B-CC47-BF21-D3C310444323}" destId="{969A6578-FBEE-9445-BDF8-F946B71A4859}" srcOrd="0" destOrd="0" presId="urn:microsoft.com/office/officeart/2005/8/layout/lProcess3"/>
    <dgm:cxn modelId="{800DC175-997C-0943-9831-69E9A7447706}" type="presOf" srcId="{9271987E-84A6-2F44-AE9F-23A24686670F}" destId="{0BF1E616-3C10-7D49-ACFC-94AFA41E16C2}" srcOrd="0" destOrd="0" presId="urn:microsoft.com/office/officeart/2005/8/layout/lProcess3"/>
    <dgm:cxn modelId="{6438BC7D-F41B-A54D-BB8E-037C32648FED}" type="presOf" srcId="{4DE07911-9155-D846-B103-C481105343AA}" destId="{40BA5ECF-D7AA-1747-9B44-8CB9F1035596}" srcOrd="0" destOrd="0" presId="urn:microsoft.com/office/officeart/2005/8/layout/lProcess3"/>
    <dgm:cxn modelId="{44EEC485-7FE5-8A4E-A9DA-B98E941CF9DB}" srcId="{AA8C2ED8-926E-AD4F-9B02-E32650245033}" destId="{0C255A45-1E23-E441-97E1-E345236F8BA2}" srcOrd="0" destOrd="0" parTransId="{F25D68D5-7AEB-7E43-B0F5-CC1E4B3293FA}" sibTransId="{7DE543CC-F091-9347-B964-F5BEFCCB4144}"/>
    <dgm:cxn modelId="{EA6E2C9D-D4DE-9147-91DE-454FE36275D8}" srcId="{1DB15D3C-30A7-6746-BB8A-2EF732518691}" destId="{4DE07911-9155-D846-B103-C481105343AA}" srcOrd="0" destOrd="0" parTransId="{85A21C30-D13B-704C-81AE-7182C06E360A}" sibTransId="{D0B6A806-011D-3F44-93C4-8147452C711C}"/>
    <dgm:cxn modelId="{DE5C81A7-B6C2-624A-85E8-A64FB7FF23FB}" type="presOf" srcId="{8AE85929-FB64-E544-A5D7-6537B877A859}" destId="{B8816093-AB68-7A4F-A083-DFDF641B723E}" srcOrd="0" destOrd="0" presId="urn:microsoft.com/office/officeart/2005/8/layout/lProcess3"/>
    <dgm:cxn modelId="{8EB460B2-51CB-264A-AB75-4186FE94590F}" srcId="{96A5D447-53D4-D946-8642-54DC72923ACE}" destId="{AA8C2ED8-926E-AD4F-9B02-E32650245033}" srcOrd="3" destOrd="0" parTransId="{9A7FFCD4-E709-B640-A1A8-91786382AD70}" sibTransId="{F8955395-F4EE-7A49-8568-7DBF327F6F41}"/>
    <dgm:cxn modelId="{F0B143B6-2DE8-BC48-8514-768AF09B70A7}" srcId="{8AE85929-FB64-E544-A5D7-6537B877A859}" destId="{26646E6F-28D5-4445-8577-9CD30F16E12D}" srcOrd="0" destOrd="0" parTransId="{EA1A7E9D-F84A-C849-A7EF-5F0D7C789575}" sibTransId="{B46C1542-E6C3-3748-870B-51CD1CECCE8C}"/>
    <dgm:cxn modelId="{09DD00D4-1183-1A46-B942-266B10F2126D}" type="presOf" srcId="{3079C7C9-5FA2-9B43-AB4E-9837F5FFE801}" destId="{22435F35-C378-E14C-9713-90207D956007}" srcOrd="0" destOrd="0" presId="urn:microsoft.com/office/officeart/2005/8/layout/lProcess3"/>
    <dgm:cxn modelId="{586323EC-33CA-584D-B37E-23F4D5D98561}" type="presOf" srcId="{1DB15D3C-30A7-6746-BB8A-2EF732518691}" destId="{AB8F35AE-0482-3140-9574-7E50E9CC91D5}" srcOrd="0" destOrd="0" presId="urn:microsoft.com/office/officeart/2005/8/layout/lProcess3"/>
    <dgm:cxn modelId="{A9094DF4-6BA8-6845-BF66-DFBADF8E0D82}" srcId="{51CCCB7F-9347-0545-8852-7CD90468F8B2}" destId="{3079C7C9-5FA2-9B43-AB4E-9837F5FFE801}" srcOrd="0" destOrd="0" parTransId="{B14649A8-FD18-DD43-9BF3-670E4F468CF9}" sibTransId="{77E3F295-4CBD-8F4C-96AE-9702EB027A3E}"/>
    <dgm:cxn modelId="{2103D8FD-0A8C-F24B-A780-09E5B6AF55D6}" type="presOf" srcId="{51CCCB7F-9347-0545-8852-7CD90468F8B2}" destId="{BB77F516-8C3B-034C-9646-3D72F6150A07}" srcOrd="0" destOrd="0" presId="urn:microsoft.com/office/officeart/2005/8/layout/lProcess3"/>
    <dgm:cxn modelId="{9C9D5243-1972-0F49-B2B4-E26619F58B73}" type="presParOf" srcId="{53DD693C-34BC-8141-A060-E81AD1B5485D}" destId="{FC24848A-5D86-144C-A012-61E76BAE6EB9}" srcOrd="0" destOrd="0" presId="urn:microsoft.com/office/officeart/2005/8/layout/lProcess3"/>
    <dgm:cxn modelId="{C2E686FC-A0D7-044C-A080-F64391EF8160}" type="presParOf" srcId="{FC24848A-5D86-144C-A012-61E76BAE6EB9}" destId="{AB8F35AE-0482-3140-9574-7E50E9CC91D5}" srcOrd="0" destOrd="0" presId="urn:microsoft.com/office/officeart/2005/8/layout/lProcess3"/>
    <dgm:cxn modelId="{F9B1DAE9-D87A-204F-8B4A-AE5FED78BE7E}" type="presParOf" srcId="{FC24848A-5D86-144C-A012-61E76BAE6EB9}" destId="{8E2377AD-1107-1040-B18B-59F653FBB5B1}" srcOrd="1" destOrd="0" presId="urn:microsoft.com/office/officeart/2005/8/layout/lProcess3"/>
    <dgm:cxn modelId="{DEEA4893-2CF1-A14A-96D9-F129B56077E9}" type="presParOf" srcId="{FC24848A-5D86-144C-A012-61E76BAE6EB9}" destId="{40BA5ECF-D7AA-1747-9B44-8CB9F1035596}" srcOrd="2" destOrd="0" presId="urn:microsoft.com/office/officeart/2005/8/layout/lProcess3"/>
    <dgm:cxn modelId="{B5490AF4-6139-8C42-84B0-7708E11975CC}" type="presParOf" srcId="{53DD693C-34BC-8141-A060-E81AD1B5485D}" destId="{E3EFECA6-222C-AF4D-92F2-E55620000285}" srcOrd="1" destOrd="0" presId="urn:microsoft.com/office/officeart/2005/8/layout/lProcess3"/>
    <dgm:cxn modelId="{65C90F51-A443-904D-BFAF-B78C03B4CC96}" type="presParOf" srcId="{53DD693C-34BC-8141-A060-E81AD1B5485D}" destId="{6EF0DAFE-F3C0-C84F-BAC1-2A88E3266AA3}" srcOrd="2" destOrd="0" presId="urn:microsoft.com/office/officeart/2005/8/layout/lProcess3"/>
    <dgm:cxn modelId="{1E49AEAB-70EE-C348-9CD0-D438E1A8B026}" type="presParOf" srcId="{6EF0DAFE-F3C0-C84F-BAC1-2A88E3266AA3}" destId="{0BF1E616-3C10-7D49-ACFC-94AFA41E16C2}" srcOrd="0" destOrd="0" presId="urn:microsoft.com/office/officeart/2005/8/layout/lProcess3"/>
    <dgm:cxn modelId="{3BC84D72-5DFC-5143-93B8-ADDD84422BAC}" type="presParOf" srcId="{6EF0DAFE-F3C0-C84F-BAC1-2A88E3266AA3}" destId="{616E5767-65C4-1C40-8149-DFA7969ABF93}" srcOrd="1" destOrd="0" presId="urn:microsoft.com/office/officeart/2005/8/layout/lProcess3"/>
    <dgm:cxn modelId="{B054EB3B-A619-BD40-9082-5DD995556681}" type="presParOf" srcId="{6EF0DAFE-F3C0-C84F-BAC1-2A88E3266AA3}" destId="{969A6578-FBEE-9445-BDF8-F946B71A4859}" srcOrd="2" destOrd="0" presId="urn:microsoft.com/office/officeart/2005/8/layout/lProcess3"/>
    <dgm:cxn modelId="{283A9EFB-A312-2243-A16A-E0947FD0B7CB}" type="presParOf" srcId="{53DD693C-34BC-8141-A060-E81AD1B5485D}" destId="{AD66821E-6BA6-0144-96A9-E0DAA9F7D7E2}" srcOrd="3" destOrd="0" presId="urn:microsoft.com/office/officeart/2005/8/layout/lProcess3"/>
    <dgm:cxn modelId="{D05FF98D-6489-1348-AAF3-F30635421092}" type="presParOf" srcId="{53DD693C-34BC-8141-A060-E81AD1B5485D}" destId="{C41296D5-EE8F-A845-A502-F57C9F09F44E}" srcOrd="4" destOrd="0" presId="urn:microsoft.com/office/officeart/2005/8/layout/lProcess3"/>
    <dgm:cxn modelId="{DC08CA77-E959-834C-948F-26082513CE91}" type="presParOf" srcId="{C41296D5-EE8F-A845-A502-F57C9F09F44E}" destId="{BB77F516-8C3B-034C-9646-3D72F6150A07}" srcOrd="0" destOrd="0" presId="urn:microsoft.com/office/officeart/2005/8/layout/lProcess3"/>
    <dgm:cxn modelId="{0C62A5F1-DDC6-2E48-B6FB-DA12A1987CBB}" type="presParOf" srcId="{C41296D5-EE8F-A845-A502-F57C9F09F44E}" destId="{02181FCE-C051-914F-B089-5D3B579C1E52}" srcOrd="1" destOrd="0" presId="urn:microsoft.com/office/officeart/2005/8/layout/lProcess3"/>
    <dgm:cxn modelId="{D796ED18-5CD6-A04A-9A5A-CA2CD0A342C0}" type="presParOf" srcId="{C41296D5-EE8F-A845-A502-F57C9F09F44E}" destId="{22435F35-C378-E14C-9713-90207D956007}" srcOrd="2" destOrd="0" presId="urn:microsoft.com/office/officeart/2005/8/layout/lProcess3"/>
    <dgm:cxn modelId="{3D4DB2E4-36E5-E644-972F-2D1F72D2E40A}" type="presParOf" srcId="{53DD693C-34BC-8141-A060-E81AD1B5485D}" destId="{B5A66989-60A2-A74C-A11B-15B5F606FB1A}" srcOrd="5" destOrd="0" presId="urn:microsoft.com/office/officeart/2005/8/layout/lProcess3"/>
    <dgm:cxn modelId="{C777371D-275F-3449-979E-74D9DF3E67CE}" type="presParOf" srcId="{53DD693C-34BC-8141-A060-E81AD1B5485D}" destId="{8882928A-5BA7-A241-8CDD-FA3AB7B88B4E}" srcOrd="6" destOrd="0" presId="urn:microsoft.com/office/officeart/2005/8/layout/lProcess3"/>
    <dgm:cxn modelId="{E79F18BB-2283-F34E-809F-69862EEE83D5}" type="presParOf" srcId="{8882928A-5BA7-A241-8CDD-FA3AB7B88B4E}" destId="{00507214-5BA2-3649-AE74-104C9D3750D3}" srcOrd="0" destOrd="0" presId="urn:microsoft.com/office/officeart/2005/8/layout/lProcess3"/>
    <dgm:cxn modelId="{22027DF4-6C33-0542-8484-C50E0A6883FF}" type="presParOf" srcId="{8882928A-5BA7-A241-8CDD-FA3AB7B88B4E}" destId="{DB36331D-0DA7-174E-91AB-AA269D007505}" srcOrd="1" destOrd="0" presId="urn:microsoft.com/office/officeart/2005/8/layout/lProcess3"/>
    <dgm:cxn modelId="{2466E2B4-926C-374C-B45E-4D867C38DBB4}" type="presParOf" srcId="{8882928A-5BA7-A241-8CDD-FA3AB7B88B4E}" destId="{5B370A29-2DE8-D24C-9C41-592962F69D3C}" srcOrd="2" destOrd="0" presId="urn:microsoft.com/office/officeart/2005/8/layout/lProcess3"/>
    <dgm:cxn modelId="{A41BA9F3-EF9D-5946-B9BF-660F61E110D4}" type="presParOf" srcId="{53DD693C-34BC-8141-A060-E81AD1B5485D}" destId="{66BFF03C-C5B8-0640-A541-B68F6302AC39}" srcOrd="7" destOrd="0" presId="urn:microsoft.com/office/officeart/2005/8/layout/lProcess3"/>
    <dgm:cxn modelId="{7BF7B77D-53B2-4546-BEB4-CF671DC5E493}" type="presParOf" srcId="{53DD693C-34BC-8141-A060-E81AD1B5485D}" destId="{FC106C19-2902-D34E-A05A-7D2F11A0962F}" srcOrd="8" destOrd="0" presId="urn:microsoft.com/office/officeart/2005/8/layout/lProcess3"/>
    <dgm:cxn modelId="{5411580C-056E-2E47-B173-438070269EDE}" type="presParOf" srcId="{FC106C19-2902-D34E-A05A-7D2F11A0962F}" destId="{B8816093-AB68-7A4F-A083-DFDF641B723E}" srcOrd="0" destOrd="0" presId="urn:microsoft.com/office/officeart/2005/8/layout/lProcess3"/>
    <dgm:cxn modelId="{BE4F592A-9FA3-C84C-8FE1-CCEB2C36B3C1}" type="presParOf" srcId="{FC106C19-2902-D34E-A05A-7D2F11A0962F}" destId="{4786ACE1-4DF0-3445-A0E0-A7392D2F1DF9}" srcOrd="1" destOrd="0" presId="urn:microsoft.com/office/officeart/2005/8/layout/lProcess3"/>
    <dgm:cxn modelId="{6CF94FD0-2370-B445-B5B1-564DBC8205BC}" type="presParOf" srcId="{FC106C19-2902-D34E-A05A-7D2F11A0962F}" destId="{A9246520-4178-234E-8C71-002840D9ECB1}" srcOrd="2"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6A5D447-53D4-D946-8642-54DC72923ACE}" type="doc">
      <dgm:prSet loTypeId="urn:microsoft.com/office/officeart/2005/8/layout/lProcess3" loCatId="" qsTypeId="urn:microsoft.com/office/officeart/2005/8/quickstyle/simple1" qsCatId="simple" csTypeId="urn:microsoft.com/office/officeart/2005/8/colors/colorful1" csCatId="colorful" phldr="1"/>
      <dgm:spPr/>
      <dgm:t>
        <a:bodyPr/>
        <a:lstStyle/>
        <a:p>
          <a:endParaRPr lang="en-GB"/>
        </a:p>
      </dgm:t>
    </dgm:pt>
    <dgm:pt modelId="{1DB15D3C-30A7-6746-BB8A-2EF732518691}">
      <dgm:prSet phldrT="[Text]"/>
      <dgm:spPr/>
      <dgm:t>
        <a:bodyPr/>
        <a:lstStyle/>
        <a:p>
          <a:r>
            <a:rPr lang="en-GB" dirty="0"/>
            <a:t>Time</a:t>
          </a:r>
          <a:r>
            <a:rPr lang="en-GB" baseline="0" dirty="0"/>
            <a:t> Consuming</a:t>
          </a:r>
          <a:endParaRPr lang="en-GB" dirty="0"/>
        </a:p>
      </dgm:t>
    </dgm:pt>
    <dgm:pt modelId="{02B0FA5F-7A7C-074B-BE4A-1CB1FD472C26}" type="parTrans" cxnId="{90487A52-618C-ED44-8976-59C1254C7894}">
      <dgm:prSet/>
      <dgm:spPr/>
      <dgm:t>
        <a:bodyPr/>
        <a:lstStyle/>
        <a:p>
          <a:endParaRPr lang="en-GB"/>
        </a:p>
      </dgm:t>
    </dgm:pt>
    <dgm:pt modelId="{628C47B1-583A-844C-B0FA-DDE7D946BA23}" type="sibTrans" cxnId="{90487A52-618C-ED44-8976-59C1254C7894}">
      <dgm:prSet/>
      <dgm:spPr/>
      <dgm:t>
        <a:bodyPr/>
        <a:lstStyle/>
        <a:p>
          <a:endParaRPr lang="en-GB"/>
        </a:p>
      </dgm:t>
    </dgm:pt>
    <dgm:pt modelId="{4DE07911-9155-D846-B103-C481105343AA}">
      <dgm:prSet phldrT="[Text]"/>
      <dgm:spPr/>
      <dgm:t>
        <a:bodyPr/>
        <a:lstStyle/>
        <a:p>
          <a:r>
            <a:rPr lang="en-GB" dirty="0"/>
            <a:t>Developing</a:t>
          </a:r>
          <a:r>
            <a:rPr lang="en-GB" baseline="0" dirty="0"/>
            <a:t> and maintaining Social media marketing strategies takes time.</a:t>
          </a:r>
          <a:endParaRPr lang="en-GB" dirty="0"/>
        </a:p>
      </dgm:t>
    </dgm:pt>
    <dgm:pt modelId="{85A21C30-D13B-704C-81AE-7182C06E360A}" type="parTrans" cxnId="{EA6E2C9D-D4DE-9147-91DE-454FE36275D8}">
      <dgm:prSet/>
      <dgm:spPr/>
      <dgm:t>
        <a:bodyPr/>
        <a:lstStyle/>
        <a:p>
          <a:endParaRPr lang="en-GB"/>
        </a:p>
      </dgm:t>
    </dgm:pt>
    <dgm:pt modelId="{D0B6A806-011D-3F44-93C4-8147452C711C}" type="sibTrans" cxnId="{EA6E2C9D-D4DE-9147-91DE-454FE36275D8}">
      <dgm:prSet/>
      <dgm:spPr/>
      <dgm:t>
        <a:bodyPr/>
        <a:lstStyle/>
        <a:p>
          <a:endParaRPr lang="en-GB"/>
        </a:p>
      </dgm:t>
    </dgm:pt>
    <dgm:pt modelId="{9271987E-84A6-2F44-AE9F-23A24686670F}">
      <dgm:prSet phldrT="[Text]"/>
      <dgm:spPr/>
      <dgm:t>
        <a:bodyPr/>
        <a:lstStyle/>
        <a:p>
          <a:r>
            <a:rPr lang="en-GB" dirty="0"/>
            <a:t>Negative</a:t>
          </a:r>
          <a:r>
            <a:rPr lang="en-GB" baseline="0" dirty="0"/>
            <a:t> Feedback</a:t>
          </a:r>
          <a:endParaRPr lang="en-GB" dirty="0"/>
        </a:p>
      </dgm:t>
    </dgm:pt>
    <dgm:pt modelId="{673D1BE9-5BE2-E145-AF4A-51453F8031F7}" type="parTrans" cxnId="{80C6FA5F-F38A-9045-8FE5-6CDAFA6B4603}">
      <dgm:prSet/>
      <dgm:spPr/>
      <dgm:t>
        <a:bodyPr/>
        <a:lstStyle/>
        <a:p>
          <a:endParaRPr lang="en-GB"/>
        </a:p>
      </dgm:t>
    </dgm:pt>
    <dgm:pt modelId="{45B90491-A11A-5D4F-89B4-F9867B784535}" type="sibTrans" cxnId="{80C6FA5F-F38A-9045-8FE5-6CDAFA6B4603}">
      <dgm:prSet/>
      <dgm:spPr/>
      <dgm:t>
        <a:bodyPr/>
        <a:lstStyle/>
        <a:p>
          <a:endParaRPr lang="en-GB"/>
        </a:p>
      </dgm:t>
    </dgm:pt>
    <dgm:pt modelId="{1399E7D7-A39B-CC47-BF21-D3C310444323}">
      <dgm:prSet phldrT="[Text]"/>
      <dgm:spPr/>
      <dgm:t>
        <a:bodyPr/>
        <a:lstStyle/>
        <a:p>
          <a:r>
            <a:rPr lang="en-GB" dirty="0"/>
            <a:t>Amplification</a:t>
          </a:r>
          <a:r>
            <a:rPr lang="en-GB" baseline="0" dirty="0"/>
            <a:t> of negative feedback and criticism can hurt brand reputation. </a:t>
          </a:r>
          <a:endParaRPr lang="en-GB" dirty="0"/>
        </a:p>
      </dgm:t>
    </dgm:pt>
    <dgm:pt modelId="{DE60CD01-E350-C440-826C-F9BE21847527}" type="parTrans" cxnId="{9E025025-0ED5-3F43-8E8E-B7AD098F08C5}">
      <dgm:prSet/>
      <dgm:spPr/>
      <dgm:t>
        <a:bodyPr/>
        <a:lstStyle/>
        <a:p>
          <a:endParaRPr lang="en-GB"/>
        </a:p>
      </dgm:t>
    </dgm:pt>
    <dgm:pt modelId="{5523D2B6-5E1C-3F48-A9E7-186FEA704B4E}" type="sibTrans" cxnId="{9E025025-0ED5-3F43-8E8E-B7AD098F08C5}">
      <dgm:prSet/>
      <dgm:spPr/>
      <dgm:t>
        <a:bodyPr/>
        <a:lstStyle/>
        <a:p>
          <a:endParaRPr lang="en-GB"/>
        </a:p>
      </dgm:t>
    </dgm:pt>
    <dgm:pt modelId="{51CCCB7F-9347-0545-8852-7CD90468F8B2}">
      <dgm:prSet phldrT="[Text]"/>
      <dgm:spPr/>
      <dgm:t>
        <a:bodyPr/>
        <a:lstStyle/>
        <a:p>
          <a:r>
            <a:rPr lang="en-GB" dirty="0"/>
            <a:t>Algorithmic</a:t>
          </a:r>
          <a:r>
            <a:rPr lang="en-GB" baseline="0" dirty="0"/>
            <a:t> Change</a:t>
          </a:r>
          <a:endParaRPr lang="en-GB" dirty="0"/>
        </a:p>
      </dgm:t>
    </dgm:pt>
    <dgm:pt modelId="{BC05D589-478C-B146-9800-0E0C4F877ADC}" type="parTrans" cxnId="{3D083444-A698-854E-88B5-7BD2BB621C78}">
      <dgm:prSet/>
      <dgm:spPr/>
      <dgm:t>
        <a:bodyPr/>
        <a:lstStyle/>
        <a:p>
          <a:endParaRPr lang="en-GB"/>
        </a:p>
      </dgm:t>
    </dgm:pt>
    <dgm:pt modelId="{5151A021-4E66-3847-98BA-A789AB70D2ED}" type="sibTrans" cxnId="{3D083444-A698-854E-88B5-7BD2BB621C78}">
      <dgm:prSet/>
      <dgm:spPr/>
      <dgm:t>
        <a:bodyPr/>
        <a:lstStyle/>
        <a:p>
          <a:endParaRPr lang="en-GB"/>
        </a:p>
      </dgm:t>
    </dgm:pt>
    <dgm:pt modelId="{3079C7C9-5FA2-9B43-AB4E-9837F5FFE801}">
      <dgm:prSet phldrT="[Text]"/>
      <dgm:spPr/>
      <dgm:t>
        <a:bodyPr/>
        <a:lstStyle/>
        <a:p>
          <a:r>
            <a:rPr lang="en-GB" dirty="0"/>
            <a:t>Algorithm</a:t>
          </a:r>
          <a:r>
            <a:rPr lang="en-GB" baseline="0" dirty="0"/>
            <a:t> of social media platform can change which affect visibility.</a:t>
          </a:r>
          <a:endParaRPr lang="en-GB" dirty="0"/>
        </a:p>
      </dgm:t>
    </dgm:pt>
    <dgm:pt modelId="{B14649A8-FD18-DD43-9BF3-670E4F468CF9}" type="parTrans" cxnId="{A9094DF4-6BA8-6845-BF66-DFBADF8E0D82}">
      <dgm:prSet/>
      <dgm:spPr/>
      <dgm:t>
        <a:bodyPr/>
        <a:lstStyle/>
        <a:p>
          <a:endParaRPr lang="en-GB"/>
        </a:p>
      </dgm:t>
    </dgm:pt>
    <dgm:pt modelId="{77E3F295-4CBD-8F4C-96AE-9702EB027A3E}" type="sibTrans" cxnId="{A9094DF4-6BA8-6845-BF66-DFBADF8E0D82}">
      <dgm:prSet/>
      <dgm:spPr/>
      <dgm:t>
        <a:bodyPr/>
        <a:lstStyle/>
        <a:p>
          <a:endParaRPr lang="en-GB"/>
        </a:p>
      </dgm:t>
    </dgm:pt>
    <dgm:pt modelId="{AA8C2ED8-926E-AD4F-9B02-E32650245033}">
      <dgm:prSet/>
      <dgm:spPr/>
      <dgm:t>
        <a:bodyPr/>
        <a:lstStyle/>
        <a:p>
          <a:r>
            <a:rPr lang="en-GB" dirty="0"/>
            <a:t>Limited</a:t>
          </a:r>
          <a:r>
            <a:rPr lang="en-GB" baseline="0" dirty="0"/>
            <a:t> Reach</a:t>
          </a:r>
          <a:endParaRPr lang="en-GB" dirty="0"/>
        </a:p>
      </dgm:t>
    </dgm:pt>
    <dgm:pt modelId="{9A7FFCD4-E709-B640-A1A8-91786382AD70}" type="parTrans" cxnId="{8EB460B2-51CB-264A-AB75-4186FE94590F}">
      <dgm:prSet/>
      <dgm:spPr/>
      <dgm:t>
        <a:bodyPr/>
        <a:lstStyle/>
        <a:p>
          <a:endParaRPr lang="en-GB"/>
        </a:p>
      </dgm:t>
    </dgm:pt>
    <dgm:pt modelId="{F8955395-F4EE-7A49-8568-7DBF327F6F41}" type="sibTrans" cxnId="{8EB460B2-51CB-264A-AB75-4186FE94590F}">
      <dgm:prSet/>
      <dgm:spPr/>
      <dgm:t>
        <a:bodyPr/>
        <a:lstStyle/>
        <a:p>
          <a:endParaRPr lang="en-GB"/>
        </a:p>
      </dgm:t>
    </dgm:pt>
    <dgm:pt modelId="{0C255A45-1E23-E441-97E1-E345236F8BA2}">
      <dgm:prSet/>
      <dgm:spPr/>
      <dgm:t>
        <a:bodyPr/>
        <a:lstStyle/>
        <a:p>
          <a:r>
            <a:rPr lang="en-GB" dirty="0"/>
            <a:t>Organic</a:t>
          </a:r>
          <a:r>
            <a:rPr lang="en-GB" baseline="0" dirty="0"/>
            <a:t> reach on social media is limited, business need to invest in advertising.</a:t>
          </a:r>
          <a:endParaRPr lang="en-GB" dirty="0"/>
        </a:p>
      </dgm:t>
    </dgm:pt>
    <dgm:pt modelId="{F25D68D5-7AEB-7E43-B0F5-CC1E4B3293FA}" type="parTrans" cxnId="{44EEC485-7FE5-8A4E-A9DA-B98E941CF9DB}">
      <dgm:prSet/>
      <dgm:spPr/>
      <dgm:t>
        <a:bodyPr/>
        <a:lstStyle/>
        <a:p>
          <a:endParaRPr lang="en-GB"/>
        </a:p>
      </dgm:t>
    </dgm:pt>
    <dgm:pt modelId="{7DE543CC-F091-9347-B964-F5BEFCCB4144}" type="sibTrans" cxnId="{44EEC485-7FE5-8A4E-A9DA-B98E941CF9DB}">
      <dgm:prSet/>
      <dgm:spPr/>
      <dgm:t>
        <a:bodyPr/>
        <a:lstStyle/>
        <a:p>
          <a:endParaRPr lang="en-GB"/>
        </a:p>
      </dgm:t>
    </dgm:pt>
    <dgm:pt modelId="{8AE85929-FB64-E544-A5D7-6537B877A859}">
      <dgm:prSet/>
      <dgm:spPr/>
      <dgm:t>
        <a:bodyPr/>
        <a:lstStyle/>
        <a:p>
          <a:r>
            <a:rPr lang="en-GB" dirty="0"/>
            <a:t>Platform</a:t>
          </a:r>
          <a:r>
            <a:rPr lang="en-GB" baseline="0" dirty="0"/>
            <a:t> Dependency</a:t>
          </a:r>
          <a:endParaRPr lang="en-GB" dirty="0"/>
        </a:p>
      </dgm:t>
    </dgm:pt>
    <dgm:pt modelId="{79268B44-BFD7-B34E-9AC6-1CA321165282}" type="parTrans" cxnId="{45113162-83B1-9648-85C1-EF3A15D326D6}">
      <dgm:prSet/>
      <dgm:spPr/>
      <dgm:t>
        <a:bodyPr/>
        <a:lstStyle/>
        <a:p>
          <a:endParaRPr lang="en-GB"/>
        </a:p>
      </dgm:t>
    </dgm:pt>
    <dgm:pt modelId="{70B76D97-190B-2B42-8B9C-DD8D51E84974}" type="sibTrans" cxnId="{45113162-83B1-9648-85C1-EF3A15D326D6}">
      <dgm:prSet/>
      <dgm:spPr/>
      <dgm:t>
        <a:bodyPr/>
        <a:lstStyle/>
        <a:p>
          <a:endParaRPr lang="en-GB"/>
        </a:p>
      </dgm:t>
    </dgm:pt>
    <dgm:pt modelId="{26646E6F-28D5-4445-8577-9CD30F16E12D}">
      <dgm:prSet/>
      <dgm:spPr/>
      <dgm:t>
        <a:bodyPr/>
        <a:lstStyle/>
        <a:p>
          <a:r>
            <a:rPr lang="en-GB" dirty="0"/>
            <a:t>Business</a:t>
          </a:r>
          <a:r>
            <a:rPr lang="en-GB" baseline="0" dirty="0"/>
            <a:t> can not rely on a single platform, they need to invest in multiple social </a:t>
          </a:r>
          <a:r>
            <a:rPr lang="en-GB" baseline="0"/>
            <a:t>media platform.</a:t>
          </a:r>
          <a:endParaRPr lang="en-GB" dirty="0"/>
        </a:p>
      </dgm:t>
    </dgm:pt>
    <dgm:pt modelId="{EA1A7E9D-F84A-C849-A7EF-5F0D7C789575}" type="parTrans" cxnId="{F0B143B6-2DE8-BC48-8514-768AF09B70A7}">
      <dgm:prSet/>
      <dgm:spPr/>
      <dgm:t>
        <a:bodyPr/>
        <a:lstStyle/>
        <a:p>
          <a:endParaRPr lang="en-GB"/>
        </a:p>
      </dgm:t>
    </dgm:pt>
    <dgm:pt modelId="{B46C1542-E6C3-3748-870B-51CD1CECCE8C}" type="sibTrans" cxnId="{F0B143B6-2DE8-BC48-8514-768AF09B70A7}">
      <dgm:prSet/>
      <dgm:spPr/>
      <dgm:t>
        <a:bodyPr/>
        <a:lstStyle/>
        <a:p>
          <a:endParaRPr lang="en-GB"/>
        </a:p>
      </dgm:t>
    </dgm:pt>
    <dgm:pt modelId="{53DD693C-34BC-8141-A060-E81AD1B5485D}" type="pres">
      <dgm:prSet presAssocID="{96A5D447-53D4-D946-8642-54DC72923ACE}" presName="Name0" presStyleCnt="0">
        <dgm:presLayoutVars>
          <dgm:chPref val="3"/>
          <dgm:dir/>
          <dgm:animLvl val="lvl"/>
          <dgm:resizeHandles/>
        </dgm:presLayoutVars>
      </dgm:prSet>
      <dgm:spPr/>
    </dgm:pt>
    <dgm:pt modelId="{FC24848A-5D86-144C-A012-61E76BAE6EB9}" type="pres">
      <dgm:prSet presAssocID="{1DB15D3C-30A7-6746-BB8A-2EF732518691}" presName="horFlow" presStyleCnt="0"/>
      <dgm:spPr/>
    </dgm:pt>
    <dgm:pt modelId="{AB8F35AE-0482-3140-9574-7E50E9CC91D5}" type="pres">
      <dgm:prSet presAssocID="{1DB15D3C-30A7-6746-BB8A-2EF732518691}" presName="bigChev" presStyleLbl="node1" presStyleIdx="0" presStyleCnt="5" custScaleX="147843"/>
      <dgm:spPr/>
    </dgm:pt>
    <dgm:pt modelId="{8E2377AD-1107-1040-B18B-59F653FBB5B1}" type="pres">
      <dgm:prSet presAssocID="{85A21C30-D13B-704C-81AE-7182C06E360A}" presName="parTrans" presStyleCnt="0"/>
      <dgm:spPr/>
    </dgm:pt>
    <dgm:pt modelId="{40BA5ECF-D7AA-1747-9B44-8CB9F1035596}" type="pres">
      <dgm:prSet presAssocID="{4DE07911-9155-D846-B103-C481105343AA}" presName="node" presStyleLbl="alignAccFollowNode1" presStyleIdx="0" presStyleCnt="5" custScaleX="356248">
        <dgm:presLayoutVars>
          <dgm:bulletEnabled val="1"/>
        </dgm:presLayoutVars>
      </dgm:prSet>
      <dgm:spPr/>
    </dgm:pt>
    <dgm:pt modelId="{E3EFECA6-222C-AF4D-92F2-E55620000285}" type="pres">
      <dgm:prSet presAssocID="{1DB15D3C-30A7-6746-BB8A-2EF732518691}" presName="vSp" presStyleCnt="0"/>
      <dgm:spPr/>
    </dgm:pt>
    <dgm:pt modelId="{6EF0DAFE-F3C0-C84F-BAC1-2A88E3266AA3}" type="pres">
      <dgm:prSet presAssocID="{9271987E-84A6-2F44-AE9F-23A24686670F}" presName="horFlow" presStyleCnt="0"/>
      <dgm:spPr/>
    </dgm:pt>
    <dgm:pt modelId="{0BF1E616-3C10-7D49-ACFC-94AFA41E16C2}" type="pres">
      <dgm:prSet presAssocID="{9271987E-84A6-2F44-AE9F-23A24686670F}" presName="bigChev" presStyleLbl="node1" presStyleIdx="1" presStyleCnt="5" custScaleX="147843"/>
      <dgm:spPr/>
    </dgm:pt>
    <dgm:pt modelId="{616E5767-65C4-1C40-8149-DFA7969ABF93}" type="pres">
      <dgm:prSet presAssocID="{DE60CD01-E350-C440-826C-F9BE21847527}" presName="parTrans" presStyleCnt="0"/>
      <dgm:spPr/>
    </dgm:pt>
    <dgm:pt modelId="{969A6578-FBEE-9445-BDF8-F946B71A4859}" type="pres">
      <dgm:prSet presAssocID="{1399E7D7-A39B-CC47-BF21-D3C310444323}" presName="node" presStyleLbl="alignAccFollowNode1" presStyleIdx="1" presStyleCnt="5" custScaleX="356248">
        <dgm:presLayoutVars>
          <dgm:bulletEnabled val="1"/>
        </dgm:presLayoutVars>
      </dgm:prSet>
      <dgm:spPr/>
    </dgm:pt>
    <dgm:pt modelId="{AD66821E-6BA6-0144-96A9-E0DAA9F7D7E2}" type="pres">
      <dgm:prSet presAssocID="{9271987E-84A6-2F44-AE9F-23A24686670F}" presName="vSp" presStyleCnt="0"/>
      <dgm:spPr/>
    </dgm:pt>
    <dgm:pt modelId="{C41296D5-EE8F-A845-A502-F57C9F09F44E}" type="pres">
      <dgm:prSet presAssocID="{51CCCB7F-9347-0545-8852-7CD90468F8B2}" presName="horFlow" presStyleCnt="0"/>
      <dgm:spPr/>
    </dgm:pt>
    <dgm:pt modelId="{BB77F516-8C3B-034C-9646-3D72F6150A07}" type="pres">
      <dgm:prSet presAssocID="{51CCCB7F-9347-0545-8852-7CD90468F8B2}" presName="bigChev" presStyleLbl="node1" presStyleIdx="2" presStyleCnt="5" custScaleX="147843"/>
      <dgm:spPr/>
    </dgm:pt>
    <dgm:pt modelId="{02181FCE-C051-914F-B089-5D3B579C1E52}" type="pres">
      <dgm:prSet presAssocID="{B14649A8-FD18-DD43-9BF3-670E4F468CF9}" presName="parTrans" presStyleCnt="0"/>
      <dgm:spPr/>
    </dgm:pt>
    <dgm:pt modelId="{22435F35-C378-E14C-9713-90207D956007}" type="pres">
      <dgm:prSet presAssocID="{3079C7C9-5FA2-9B43-AB4E-9837F5FFE801}" presName="node" presStyleLbl="alignAccFollowNode1" presStyleIdx="2" presStyleCnt="5" custScaleX="356249">
        <dgm:presLayoutVars>
          <dgm:bulletEnabled val="1"/>
        </dgm:presLayoutVars>
      </dgm:prSet>
      <dgm:spPr/>
    </dgm:pt>
    <dgm:pt modelId="{B5A66989-60A2-A74C-A11B-15B5F606FB1A}" type="pres">
      <dgm:prSet presAssocID="{51CCCB7F-9347-0545-8852-7CD90468F8B2}" presName="vSp" presStyleCnt="0"/>
      <dgm:spPr/>
    </dgm:pt>
    <dgm:pt modelId="{8882928A-5BA7-A241-8CDD-FA3AB7B88B4E}" type="pres">
      <dgm:prSet presAssocID="{AA8C2ED8-926E-AD4F-9B02-E32650245033}" presName="horFlow" presStyleCnt="0"/>
      <dgm:spPr/>
    </dgm:pt>
    <dgm:pt modelId="{00507214-5BA2-3649-AE74-104C9D3750D3}" type="pres">
      <dgm:prSet presAssocID="{AA8C2ED8-926E-AD4F-9B02-E32650245033}" presName="bigChev" presStyleLbl="node1" presStyleIdx="3" presStyleCnt="5" custScaleX="147843"/>
      <dgm:spPr/>
    </dgm:pt>
    <dgm:pt modelId="{DB36331D-0DA7-174E-91AB-AA269D007505}" type="pres">
      <dgm:prSet presAssocID="{F25D68D5-7AEB-7E43-B0F5-CC1E4B3293FA}" presName="parTrans" presStyleCnt="0"/>
      <dgm:spPr/>
    </dgm:pt>
    <dgm:pt modelId="{5B370A29-2DE8-D24C-9C41-592962F69D3C}" type="pres">
      <dgm:prSet presAssocID="{0C255A45-1E23-E441-97E1-E345236F8BA2}" presName="node" presStyleLbl="alignAccFollowNode1" presStyleIdx="3" presStyleCnt="5" custScaleX="356249">
        <dgm:presLayoutVars>
          <dgm:bulletEnabled val="1"/>
        </dgm:presLayoutVars>
      </dgm:prSet>
      <dgm:spPr/>
    </dgm:pt>
    <dgm:pt modelId="{66BFF03C-C5B8-0640-A541-B68F6302AC39}" type="pres">
      <dgm:prSet presAssocID="{AA8C2ED8-926E-AD4F-9B02-E32650245033}" presName="vSp" presStyleCnt="0"/>
      <dgm:spPr/>
    </dgm:pt>
    <dgm:pt modelId="{FC106C19-2902-D34E-A05A-7D2F11A0962F}" type="pres">
      <dgm:prSet presAssocID="{8AE85929-FB64-E544-A5D7-6537B877A859}" presName="horFlow" presStyleCnt="0"/>
      <dgm:spPr/>
    </dgm:pt>
    <dgm:pt modelId="{B8816093-AB68-7A4F-A083-DFDF641B723E}" type="pres">
      <dgm:prSet presAssocID="{8AE85929-FB64-E544-A5D7-6537B877A859}" presName="bigChev" presStyleLbl="node1" presStyleIdx="4" presStyleCnt="5" custScaleX="147843"/>
      <dgm:spPr/>
    </dgm:pt>
    <dgm:pt modelId="{4786ACE1-4DF0-3445-A0E0-A7392D2F1DF9}" type="pres">
      <dgm:prSet presAssocID="{EA1A7E9D-F84A-C849-A7EF-5F0D7C789575}" presName="parTrans" presStyleCnt="0"/>
      <dgm:spPr/>
    </dgm:pt>
    <dgm:pt modelId="{A9246520-4178-234E-8C71-002840D9ECB1}" type="pres">
      <dgm:prSet presAssocID="{26646E6F-28D5-4445-8577-9CD30F16E12D}" presName="node" presStyleLbl="alignAccFollowNode1" presStyleIdx="4" presStyleCnt="5" custScaleX="356249">
        <dgm:presLayoutVars>
          <dgm:bulletEnabled val="1"/>
        </dgm:presLayoutVars>
      </dgm:prSet>
      <dgm:spPr/>
    </dgm:pt>
  </dgm:ptLst>
  <dgm:cxnLst>
    <dgm:cxn modelId="{FB5C6325-A766-AB48-B8E4-10151F59F13E}" type="presOf" srcId="{26646E6F-28D5-4445-8577-9CD30F16E12D}" destId="{A9246520-4178-234E-8C71-002840D9ECB1}" srcOrd="0" destOrd="0" presId="urn:microsoft.com/office/officeart/2005/8/layout/lProcess3"/>
    <dgm:cxn modelId="{9E025025-0ED5-3F43-8E8E-B7AD098F08C5}" srcId="{9271987E-84A6-2F44-AE9F-23A24686670F}" destId="{1399E7D7-A39B-CC47-BF21-D3C310444323}" srcOrd="0" destOrd="0" parTransId="{DE60CD01-E350-C440-826C-F9BE21847527}" sibTransId="{5523D2B6-5E1C-3F48-A9E7-186FEA704B4E}"/>
    <dgm:cxn modelId="{9046832F-DA09-4E4D-B967-8A0DB5ACEA6F}" type="presOf" srcId="{AA8C2ED8-926E-AD4F-9B02-E32650245033}" destId="{00507214-5BA2-3649-AE74-104C9D3750D3}" srcOrd="0" destOrd="0" presId="urn:microsoft.com/office/officeart/2005/8/layout/lProcess3"/>
    <dgm:cxn modelId="{C5D3D137-042D-1F4D-9993-FEB61EBCF598}" type="presOf" srcId="{96A5D447-53D4-D946-8642-54DC72923ACE}" destId="{53DD693C-34BC-8141-A060-E81AD1B5485D}" srcOrd="0" destOrd="0" presId="urn:microsoft.com/office/officeart/2005/8/layout/lProcess3"/>
    <dgm:cxn modelId="{80C6FA5F-F38A-9045-8FE5-6CDAFA6B4603}" srcId="{96A5D447-53D4-D946-8642-54DC72923ACE}" destId="{9271987E-84A6-2F44-AE9F-23A24686670F}" srcOrd="1" destOrd="0" parTransId="{673D1BE9-5BE2-E145-AF4A-51453F8031F7}" sibTransId="{45B90491-A11A-5D4F-89B4-F9867B784535}"/>
    <dgm:cxn modelId="{8DCB4461-2AAE-E24E-86B8-B357ECDFA3C6}" type="presOf" srcId="{0C255A45-1E23-E441-97E1-E345236F8BA2}" destId="{5B370A29-2DE8-D24C-9C41-592962F69D3C}" srcOrd="0" destOrd="0" presId="urn:microsoft.com/office/officeart/2005/8/layout/lProcess3"/>
    <dgm:cxn modelId="{45113162-83B1-9648-85C1-EF3A15D326D6}" srcId="{96A5D447-53D4-D946-8642-54DC72923ACE}" destId="{8AE85929-FB64-E544-A5D7-6537B877A859}" srcOrd="4" destOrd="0" parTransId="{79268B44-BFD7-B34E-9AC6-1CA321165282}" sibTransId="{70B76D97-190B-2B42-8B9C-DD8D51E84974}"/>
    <dgm:cxn modelId="{3D083444-A698-854E-88B5-7BD2BB621C78}" srcId="{96A5D447-53D4-D946-8642-54DC72923ACE}" destId="{51CCCB7F-9347-0545-8852-7CD90468F8B2}" srcOrd="2" destOrd="0" parTransId="{BC05D589-478C-B146-9800-0E0C4F877ADC}" sibTransId="{5151A021-4E66-3847-98BA-A789AB70D2ED}"/>
    <dgm:cxn modelId="{90487A52-618C-ED44-8976-59C1254C7894}" srcId="{96A5D447-53D4-D946-8642-54DC72923ACE}" destId="{1DB15D3C-30A7-6746-BB8A-2EF732518691}" srcOrd="0" destOrd="0" parTransId="{02B0FA5F-7A7C-074B-BE4A-1CB1FD472C26}" sibTransId="{628C47B1-583A-844C-B0FA-DDE7D946BA23}"/>
    <dgm:cxn modelId="{E56B8C54-880B-F147-8F96-96E790B13E3F}" type="presOf" srcId="{1399E7D7-A39B-CC47-BF21-D3C310444323}" destId="{969A6578-FBEE-9445-BDF8-F946B71A4859}" srcOrd="0" destOrd="0" presId="urn:microsoft.com/office/officeart/2005/8/layout/lProcess3"/>
    <dgm:cxn modelId="{800DC175-997C-0943-9831-69E9A7447706}" type="presOf" srcId="{9271987E-84A6-2F44-AE9F-23A24686670F}" destId="{0BF1E616-3C10-7D49-ACFC-94AFA41E16C2}" srcOrd="0" destOrd="0" presId="urn:microsoft.com/office/officeart/2005/8/layout/lProcess3"/>
    <dgm:cxn modelId="{6438BC7D-F41B-A54D-BB8E-037C32648FED}" type="presOf" srcId="{4DE07911-9155-D846-B103-C481105343AA}" destId="{40BA5ECF-D7AA-1747-9B44-8CB9F1035596}" srcOrd="0" destOrd="0" presId="urn:microsoft.com/office/officeart/2005/8/layout/lProcess3"/>
    <dgm:cxn modelId="{44EEC485-7FE5-8A4E-A9DA-B98E941CF9DB}" srcId="{AA8C2ED8-926E-AD4F-9B02-E32650245033}" destId="{0C255A45-1E23-E441-97E1-E345236F8BA2}" srcOrd="0" destOrd="0" parTransId="{F25D68D5-7AEB-7E43-B0F5-CC1E4B3293FA}" sibTransId="{7DE543CC-F091-9347-B964-F5BEFCCB4144}"/>
    <dgm:cxn modelId="{EA6E2C9D-D4DE-9147-91DE-454FE36275D8}" srcId="{1DB15D3C-30A7-6746-BB8A-2EF732518691}" destId="{4DE07911-9155-D846-B103-C481105343AA}" srcOrd="0" destOrd="0" parTransId="{85A21C30-D13B-704C-81AE-7182C06E360A}" sibTransId="{D0B6A806-011D-3F44-93C4-8147452C711C}"/>
    <dgm:cxn modelId="{DE5C81A7-B6C2-624A-85E8-A64FB7FF23FB}" type="presOf" srcId="{8AE85929-FB64-E544-A5D7-6537B877A859}" destId="{B8816093-AB68-7A4F-A083-DFDF641B723E}" srcOrd="0" destOrd="0" presId="urn:microsoft.com/office/officeart/2005/8/layout/lProcess3"/>
    <dgm:cxn modelId="{8EB460B2-51CB-264A-AB75-4186FE94590F}" srcId="{96A5D447-53D4-D946-8642-54DC72923ACE}" destId="{AA8C2ED8-926E-AD4F-9B02-E32650245033}" srcOrd="3" destOrd="0" parTransId="{9A7FFCD4-E709-B640-A1A8-91786382AD70}" sibTransId="{F8955395-F4EE-7A49-8568-7DBF327F6F41}"/>
    <dgm:cxn modelId="{F0B143B6-2DE8-BC48-8514-768AF09B70A7}" srcId="{8AE85929-FB64-E544-A5D7-6537B877A859}" destId="{26646E6F-28D5-4445-8577-9CD30F16E12D}" srcOrd="0" destOrd="0" parTransId="{EA1A7E9D-F84A-C849-A7EF-5F0D7C789575}" sibTransId="{B46C1542-E6C3-3748-870B-51CD1CECCE8C}"/>
    <dgm:cxn modelId="{09DD00D4-1183-1A46-B942-266B10F2126D}" type="presOf" srcId="{3079C7C9-5FA2-9B43-AB4E-9837F5FFE801}" destId="{22435F35-C378-E14C-9713-90207D956007}" srcOrd="0" destOrd="0" presId="urn:microsoft.com/office/officeart/2005/8/layout/lProcess3"/>
    <dgm:cxn modelId="{586323EC-33CA-584D-B37E-23F4D5D98561}" type="presOf" srcId="{1DB15D3C-30A7-6746-BB8A-2EF732518691}" destId="{AB8F35AE-0482-3140-9574-7E50E9CC91D5}" srcOrd="0" destOrd="0" presId="urn:microsoft.com/office/officeart/2005/8/layout/lProcess3"/>
    <dgm:cxn modelId="{A9094DF4-6BA8-6845-BF66-DFBADF8E0D82}" srcId="{51CCCB7F-9347-0545-8852-7CD90468F8B2}" destId="{3079C7C9-5FA2-9B43-AB4E-9837F5FFE801}" srcOrd="0" destOrd="0" parTransId="{B14649A8-FD18-DD43-9BF3-670E4F468CF9}" sibTransId="{77E3F295-4CBD-8F4C-96AE-9702EB027A3E}"/>
    <dgm:cxn modelId="{2103D8FD-0A8C-F24B-A780-09E5B6AF55D6}" type="presOf" srcId="{51CCCB7F-9347-0545-8852-7CD90468F8B2}" destId="{BB77F516-8C3B-034C-9646-3D72F6150A07}" srcOrd="0" destOrd="0" presId="urn:microsoft.com/office/officeart/2005/8/layout/lProcess3"/>
    <dgm:cxn modelId="{9C9D5243-1972-0F49-B2B4-E26619F58B73}" type="presParOf" srcId="{53DD693C-34BC-8141-A060-E81AD1B5485D}" destId="{FC24848A-5D86-144C-A012-61E76BAE6EB9}" srcOrd="0" destOrd="0" presId="urn:microsoft.com/office/officeart/2005/8/layout/lProcess3"/>
    <dgm:cxn modelId="{C2E686FC-A0D7-044C-A080-F64391EF8160}" type="presParOf" srcId="{FC24848A-5D86-144C-A012-61E76BAE6EB9}" destId="{AB8F35AE-0482-3140-9574-7E50E9CC91D5}" srcOrd="0" destOrd="0" presId="urn:microsoft.com/office/officeart/2005/8/layout/lProcess3"/>
    <dgm:cxn modelId="{F9B1DAE9-D87A-204F-8B4A-AE5FED78BE7E}" type="presParOf" srcId="{FC24848A-5D86-144C-A012-61E76BAE6EB9}" destId="{8E2377AD-1107-1040-B18B-59F653FBB5B1}" srcOrd="1" destOrd="0" presId="urn:microsoft.com/office/officeart/2005/8/layout/lProcess3"/>
    <dgm:cxn modelId="{DEEA4893-2CF1-A14A-96D9-F129B56077E9}" type="presParOf" srcId="{FC24848A-5D86-144C-A012-61E76BAE6EB9}" destId="{40BA5ECF-D7AA-1747-9B44-8CB9F1035596}" srcOrd="2" destOrd="0" presId="urn:microsoft.com/office/officeart/2005/8/layout/lProcess3"/>
    <dgm:cxn modelId="{B5490AF4-6139-8C42-84B0-7708E11975CC}" type="presParOf" srcId="{53DD693C-34BC-8141-A060-E81AD1B5485D}" destId="{E3EFECA6-222C-AF4D-92F2-E55620000285}" srcOrd="1" destOrd="0" presId="urn:microsoft.com/office/officeart/2005/8/layout/lProcess3"/>
    <dgm:cxn modelId="{65C90F51-A443-904D-BFAF-B78C03B4CC96}" type="presParOf" srcId="{53DD693C-34BC-8141-A060-E81AD1B5485D}" destId="{6EF0DAFE-F3C0-C84F-BAC1-2A88E3266AA3}" srcOrd="2" destOrd="0" presId="urn:microsoft.com/office/officeart/2005/8/layout/lProcess3"/>
    <dgm:cxn modelId="{1E49AEAB-70EE-C348-9CD0-D438E1A8B026}" type="presParOf" srcId="{6EF0DAFE-F3C0-C84F-BAC1-2A88E3266AA3}" destId="{0BF1E616-3C10-7D49-ACFC-94AFA41E16C2}" srcOrd="0" destOrd="0" presId="urn:microsoft.com/office/officeart/2005/8/layout/lProcess3"/>
    <dgm:cxn modelId="{3BC84D72-5DFC-5143-93B8-ADDD84422BAC}" type="presParOf" srcId="{6EF0DAFE-F3C0-C84F-BAC1-2A88E3266AA3}" destId="{616E5767-65C4-1C40-8149-DFA7969ABF93}" srcOrd="1" destOrd="0" presId="urn:microsoft.com/office/officeart/2005/8/layout/lProcess3"/>
    <dgm:cxn modelId="{B054EB3B-A619-BD40-9082-5DD995556681}" type="presParOf" srcId="{6EF0DAFE-F3C0-C84F-BAC1-2A88E3266AA3}" destId="{969A6578-FBEE-9445-BDF8-F946B71A4859}" srcOrd="2" destOrd="0" presId="urn:microsoft.com/office/officeart/2005/8/layout/lProcess3"/>
    <dgm:cxn modelId="{283A9EFB-A312-2243-A16A-E0947FD0B7CB}" type="presParOf" srcId="{53DD693C-34BC-8141-A060-E81AD1B5485D}" destId="{AD66821E-6BA6-0144-96A9-E0DAA9F7D7E2}" srcOrd="3" destOrd="0" presId="urn:microsoft.com/office/officeart/2005/8/layout/lProcess3"/>
    <dgm:cxn modelId="{D05FF98D-6489-1348-AAF3-F30635421092}" type="presParOf" srcId="{53DD693C-34BC-8141-A060-E81AD1B5485D}" destId="{C41296D5-EE8F-A845-A502-F57C9F09F44E}" srcOrd="4" destOrd="0" presId="urn:microsoft.com/office/officeart/2005/8/layout/lProcess3"/>
    <dgm:cxn modelId="{DC08CA77-E959-834C-948F-26082513CE91}" type="presParOf" srcId="{C41296D5-EE8F-A845-A502-F57C9F09F44E}" destId="{BB77F516-8C3B-034C-9646-3D72F6150A07}" srcOrd="0" destOrd="0" presId="urn:microsoft.com/office/officeart/2005/8/layout/lProcess3"/>
    <dgm:cxn modelId="{0C62A5F1-DDC6-2E48-B6FB-DA12A1987CBB}" type="presParOf" srcId="{C41296D5-EE8F-A845-A502-F57C9F09F44E}" destId="{02181FCE-C051-914F-B089-5D3B579C1E52}" srcOrd="1" destOrd="0" presId="urn:microsoft.com/office/officeart/2005/8/layout/lProcess3"/>
    <dgm:cxn modelId="{D796ED18-5CD6-A04A-9A5A-CA2CD0A342C0}" type="presParOf" srcId="{C41296D5-EE8F-A845-A502-F57C9F09F44E}" destId="{22435F35-C378-E14C-9713-90207D956007}" srcOrd="2" destOrd="0" presId="urn:microsoft.com/office/officeart/2005/8/layout/lProcess3"/>
    <dgm:cxn modelId="{3D4DB2E4-36E5-E644-972F-2D1F72D2E40A}" type="presParOf" srcId="{53DD693C-34BC-8141-A060-E81AD1B5485D}" destId="{B5A66989-60A2-A74C-A11B-15B5F606FB1A}" srcOrd="5" destOrd="0" presId="urn:microsoft.com/office/officeart/2005/8/layout/lProcess3"/>
    <dgm:cxn modelId="{C777371D-275F-3449-979E-74D9DF3E67CE}" type="presParOf" srcId="{53DD693C-34BC-8141-A060-E81AD1B5485D}" destId="{8882928A-5BA7-A241-8CDD-FA3AB7B88B4E}" srcOrd="6" destOrd="0" presId="urn:microsoft.com/office/officeart/2005/8/layout/lProcess3"/>
    <dgm:cxn modelId="{E79F18BB-2283-F34E-809F-69862EEE83D5}" type="presParOf" srcId="{8882928A-5BA7-A241-8CDD-FA3AB7B88B4E}" destId="{00507214-5BA2-3649-AE74-104C9D3750D3}" srcOrd="0" destOrd="0" presId="urn:microsoft.com/office/officeart/2005/8/layout/lProcess3"/>
    <dgm:cxn modelId="{22027DF4-6C33-0542-8484-C50E0A6883FF}" type="presParOf" srcId="{8882928A-5BA7-A241-8CDD-FA3AB7B88B4E}" destId="{DB36331D-0DA7-174E-91AB-AA269D007505}" srcOrd="1" destOrd="0" presId="urn:microsoft.com/office/officeart/2005/8/layout/lProcess3"/>
    <dgm:cxn modelId="{2466E2B4-926C-374C-B45E-4D867C38DBB4}" type="presParOf" srcId="{8882928A-5BA7-A241-8CDD-FA3AB7B88B4E}" destId="{5B370A29-2DE8-D24C-9C41-592962F69D3C}" srcOrd="2" destOrd="0" presId="urn:microsoft.com/office/officeart/2005/8/layout/lProcess3"/>
    <dgm:cxn modelId="{A41BA9F3-EF9D-5946-B9BF-660F61E110D4}" type="presParOf" srcId="{53DD693C-34BC-8141-A060-E81AD1B5485D}" destId="{66BFF03C-C5B8-0640-A541-B68F6302AC39}" srcOrd="7" destOrd="0" presId="urn:microsoft.com/office/officeart/2005/8/layout/lProcess3"/>
    <dgm:cxn modelId="{7BF7B77D-53B2-4546-BEB4-CF671DC5E493}" type="presParOf" srcId="{53DD693C-34BC-8141-A060-E81AD1B5485D}" destId="{FC106C19-2902-D34E-A05A-7D2F11A0962F}" srcOrd="8" destOrd="0" presId="urn:microsoft.com/office/officeart/2005/8/layout/lProcess3"/>
    <dgm:cxn modelId="{5411580C-056E-2E47-B173-438070269EDE}" type="presParOf" srcId="{FC106C19-2902-D34E-A05A-7D2F11A0962F}" destId="{B8816093-AB68-7A4F-A083-DFDF641B723E}" srcOrd="0" destOrd="0" presId="urn:microsoft.com/office/officeart/2005/8/layout/lProcess3"/>
    <dgm:cxn modelId="{BE4F592A-9FA3-C84C-8FE1-CCEB2C36B3C1}" type="presParOf" srcId="{FC106C19-2902-D34E-A05A-7D2F11A0962F}" destId="{4786ACE1-4DF0-3445-A0E0-A7392D2F1DF9}" srcOrd="1" destOrd="0" presId="urn:microsoft.com/office/officeart/2005/8/layout/lProcess3"/>
    <dgm:cxn modelId="{6CF94FD0-2370-B445-B5B1-564DBC8205BC}" type="presParOf" srcId="{FC106C19-2902-D34E-A05A-7D2F11A0962F}" destId="{A9246520-4178-234E-8C71-002840D9ECB1}" srcOrd="2"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6A5D447-53D4-D946-8642-54DC72923ACE}" type="doc">
      <dgm:prSet loTypeId="urn:microsoft.com/office/officeart/2005/8/layout/lProcess3" loCatId="" qsTypeId="urn:microsoft.com/office/officeart/2005/8/quickstyle/simple1" qsCatId="simple" csTypeId="urn:microsoft.com/office/officeart/2005/8/colors/colorful1" csCatId="colorful" phldr="1"/>
      <dgm:spPr/>
      <dgm:t>
        <a:bodyPr/>
        <a:lstStyle/>
        <a:p>
          <a:endParaRPr lang="en-GB"/>
        </a:p>
      </dgm:t>
    </dgm:pt>
    <dgm:pt modelId="{1DB15D3C-30A7-6746-BB8A-2EF732518691}">
      <dgm:prSet phldrT="[Text]" custT="1"/>
      <dgm:spPr/>
      <dgm:t>
        <a:bodyPr/>
        <a:lstStyle/>
        <a:p>
          <a:r>
            <a:rPr lang="en-IN" sz="3100" b="1" i="0" u="none" dirty="0"/>
            <a:t>Demographics</a:t>
          </a:r>
          <a:endParaRPr lang="en-GB" sz="3100" dirty="0"/>
        </a:p>
      </dgm:t>
    </dgm:pt>
    <dgm:pt modelId="{02B0FA5F-7A7C-074B-BE4A-1CB1FD472C26}" type="parTrans" cxnId="{90487A52-618C-ED44-8976-59C1254C7894}">
      <dgm:prSet/>
      <dgm:spPr/>
      <dgm:t>
        <a:bodyPr/>
        <a:lstStyle/>
        <a:p>
          <a:endParaRPr lang="en-GB"/>
        </a:p>
      </dgm:t>
    </dgm:pt>
    <dgm:pt modelId="{628C47B1-583A-844C-B0FA-DDE7D946BA23}" type="sibTrans" cxnId="{90487A52-618C-ED44-8976-59C1254C7894}">
      <dgm:prSet/>
      <dgm:spPr/>
      <dgm:t>
        <a:bodyPr/>
        <a:lstStyle/>
        <a:p>
          <a:endParaRPr lang="en-GB"/>
        </a:p>
      </dgm:t>
    </dgm:pt>
    <dgm:pt modelId="{4DE07911-9155-D846-B103-C481105343AA}">
      <dgm:prSet phldrT="[Text]"/>
      <dgm:spPr/>
      <dgm:t>
        <a:bodyPr/>
        <a:lstStyle/>
        <a:p>
          <a:r>
            <a:rPr lang="en-IN" b="0" i="0" u="none" dirty="0"/>
            <a:t>Age, gender, location, income, etc.</a:t>
          </a:r>
          <a:endParaRPr lang="en-GB" dirty="0"/>
        </a:p>
      </dgm:t>
    </dgm:pt>
    <dgm:pt modelId="{85A21C30-D13B-704C-81AE-7182C06E360A}" type="parTrans" cxnId="{EA6E2C9D-D4DE-9147-91DE-454FE36275D8}">
      <dgm:prSet/>
      <dgm:spPr/>
      <dgm:t>
        <a:bodyPr/>
        <a:lstStyle/>
        <a:p>
          <a:endParaRPr lang="en-GB"/>
        </a:p>
      </dgm:t>
    </dgm:pt>
    <dgm:pt modelId="{D0B6A806-011D-3F44-93C4-8147452C711C}" type="sibTrans" cxnId="{EA6E2C9D-D4DE-9147-91DE-454FE36275D8}">
      <dgm:prSet/>
      <dgm:spPr/>
      <dgm:t>
        <a:bodyPr/>
        <a:lstStyle/>
        <a:p>
          <a:endParaRPr lang="en-GB"/>
        </a:p>
      </dgm:t>
    </dgm:pt>
    <dgm:pt modelId="{9271987E-84A6-2F44-AE9F-23A24686670F}">
      <dgm:prSet phldrT="[Text]" custT="1"/>
      <dgm:spPr/>
      <dgm:t>
        <a:bodyPr/>
        <a:lstStyle/>
        <a:p>
          <a:r>
            <a:rPr lang="en-IN" sz="3200" b="1" i="0" u="none" dirty="0"/>
            <a:t>Interests</a:t>
          </a:r>
          <a:endParaRPr lang="en-GB" sz="3200" dirty="0"/>
        </a:p>
      </dgm:t>
    </dgm:pt>
    <dgm:pt modelId="{673D1BE9-5BE2-E145-AF4A-51453F8031F7}" type="parTrans" cxnId="{80C6FA5F-F38A-9045-8FE5-6CDAFA6B4603}">
      <dgm:prSet/>
      <dgm:spPr/>
      <dgm:t>
        <a:bodyPr/>
        <a:lstStyle/>
        <a:p>
          <a:endParaRPr lang="en-GB"/>
        </a:p>
      </dgm:t>
    </dgm:pt>
    <dgm:pt modelId="{45B90491-A11A-5D4F-89B4-F9867B784535}" type="sibTrans" cxnId="{80C6FA5F-F38A-9045-8FE5-6CDAFA6B4603}">
      <dgm:prSet/>
      <dgm:spPr/>
      <dgm:t>
        <a:bodyPr/>
        <a:lstStyle/>
        <a:p>
          <a:endParaRPr lang="en-GB"/>
        </a:p>
      </dgm:t>
    </dgm:pt>
    <dgm:pt modelId="{1399E7D7-A39B-CC47-BF21-D3C310444323}">
      <dgm:prSet phldrT="[Text]"/>
      <dgm:spPr/>
      <dgm:t>
        <a:bodyPr/>
        <a:lstStyle/>
        <a:p>
          <a:r>
            <a:rPr lang="en-IN" b="0" i="0" u="none" dirty="0"/>
            <a:t>Hobbies, preferences, and </a:t>
          </a:r>
          <a:r>
            <a:rPr lang="en-IN" b="0" i="0" u="none" dirty="0" err="1"/>
            <a:t>behaviors</a:t>
          </a:r>
          <a:r>
            <a:rPr lang="en-IN" b="0" i="0" u="none" dirty="0"/>
            <a:t>.</a:t>
          </a:r>
          <a:endParaRPr lang="en-GB" dirty="0"/>
        </a:p>
      </dgm:t>
    </dgm:pt>
    <dgm:pt modelId="{DE60CD01-E350-C440-826C-F9BE21847527}" type="parTrans" cxnId="{9E025025-0ED5-3F43-8E8E-B7AD098F08C5}">
      <dgm:prSet/>
      <dgm:spPr/>
      <dgm:t>
        <a:bodyPr/>
        <a:lstStyle/>
        <a:p>
          <a:endParaRPr lang="en-GB"/>
        </a:p>
      </dgm:t>
    </dgm:pt>
    <dgm:pt modelId="{5523D2B6-5E1C-3F48-A9E7-186FEA704B4E}" type="sibTrans" cxnId="{9E025025-0ED5-3F43-8E8E-B7AD098F08C5}">
      <dgm:prSet/>
      <dgm:spPr/>
      <dgm:t>
        <a:bodyPr/>
        <a:lstStyle/>
        <a:p>
          <a:endParaRPr lang="en-GB"/>
        </a:p>
      </dgm:t>
    </dgm:pt>
    <dgm:pt modelId="{51CCCB7F-9347-0545-8852-7CD90468F8B2}">
      <dgm:prSet phldrT="[Text]" custT="1"/>
      <dgm:spPr/>
      <dgm:t>
        <a:bodyPr/>
        <a:lstStyle/>
        <a:p>
          <a:r>
            <a:rPr lang="en-IN" sz="3200" b="1" i="0" u="none" dirty="0"/>
            <a:t>Pain Points</a:t>
          </a:r>
          <a:endParaRPr lang="en-GB" sz="3600" dirty="0"/>
        </a:p>
      </dgm:t>
    </dgm:pt>
    <dgm:pt modelId="{BC05D589-478C-B146-9800-0E0C4F877ADC}" type="parTrans" cxnId="{3D083444-A698-854E-88B5-7BD2BB621C78}">
      <dgm:prSet/>
      <dgm:spPr/>
      <dgm:t>
        <a:bodyPr/>
        <a:lstStyle/>
        <a:p>
          <a:endParaRPr lang="en-GB"/>
        </a:p>
      </dgm:t>
    </dgm:pt>
    <dgm:pt modelId="{5151A021-4E66-3847-98BA-A789AB70D2ED}" type="sibTrans" cxnId="{3D083444-A698-854E-88B5-7BD2BB621C78}">
      <dgm:prSet/>
      <dgm:spPr/>
      <dgm:t>
        <a:bodyPr/>
        <a:lstStyle/>
        <a:p>
          <a:endParaRPr lang="en-GB"/>
        </a:p>
      </dgm:t>
    </dgm:pt>
    <dgm:pt modelId="{3079C7C9-5FA2-9B43-AB4E-9837F5FFE801}">
      <dgm:prSet phldrT="[Text]"/>
      <dgm:spPr/>
      <dgm:t>
        <a:bodyPr/>
        <a:lstStyle/>
        <a:p>
          <a:r>
            <a:rPr lang="en-IN" b="0" i="0" u="none" dirty="0"/>
            <a:t>Challenges and problems your audience faces.</a:t>
          </a:r>
          <a:endParaRPr lang="en-GB" dirty="0"/>
        </a:p>
      </dgm:t>
    </dgm:pt>
    <dgm:pt modelId="{B14649A8-FD18-DD43-9BF3-670E4F468CF9}" type="parTrans" cxnId="{A9094DF4-6BA8-6845-BF66-DFBADF8E0D82}">
      <dgm:prSet/>
      <dgm:spPr/>
      <dgm:t>
        <a:bodyPr/>
        <a:lstStyle/>
        <a:p>
          <a:endParaRPr lang="en-GB"/>
        </a:p>
      </dgm:t>
    </dgm:pt>
    <dgm:pt modelId="{77E3F295-4CBD-8F4C-96AE-9702EB027A3E}" type="sibTrans" cxnId="{A9094DF4-6BA8-6845-BF66-DFBADF8E0D82}">
      <dgm:prSet/>
      <dgm:spPr/>
      <dgm:t>
        <a:bodyPr/>
        <a:lstStyle/>
        <a:p>
          <a:endParaRPr lang="en-GB"/>
        </a:p>
      </dgm:t>
    </dgm:pt>
    <dgm:pt modelId="{AA8C2ED8-926E-AD4F-9B02-E32650245033}">
      <dgm:prSet custT="1"/>
      <dgm:spPr/>
      <dgm:t>
        <a:bodyPr/>
        <a:lstStyle/>
        <a:p>
          <a:r>
            <a:rPr lang="en-IN" sz="3200" b="1" i="0" u="none" dirty="0"/>
            <a:t>Platforms</a:t>
          </a:r>
          <a:endParaRPr lang="en-GB" sz="3600" dirty="0"/>
        </a:p>
      </dgm:t>
    </dgm:pt>
    <dgm:pt modelId="{9A7FFCD4-E709-B640-A1A8-91786382AD70}" type="parTrans" cxnId="{8EB460B2-51CB-264A-AB75-4186FE94590F}">
      <dgm:prSet/>
      <dgm:spPr/>
      <dgm:t>
        <a:bodyPr/>
        <a:lstStyle/>
        <a:p>
          <a:endParaRPr lang="en-GB"/>
        </a:p>
      </dgm:t>
    </dgm:pt>
    <dgm:pt modelId="{F8955395-F4EE-7A49-8568-7DBF327F6F41}" type="sibTrans" cxnId="{8EB460B2-51CB-264A-AB75-4186FE94590F}">
      <dgm:prSet/>
      <dgm:spPr/>
      <dgm:t>
        <a:bodyPr/>
        <a:lstStyle/>
        <a:p>
          <a:endParaRPr lang="en-GB"/>
        </a:p>
      </dgm:t>
    </dgm:pt>
    <dgm:pt modelId="{0C255A45-1E23-E441-97E1-E345236F8BA2}">
      <dgm:prSet/>
      <dgm:spPr/>
      <dgm:t>
        <a:bodyPr/>
        <a:lstStyle/>
        <a:p>
          <a:r>
            <a:rPr lang="en-IN" b="0" i="0" u="none" dirty="0"/>
            <a:t>Identify which social media platforms your audience uses most.</a:t>
          </a:r>
          <a:endParaRPr lang="en-GB" dirty="0"/>
        </a:p>
      </dgm:t>
    </dgm:pt>
    <dgm:pt modelId="{F25D68D5-7AEB-7E43-B0F5-CC1E4B3293FA}" type="parTrans" cxnId="{44EEC485-7FE5-8A4E-A9DA-B98E941CF9DB}">
      <dgm:prSet/>
      <dgm:spPr/>
      <dgm:t>
        <a:bodyPr/>
        <a:lstStyle/>
        <a:p>
          <a:endParaRPr lang="en-GB"/>
        </a:p>
      </dgm:t>
    </dgm:pt>
    <dgm:pt modelId="{7DE543CC-F091-9347-B964-F5BEFCCB4144}" type="sibTrans" cxnId="{44EEC485-7FE5-8A4E-A9DA-B98E941CF9DB}">
      <dgm:prSet/>
      <dgm:spPr/>
      <dgm:t>
        <a:bodyPr/>
        <a:lstStyle/>
        <a:p>
          <a:endParaRPr lang="en-GB"/>
        </a:p>
      </dgm:t>
    </dgm:pt>
    <dgm:pt modelId="{53DD693C-34BC-8141-A060-E81AD1B5485D}" type="pres">
      <dgm:prSet presAssocID="{96A5D447-53D4-D946-8642-54DC72923ACE}" presName="Name0" presStyleCnt="0">
        <dgm:presLayoutVars>
          <dgm:chPref val="3"/>
          <dgm:dir/>
          <dgm:animLvl val="lvl"/>
          <dgm:resizeHandles/>
        </dgm:presLayoutVars>
      </dgm:prSet>
      <dgm:spPr/>
    </dgm:pt>
    <dgm:pt modelId="{FC24848A-5D86-144C-A012-61E76BAE6EB9}" type="pres">
      <dgm:prSet presAssocID="{1DB15D3C-30A7-6746-BB8A-2EF732518691}" presName="horFlow" presStyleCnt="0"/>
      <dgm:spPr/>
    </dgm:pt>
    <dgm:pt modelId="{AB8F35AE-0482-3140-9574-7E50E9CC91D5}" type="pres">
      <dgm:prSet presAssocID="{1DB15D3C-30A7-6746-BB8A-2EF732518691}" presName="bigChev" presStyleLbl="node1" presStyleIdx="0" presStyleCnt="4" custScaleX="147843"/>
      <dgm:spPr/>
    </dgm:pt>
    <dgm:pt modelId="{8E2377AD-1107-1040-B18B-59F653FBB5B1}" type="pres">
      <dgm:prSet presAssocID="{85A21C30-D13B-704C-81AE-7182C06E360A}" presName="parTrans" presStyleCnt="0"/>
      <dgm:spPr/>
    </dgm:pt>
    <dgm:pt modelId="{40BA5ECF-D7AA-1747-9B44-8CB9F1035596}" type="pres">
      <dgm:prSet presAssocID="{4DE07911-9155-D846-B103-C481105343AA}" presName="node" presStyleLbl="alignAccFollowNode1" presStyleIdx="0" presStyleCnt="4" custScaleX="391903">
        <dgm:presLayoutVars>
          <dgm:bulletEnabled val="1"/>
        </dgm:presLayoutVars>
      </dgm:prSet>
      <dgm:spPr/>
    </dgm:pt>
    <dgm:pt modelId="{E3EFECA6-222C-AF4D-92F2-E55620000285}" type="pres">
      <dgm:prSet presAssocID="{1DB15D3C-30A7-6746-BB8A-2EF732518691}" presName="vSp" presStyleCnt="0"/>
      <dgm:spPr/>
    </dgm:pt>
    <dgm:pt modelId="{6EF0DAFE-F3C0-C84F-BAC1-2A88E3266AA3}" type="pres">
      <dgm:prSet presAssocID="{9271987E-84A6-2F44-AE9F-23A24686670F}" presName="horFlow" presStyleCnt="0"/>
      <dgm:spPr/>
    </dgm:pt>
    <dgm:pt modelId="{0BF1E616-3C10-7D49-ACFC-94AFA41E16C2}" type="pres">
      <dgm:prSet presAssocID="{9271987E-84A6-2F44-AE9F-23A24686670F}" presName="bigChev" presStyleLbl="node1" presStyleIdx="1" presStyleCnt="4" custScaleX="147843"/>
      <dgm:spPr/>
    </dgm:pt>
    <dgm:pt modelId="{616E5767-65C4-1C40-8149-DFA7969ABF93}" type="pres">
      <dgm:prSet presAssocID="{DE60CD01-E350-C440-826C-F9BE21847527}" presName="parTrans" presStyleCnt="0"/>
      <dgm:spPr/>
    </dgm:pt>
    <dgm:pt modelId="{969A6578-FBEE-9445-BDF8-F946B71A4859}" type="pres">
      <dgm:prSet presAssocID="{1399E7D7-A39B-CC47-BF21-D3C310444323}" presName="node" presStyleLbl="alignAccFollowNode1" presStyleIdx="1" presStyleCnt="4" custScaleX="391903">
        <dgm:presLayoutVars>
          <dgm:bulletEnabled val="1"/>
        </dgm:presLayoutVars>
      </dgm:prSet>
      <dgm:spPr/>
    </dgm:pt>
    <dgm:pt modelId="{AD66821E-6BA6-0144-96A9-E0DAA9F7D7E2}" type="pres">
      <dgm:prSet presAssocID="{9271987E-84A6-2F44-AE9F-23A24686670F}" presName="vSp" presStyleCnt="0"/>
      <dgm:spPr/>
    </dgm:pt>
    <dgm:pt modelId="{C41296D5-EE8F-A845-A502-F57C9F09F44E}" type="pres">
      <dgm:prSet presAssocID="{51CCCB7F-9347-0545-8852-7CD90468F8B2}" presName="horFlow" presStyleCnt="0"/>
      <dgm:spPr/>
    </dgm:pt>
    <dgm:pt modelId="{BB77F516-8C3B-034C-9646-3D72F6150A07}" type="pres">
      <dgm:prSet presAssocID="{51CCCB7F-9347-0545-8852-7CD90468F8B2}" presName="bigChev" presStyleLbl="node1" presStyleIdx="2" presStyleCnt="4" custScaleX="147843"/>
      <dgm:spPr/>
    </dgm:pt>
    <dgm:pt modelId="{02181FCE-C051-914F-B089-5D3B579C1E52}" type="pres">
      <dgm:prSet presAssocID="{B14649A8-FD18-DD43-9BF3-670E4F468CF9}" presName="parTrans" presStyleCnt="0"/>
      <dgm:spPr/>
    </dgm:pt>
    <dgm:pt modelId="{22435F35-C378-E14C-9713-90207D956007}" type="pres">
      <dgm:prSet presAssocID="{3079C7C9-5FA2-9B43-AB4E-9837F5FFE801}" presName="node" presStyleLbl="alignAccFollowNode1" presStyleIdx="2" presStyleCnt="4" custScaleX="391903">
        <dgm:presLayoutVars>
          <dgm:bulletEnabled val="1"/>
        </dgm:presLayoutVars>
      </dgm:prSet>
      <dgm:spPr/>
    </dgm:pt>
    <dgm:pt modelId="{B5A66989-60A2-A74C-A11B-15B5F606FB1A}" type="pres">
      <dgm:prSet presAssocID="{51CCCB7F-9347-0545-8852-7CD90468F8B2}" presName="vSp" presStyleCnt="0"/>
      <dgm:spPr/>
    </dgm:pt>
    <dgm:pt modelId="{8882928A-5BA7-A241-8CDD-FA3AB7B88B4E}" type="pres">
      <dgm:prSet presAssocID="{AA8C2ED8-926E-AD4F-9B02-E32650245033}" presName="horFlow" presStyleCnt="0"/>
      <dgm:spPr/>
    </dgm:pt>
    <dgm:pt modelId="{00507214-5BA2-3649-AE74-104C9D3750D3}" type="pres">
      <dgm:prSet presAssocID="{AA8C2ED8-926E-AD4F-9B02-E32650245033}" presName="bigChev" presStyleLbl="node1" presStyleIdx="3" presStyleCnt="4" custScaleX="147843"/>
      <dgm:spPr/>
    </dgm:pt>
    <dgm:pt modelId="{DB36331D-0DA7-174E-91AB-AA269D007505}" type="pres">
      <dgm:prSet presAssocID="{F25D68D5-7AEB-7E43-B0F5-CC1E4B3293FA}" presName="parTrans" presStyleCnt="0"/>
      <dgm:spPr/>
    </dgm:pt>
    <dgm:pt modelId="{5B370A29-2DE8-D24C-9C41-592962F69D3C}" type="pres">
      <dgm:prSet presAssocID="{0C255A45-1E23-E441-97E1-E345236F8BA2}" presName="node" presStyleLbl="alignAccFollowNode1" presStyleIdx="3" presStyleCnt="4" custScaleX="391903">
        <dgm:presLayoutVars>
          <dgm:bulletEnabled val="1"/>
        </dgm:presLayoutVars>
      </dgm:prSet>
      <dgm:spPr/>
    </dgm:pt>
  </dgm:ptLst>
  <dgm:cxnLst>
    <dgm:cxn modelId="{9E025025-0ED5-3F43-8E8E-B7AD098F08C5}" srcId="{9271987E-84A6-2F44-AE9F-23A24686670F}" destId="{1399E7D7-A39B-CC47-BF21-D3C310444323}" srcOrd="0" destOrd="0" parTransId="{DE60CD01-E350-C440-826C-F9BE21847527}" sibTransId="{5523D2B6-5E1C-3F48-A9E7-186FEA704B4E}"/>
    <dgm:cxn modelId="{9046832F-DA09-4E4D-B967-8A0DB5ACEA6F}" type="presOf" srcId="{AA8C2ED8-926E-AD4F-9B02-E32650245033}" destId="{00507214-5BA2-3649-AE74-104C9D3750D3}" srcOrd="0" destOrd="0" presId="urn:microsoft.com/office/officeart/2005/8/layout/lProcess3"/>
    <dgm:cxn modelId="{C5D3D137-042D-1F4D-9993-FEB61EBCF598}" type="presOf" srcId="{96A5D447-53D4-D946-8642-54DC72923ACE}" destId="{53DD693C-34BC-8141-A060-E81AD1B5485D}" srcOrd="0" destOrd="0" presId="urn:microsoft.com/office/officeart/2005/8/layout/lProcess3"/>
    <dgm:cxn modelId="{80C6FA5F-F38A-9045-8FE5-6CDAFA6B4603}" srcId="{96A5D447-53D4-D946-8642-54DC72923ACE}" destId="{9271987E-84A6-2F44-AE9F-23A24686670F}" srcOrd="1" destOrd="0" parTransId="{673D1BE9-5BE2-E145-AF4A-51453F8031F7}" sibTransId="{45B90491-A11A-5D4F-89B4-F9867B784535}"/>
    <dgm:cxn modelId="{8DCB4461-2AAE-E24E-86B8-B357ECDFA3C6}" type="presOf" srcId="{0C255A45-1E23-E441-97E1-E345236F8BA2}" destId="{5B370A29-2DE8-D24C-9C41-592962F69D3C}" srcOrd="0" destOrd="0" presId="urn:microsoft.com/office/officeart/2005/8/layout/lProcess3"/>
    <dgm:cxn modelId="{3D083444-A698-854E-88B5-7BD2BB621C78}" srcId="{96A5D447-53D4-D946-8642-54DC72923ACE}" destId="{51CCCB7F-9347-0545-8852-7CD90468F8B2}" srcOrd="2" destOrd="0" parTransId="{BC05D589-478C-B146-9800-0E0C4F877ADC}" sibTransId="{5151A021-4E66-3847-98BA-A789AB70D2ED}"/>
    <dgm:cxn modelId="{90487A52-618C-ED44-8976-59C1254C7894}" srcId="{96A5D447-53D4-D946-8642-54DC72923ACE}" destId="{1DB15D3C-30A7-6746-BB8A-2EF732518691}" srcOrd="0" destOrd="0" parTransId="{02B0FA5F-7A7C-074B-BE4A-1CB1FD472C26}" sibTransId="{628C47B1-583A-844C-B0FA-DDE7D946BA23}"/>
    <dgm:cxn modelId="{E56B8C54-880B-F147-8F96-96E790B13E3F}" type="presOf" srcId="{1399E7D7-A39B-CC47-BF21-D3C310444323}" destId="{969A6578-FBEE-9445-BDF8-F946B71A4859}" srcOrd="0" destOrd="0" presId="urn:microsoft.com/office/officeart/2005/8/layout/lProcess3"/>
    <dgm:cxn modelId="{800DC175-997C-0943-9831-69E9A7447706}" type="presOf" srcId="{9271987E-84A6-2F44-AE9F-23A24686670F}" destId="{0BF1E616-3C10-7D49-ACFC-94AFA41E16C2}" srcOrd="0" destOrd="0" presId="urn:microsoft.com/office/officeart/2005/8/layout/lProcess3"/>
    <dgm:cxn modelId="{6438BC7D-F41B-A54D-BB8E-037C32648FED}" type="presOf" srcId="{4DE07911-9155-D846-B103-C481105343AA}" destId="{40BA5ECF-D7AA-1747-9B44-8CB9F1035596}" srcOrd="0" destOrd="0" presId="urn:microsoft.com/office/officeart/2005/8/layout/lProcess3"/>
    <dgm:cxn modelId="{44EEC485-7FE5-8A4E-A9DA-B98E941CF9DB}" srcId="{AA8C2ED8-926E-AD4F-9B02-E32650245033}" destId="{0C255A45-1E23-E441-97E1-E345236F8BA2}" srcOrd="0" destOrd="0" parTransId="{F25D68D5-7AEB-7E43-B0F5-CC1E4B3293FA}" sibTransId="{7DE543CC-F091-9347-B964-F5BEFCCB4144}"/>
    <dgm:cxn modelId="{EA6E2C9D-D4DE-9147-91DE-454FE36275D8}" srcId="{1DB15D3C-30A7-6746-BB8A-2EF732518691}" destId="{4DE07911-9155-D846-B103-C481105343AA}" srcOrd="0" destOrd="0" parTransId="{85A21C30-D13B-704C-81AE-7182C06E360A}" sibTransId="{D0B6A806-011D-3F44-93C4-8147452C711C}"/>
    <dgm:cxn modelId="{8EB460B2-51CB-264A-AB75-4186FE94590F}" srcId="{96A5D447-53D4-D946-8642-54DC72923ACE}" destId="{AA8C2ED8-926E-AD4F-9B02-E32650245033}" srcOrd="3" destOrd="0" parTransId="{9A7FFCD4-E709-B640-A1A8-91786382AD70}" sibTransId="{F8955395-F4EE-7A49-8568-7DBF327F6F41}"/>
    <dgm:cxn modelId="{09DD00D4-1183-1A46-B942-266B10F2126D}" type="presOf" srcId="{3079C7C9-5FA2-9B43-AB4E-9837F5FFE801}" destId="{22435F35-C378-E14C-9713-90207D956007}" srcOrd="0" destOrd="0" presId="urn:microsoft.com/office/officeart/2005/8/layout/lProcess3"/>
    <dgm:cxn modelId="{586323EC-33CA-584D-B37E-23F4D5D98561}" type="presOf" srcId="{1DB15D3C-30A7-6746-BB8A-2EF732518691}" destId="{AB8F35AE-0482-3140-9574-7E50E9CC91D5}" srcOrd="0" destOrd="0" presId="urn:microsoft.com/office/officeart/2005/8/layout/lProcess3"/>
    <dgm:cxn modelId="{A9094DF4-6BA8-6845-BF66-DFBADF8E0D82}" srcId="{51CCCB7F-9347-0545-8852-7CD90468F8B2}" destId="{3079C7C9-5FA2-9B43-AB4E-9837F5FFE801}" srcOrd="0" destOrd="0" parTransId="{B14649A8-FD18-DD43-9BF3-670E4F468CF9}" sibTransId="{77E3F295-4CBD-8F4C-96AE-9702EB027A3E}"/>
    <dgm:cxn modelId="{2103D8FD-0A8C-F24B-A780-09E5B6AF55D6}" type="presOf" srcId="{51CCCB7F-9347-0545-8852-7CD90468F8B2}" destId="{BB77F516-8C3B-034C-9646-3D72F6150A07}" srcOrd="0" destOrd="0" presId="urn:microsoft.com/office/officeart/2005/8/layout/lProcess3"/>
    <dgm:cxn modelId="{9C9D5243-1972-0F49-B2B4-E26619F58B73}" type="presParOf" srcId="{53DD693C-34BC-8141-A060-E81AD1B5485D}" destId="{FC24848A-5D86-144C-A012-61E76BAE6EB9}" srcOrd="0" destOrd="0" presId="urn:microsoft.com/office/officeart/2005/8/layout/lProcess3"/>
    <dgm:cxn modelId="{C2E686FC-A0D7-044C-A080-F64391EF8160}" type="presParOf" srcId="{FC24848A-5D86-144C-A012-61E76BAE6EB9}" destId="{AB8F35AE-0482-3140-9574-7E50E9CC91D5}" srcOrd="0" destOrd="0" presId="urn:microsoft.com/office/officeart/2005/8/layout/lProcess3"/>
    <dgm:cxn modelId="{F9B1DAE9-D87A-204F-8B4A-AE5FED78BE7E}" type="presParOf" srcId="{FC24848A-5D86-144C-A012-61E76BAE6EB9}" destId="{8E2377AD-1107-1040-B18B-59F653FBB5B1}" srcOrd="1" destOrd="0" presId="urn:microsoft.com/office/officeart/2005/8/layout/lProcess3"/>
    <dgm:cxn modelId="{DEEA4893-2CF1-A14A-96D9-F129B56077E9}" type="presParOf" srcId="{FC24848A-5D86-144C-A012-61E76BAE6EB9}" destId="{40BA5ECF-D7AA-1747-9B44-8CB9F1035596}" srcOrd="2" destOrd="0" presId="urn:microsoft.com/office/officeart/2005/8/layout/lProcess3"/>
    <dgm:cxn modelId="{B5490AF4-6139-8C42-84B0-7708E11975CC}" type="presParOf" srcId="{53DD693C-34BC-8141-A060-E81AD1B5485D}" destId="{E3EFECA6-222C-AF4D-92F2-E55620000285}" srcOrd="1" destOrd="0" presId="urn:microsoft.com/office/officeart/2005/8/layout/lProcess3"/>
    <dgm:cxn modelId="{65C90F51-A443-904D-BFAF-B78C03B4CC96}" type="presParOf" srcId="{53DD693C-34BC-8141-A060-E81AD1B5485D}" destId="{6EF0DAFE-F3C0-C84F-BAC1-2A88E3266AA3}" srcOrd="2" destOrd="0" presId="urn:microsoft.com/office/officeart/2005/8/layout/lProcess3"/>
    <dgm:cxn modelId="{1E49AEAB-70EE-C348-9CD0-D438E1A8B026}" type="presParOf" srcId="{6EF0DAFE-F3C0-C84F-BAC1-2A88E3266AA3}" destId="{0BF1E616-3C10-7D49-ACFC-94AFA41E16C2}" srcOrd="0" destOrd="0" presId="urn:microsoft.com/office/officeart/2005/8/layout/lProcess3"/>
    <dgm:cxn modelId="{3BC84D72-5DFC-5143-93B8-ADDD84422BAC}" type="presParOf" srcId="{6EF0DAFE-F3C0-C84F-BAC1-2A88E3266AA3}" destId="{616E5767-65C4-1C40-8149-DFA7969ABF93}" srcOrd="1" destOrd="0" presId="urn:microsoft.com/office/officeart/2005/8/layout/lProcess3"/>
    <dgm:cxn modelId="{B054EB3B-A619-BD40-9082-5DD995556681}" type="presParOf" srcId="{6EF0DAFE-F3C0-C84F-BAC1-2A88E3266AA3}" destId="{969A6578-FBEE-9445-BDF8-F946B71A4859}" srcOrd="2" destOrd="0" presId="urn:microsoft.com/office/officeart/2005/8/layout/lProcess3"/>
    <dgm:cxn modelId="{283A9EFB-A312-2243-A16A-E0947FD0B7CB}" type="presParOf" srcId="{53DD693C-34BC-8141-A060-E81AD1B5485D}" destId="{AD66821E-6BA6-0144-96A9-E0DAA9F7D7E2}" srcOrd="3" destOrd="0" presId="urn:microsoft.com/office/officeart/2005/8/layout/lProcess3"/>
    <dgm:cxn modelId="{D05FF98D-6489-1348-AAF3-F30635421092}" type="presParOf" srcId="{53DD693C-34BC-8141-A060-E81AD1B5485D}" destId="{C41296D5-EE8F-A845-A502-F57C9F09F44E}" srcOrd="4" destOrd="0" presId="urn:microsoft.com/office/officeart/2005/8/layout/lProcess3"/>
    <dgm:cxn modelId="{DC08CA77-E959-834C-948F-26082513CE91}" type="presParOf" srcId="{C41296D5-EE8F-A845-A502-F57C9F09F44E}" destId="{BB77F516-8C3B-034C-9646-3D72F6150A07}" srcOrd="0" destOrd="0" presId="urn:microsoft.com/office/officeart/2005/8/layout/lProcess3"/>
    <dgm:cxn modelId="{0C62A5F1-DDC6-2E48-B6FB-DA12A1987CBB}" type="presParOf" srcId="{C41296D5-EE8F-A845-A502-F57C9F09F44E}" destId="{02181FCE-C051-914F-B089-5D3B579C1E52}" srcOrd="1" destOrd="0" presId="urn:microsoft.com/office/officeart/2005/8/layout/lProcess3"/>
    <dgm:cxn modelId="{D796ED18-5CD6-A04A-9A5A-CA2CD0A342C0}" type="presParOf" srcId="{C41296D5-EE8F-A845-A502-F57C9F09F44E}" destId="{22435F35-C378-E14C-9713-90207D956007}" srcOrd="2" destOrd="0" presId="urn:microsoft.com/office/officeart/2005/8/layout/lProcess3"/>
    <dgm:cxn modelId="{3D4DB2E4-36E5-E644-972F-2D1F72D2E40A}" type="presParOf" srcId="{53DD693C-34BC-8141-A060-E81AD1B5485D}" destId="{B5A66989-60A2-A74C-A11B-15B5F606FB1A}" srcOrd="5" destOrd="0" presId="urn:microsoft.com/office/officeart/2005/8/layout/lProcess3"/>
    <dgm:cxn modelId="{C777371D-275F-3449-979E-74D9DF3E67CE}" type="presParOf" srcId="{53DD693C-34BC-8141-A060-E81AD1B5485D}" destId="{8882928A-5BA7-A241-8CDD-FA3AB7B88B4E}" srcOrd="6" destOrd="0" presId="urn:microsoft.com/office/officeart/2005/8/layout/lProcess3"/>
    <dgm:cxn modelId="{E79F18BB-2283-F34E-809F-69862EEE83D5}" type="presParOf" srcId="{8882928A-5BA7-A241-8CDD-FA3AB7B88B4E}" destId="{00507214-5BA2-3649-AE74-104C9D3750D3}" srcOrd="0" destOrd="0" presId="urn:microsoft.com/office/officeart/2005/8/layout/lProcess3"/>
    <dgm:cxn modelId="{22027DF4-6C33-0542-8484-C50E0A6883FF}" type="presParOf" srcId="{8882928A-5BA7-A241-8CDD-FA3AB7B88B4E}" destId="{DB36331D-0DA7-174E-91AB-AA269D007505}" srcOrd="1" destOrd="0" presId="urn:microsoft.com/office/officeart/2005/8/layout/lProcess3"/>
    <dgm:cxn modelId="{2466E2B4-926C-374C-B45E-4D867C38DBB4}" type="presParOf" srcId="{8882928A-5BA7-A241-8CDD-FA3AB7B88B4E}" destId="{5B370A29-2DE8-D24C-9C41-592962F69D3C}" srcOrd="2"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6A5D447-53D4-D946-8642-54DC72923ACE}" type="doc">
      <dgm:prSet loTypeId="urn:microsoft.com/office/officeart/2005/8/layout/lProcess3" loCatId="" qsTypeId="urn:microsoft.com/office/officeart/2005/8/quickstyle/simple1" qsCatId="simple" csTypeId="urn:microsoft.com/office/officeart/2005/8/colors/colorful1" csCatId="colorful" phldr="1"/>
      <dgm:spPr/>
      <dgm:t>
        <a:bodyPr/>
        <a:lstStyle/>
        <a:p>
          <a:endParaRPr lang="en-GB"/>
        </a:p>
      </dgm:t>
    </dgm:pt>
    <dgm:pt modelId="{1DB15D3C-30A7-6746-BB8A-2EF732518691}">
      <dgm:prSet phldrT="[Text]" custT="1"/>
      <dgm:spPr/>
      <dgm:t>
        <a:bodyPr/>
        <a:lstStyle/>
        <a:p>
          <a:r>
            <a:rPr lang="en-IN" sz="2800" b="1" i="0" u="none" dirty="0"/>
            <a:t>Identify Competitors</a:t>
          </a:r>
          <a:endParaRPr lang="en-GB" sz="2800" dirty="0"/>
        </a:p>
      </dgm:t>
    </dgm:pt>
    <dgm:pt modelId="{02B0FA5F-7A7C-074B-BE4A-1CB1FD472C26}" type="parTrans" cxnId="{90487A52-618C-ED44-8976-59C1254C7894}">
      <dgm:prSet/>
      <dgm:spPr/>
      <dgm:t>
        <a:bodyPr/>
        <a:lstStyle/>
        <a:p>
          <a:endParaRPr lang="en-GB"/>
        </a:p>
      </dgm:t>
    </dgm:pt>
    <dgm:pt modelId="{628C47B1-583A-844C-B0FA-DDE7D946BA23}" type="sibTrans" cxnId="{90487A52-618C-ED44-8976-59C1254C7894}">
      <dgm:prSet/>
      <dgm:spPr/>
      <dgm:t>
        <a:bodyPr/>
        <a:lstStyle/>
        <a:p>
          <a:endParaRPr lang="en-GB"/>
        </a:p>
      </dgm:t>
    </dgm:pt>
    <dgm:pt modelId="{4DE07911-9155-D846-B103-C481105343AA}">
      <dgm:prSet phldrT="[Text]"/>
      <dgm:spPr/>
      <dgm:t>
        <a:bodyPr/>
        <a:lstStyle/>
        <a:p>
          <a:r>
            <a:rPr lang="en-IN" b="0" i="0" u="none" dirty="0"/>
            <a:t>Look at who your competitors are on social media.</a:t>
          </a:r>
          <a:endParaRPr lang="en-GB" dirty="0"/>
        </a:p>
      </dgm:t>
    </dgm:pt>
    <dgm:pt modelId="{85A21C30-D13B-704C-81AE-7182C06E360A}" type="parTrans" cxnId="{EA6E2C9D-D4DE-9147-91DE-454FE36275D8}">
      <dgm:prSet/>
      <dgm:spPr/>
      <dgm:t>
        <a:bodyPr/>
        <a:lstStyle/>
        <a:p>
          <a:endParaRPr lang="en-GB"/>
        </a:p>
      </dgm:t>
    </dgm:pt>
    <dgm:pt modelId="{D0B6A806-011D-3F44-93C4-8147452C711C}" type="sibTrans" cxnId="{EA6E2C9D-D4DE-9147-91DE-454FE36275D8}">
      <dgm:prSet/>
      <dgm:spPr/>
      <dgm:t>
        <a:bodyPr/>
        <a:lstStyle/>
        <a:p>
          <a:endParaRPr lang="en-GB"/>
        </a:p>
      </dgm:t>
    </dgm:pt>
    <dgm:pt modelId="{9271987E-84A6-2F44-AE9F-23A24686670F}">
      <dgm:prSet phldrT="[Text]" custT="1"/>
      <dgm:spPr/>
      <dgm:t>
        <a:bodyPr/>
        <a:lstStyle/>
        <a:p>
          <a:r>
            <a:rPr lang="en-IN" sz="2800" b="1" i="0" u="none" dirty="0"/>
            <a:t>Analyse Their Strategies</a:t>
          </a:r>
          <a:endParaRPr lang="en-GB" sz="2800" dirty="0"/>
        </a:p>
      </dgm:t>
    </dgm:pt>
    <dgm:pt modelId="{673D1BE9-5BE2-E145-AF4A-51453F8031F7}" type="parTrans" cxnId="{80C6FA5F-F38A-9045-8FE5-6CDAFA6B4603}">
      <dgm:prSet/>
      <dgm:spPr/>
      <dgm:t>
        <a:bodyPr/>
        <a:lstStyle/>
        <a:p>
          <a:endParaRPr lang="en-GB"/>
        </a:p>
      </dgm:t>
    </dgm:pt>
    <dgm:pt modelId="{45B90491-A11A-5D4F-89B4-F9867B784535}" type="sibTrans" cxnId="{80C6FA5F-F38A-9045-8FE5-6CDAFA6B4603}">
      <dgm:prSet/>
      <dgm:spPr/>
      <dgm:t>
        <a:bodyPr/>
        <a:lstStyle/>
        <a:p>
          <a:endParaRPr lang="en-GB"/>
        </a:p>
      </dgm:t>
    </dgm:pt>
    <dgm:pt modelId="{1399E7D7-A39B-CC47-BF21-D3C310444323}">
      <dgm:prSet phldrT="[Text]"/>
      <dgm:spPr/>
      <dgm:t>
        <a:bodyPr/>
        <a:lstStyle/>
        <a:p>
          <a:r>
            <a:rPr lang="en-IN" b="0" i="0" u="none" dirty="0"/>
            <a:t>Examine their content, engagement, and tactics.</a:t>
          </a:r>
          <a:endParaRPr lang="en-GB" dirty="0"/>
        </a:p>
      </dgm:t>
    </dgm:pt>
    <dgm:pt modelId="{DE60CD01-E350-C440-826C-F9BE21847527}" type="parTrans" cxnId="{9E025025-0ED5-3F43-8E8E-B7AD098F08C5}">
      <dgm:prSet/>
      <dgm:spPr/>
      <dgm:t>
        <a:bodyPr/>
        <a:lstStyle/>
        <a:p>
          <a:endParaRPr lang="en-GB"/>
        </a:p>
      </dgm:t>
    </dgm:pt>
    <dgm:pt modelId="{5523D2B6-5E1C-3F48-A9E7-186FEA704B4E}" type="sibTrans" cxnId="{9E025025-0ED5-3F43-8E8E-B7AD098F08C5}">
      <dgm:prSet/>
      <dgm:spPr/>
      <dgm:t>
        <a:bodyPr/>
        <a:lstStyle/>
        <a:p>
          <a:endParaRPr lang="en-GB"/>
        </a:p>
      </dgm:t>
    </dgm:pt>
    <dgm:pt modelId="{51CCCB7F-9347-0545-8852-7CD90468F8B2}">
      <dgm:prSet phldrT="[Text]" custT="1"/>
      <dgm:spPr/>
      <dgm:t>
        <a:bodyPr/>
        <a:lstStyle/>
        <a:p>
          <a:r>
            <a:rPr lang="en-IN" sz="2800" b="1" i="0" u="none" dirty="0"/>
            <a:t>Find Gaps</a:t>
          </a:r>
          <a:endParaRPr lang="en-GB" sz="3200" dirty="0"/>
        </a:p>
      </dgm:t>
    </dgm:pt>
    <dgm:pt modelId="{BC05D589-478C-B146-9800-0E0C4F877ADC}" type="parTrans" cxnId="{3D083444-A698-854E-88B5-7BD2BB621C78}">
      <dgm:prSet/>
      <dgm:spPr/>
      <dgm:t>
        <a:bodyPr/>
        <a:lstStyle/>
        <a:p>
          <a:endParaRPr lang="en-GB"/>
        </a:p>
      </dgm:t>
    </dgm:pt>
    <dgm:pt modelId="{5151A021-4E66-3847-98BA-A789AB70D2ED}" type="sibTrans" cxnId="{3D083444-A698-854E-88B5-7BD2BB621C78}">
      <dgm:prSet/>
      <dgm:spPr/>
      <dgm:t>
        <a:bodyPr/>
        <a:lstStyle/>
        <a:p>
          <a:endParaRPr lang="en-GB"/>
        </a:p>
      </dgm:t>
    </dgm:pt>
    <dgm:pt modelId="{3079C7C9-5FA2-9B43-AB4E-9837F5FFE801}">
      <dgm:prSet phldrT="[Text]"/>
      <dgm:spPr/>
      <dgm:t>
        <a:bodyPr/>
        <a:lstStyle/>
        <a:p>
          <a:r>
            <a:rPr lang="en-IN" b="0" i="0" u="none" dirty="0"/>
            <a:t>Identify opportunities where you can differentiate yourself.</a:t>
          </a:r>
          <a:endParaRPr lang="en-GB" dirty="0"/>
        </a:p>
      </dgm:t>
    </dgm:pt>
    <dgm:pt modelId="{B14649A8-FD18-DD43-9BF3-670E4F468CF9}" type="parTrans" cxnId="{A9094DF4-6BA8-6845-BF66-DFBADF8E0D82}">
      <dgm:prSet/>
      <dgm:spPr/>
      <dgm:t>
        <a:bodyPr/>
        <a:lstStyle/>
        <a:p>
          <a:endParaRPr lang="en-GB"/>
        </a:p>
      </dgm:t>
    </dgm:pt>
    <dgm:pt modelId="{77E3F295-4CBD-8F4C-96AE-9702EB027A3E}" type="sibTrans" cxnId="{A9094DF4-6BA8-6845-BF66-DFBADF8E0D82}">
      <dgm:prSet/>
      <dgm:spPr/>
      <dgm:t>
        <a:bodyPr/>
        <a:lstStyle/>
        <a:p>
          <a:endParaRPr lang="en-GB"/>
        </a:p>
      </dgm:t>
    </dgm:pt>
    <dgm:pt modelId="{53DD693C-34BC-8141-A060-E81AD1B5485D}" type="pres">
      <dgm:prSet presAssocID="{96A5D447-53D4-D946-8642-54DC72923ACE}" presName="Name0" presStyleCnt="0">
        <dgm:presLayoutVars>
          <dgm:chPref val="3"/>
          <dgm:dir/>
          <dgm:animLvl val="lvl"/>
          <dgm:resizeHandles/>
        </dgm:presLayoutVars>
      </dgm:prSet>
      <dgm:spPr/>
    </dgm:pt>
    <dgm:pt modelId="{FC24848A-5D86-144C-A012-61E76BAE6EB9}" type="pres">
      <dgm:prSet presAssocID="{1DB15D3C-30A7-6746-BB8A-2EF732518691}" presName="horFlow" presStyleCnt="0"/>
      <dgm:spPr/>
    </dgm:pt>
    <dgm:pt modelId="{AB8F35AE-0482-3140-9574-7E50E9CC91D5}" type="pres">
      <dgm:prSet presAssocID="{1DB15D3C-30A7-6746-BB8A-2EF732518691}" presName="bigChev" presStyleLbl="node1" presStyleIdx="0" presStyleCnt="3" custScaleX="147843"/>
      <dgm:spPr/>
    </dgm:pt>
    <dgm:pt modelId="{8E2377AD-1107-1040-B18B-59F653FBB5B1}" type="pres">
      <dgm:prSet presAssocID="{85A21C30-D13B-704C-81AE-7182C06E360A}" presName="parTrans" presStyleCnt="0"/>
      <dgm:spPr/>
    </dgm:pt>
    <dgm:pt modelId="{40BA5ECF-D7AA-1747-9B44-8CB9F1035596}" type="pres">
      <dgm:prSet presAssocID="{4DE07911-9155-D846-B103-C481105343AA}" presName="node" presStyleLbl="alignAccFollowNode1" presStyleIdx="0" presStyleCnt="3" custScaleX="391903">
        <dgm:presLayoutVars>
          <dgm:bulletEnabled val="1"/>
        </dgm:presLayoutVars>
      </dgm:prSet>
      <dgm:spPr/>
    </dgm:pt>
    <dgm:pt modelId="{E3EFECA6-222C-AF4D-92F2-E55620000285}" type="pres">
      <dgm:prSet presAssocID="{1DB15D3C-30A7-6746-BB8A-2EF732518691}" presName="vSp" presStyleCnt="0"/>
      <dgm:spPr/>
    </dgm:pt>
    <dgm:pt modelId="{6EF0DAFE-F3C0-C84F-BAC1-2A88E3266AA3}" type="pres">
      <dgm:prSet presAssocID="{9271987E-84A6-2F44-AE9F-23A24686670F}" presName="horFlow" presStyleCnt="0"/>
      <dgm:spPr/>
    </dgm:pt>
    <dgm:pt modelId="{0BF1E616-3C10-7D49-ACFC-94AFA41E16C2}" type="pres">
      <dgm:prSet presAssocID="{9271987E-84A6-2F44-AE9F-23A24686670F}" presName="bigChev" presStyleLbl="node1" presStyleIdx="1" presStyleCnt="3" custScaleX="147843"/>
      <dgm:spPr/>
    </dgm:pt>
    <dgm:pt modelId="{616E5767-65C4-1C40-8149-DFA7969ABF93}" type="pres">
      <dgm:prSet presAssocID="{DE60CD01-E350-C440-826C-F9BE21847527}" presName="parTrans" presStyleCnt="0"/>
      <dgm:spPr/>
    </dgm:pt>
    <dgm:pt modelId="{969A6578-FBEE-9445-BDF8-F946B71A4859}" type="pres">
      <dgm:prSet presAssocID="{1399E7D7-A39B-CC47-BF21-D3C310444323}" presName="node" presStyleLbl="alignAccFollowNode1" presStyleIdx="1" presStyleCnt="3" custScaleX="391903">
        <dgm:presLayoutVars>
          <dgm:bulletEnabled val="1"/>
        </dgm:presLayoutVars>
      </dgm:prSet>
      <dgm:spPr/>
    </dgm:pt>
    <dgm:pt modelId="{AD66821E-6BA6-0144-96A9-E0DAA9F7D7E2}" type="pres">
      <dgm:prSet presAssocID="{9271987E-84A6-2F44-AE9F-23A24686670F}" presName="vSp" presStyleCnt="0"/>
      <dgm:spPr/>
    </dgm:pt>
    <dgm:pt modelId="{C41296D5-EE8F-A845-A502-F57C9F09F44E}" type="pres">
      <dgm:prSet presAssocID="{51CCCB7F-9347-0545-8852-7CD90468F8B2}" presName="horFlow" presStyleCnt="0"/>
      <dgm:spPr/>
    </dgm:pt>
    <dgm:pt modelId="{BB77F516-8C3B-034C-9646-3D72F6150A07}" type="pres">
      <dgm:prSet presAssocID="{51CCCB7F-9347-0545-8852-7CD90468F8B2}" presName="bigChev" presStyleLbl="node1" presStyleIdx="2" presStyleCnt="3" custScaleX="147843"/>
      <dgm:spPr/>
    </dgm:pt>
    <dgm:pt modelId="{02181FCE-C051-914F-B089-5D3B579C1E52}" type="pres">
      <dgm:prSet presAssocID="{B14649A8-FD18-DD43-9BF3-670E4F468CF9}" presName="parTrans" presStyleCnt="0"/>
      <dgm:spPr/>
    </dgm:pt>
    <dgm:pt modelId="{22435F35-C378-E14C-9713-90207D956007}" type="pres">
      <dgm:prSet presAssocID="{3079C7C9-5FA2-9B43-AB4E-9837F5FFE801}" presName="node" presStyleLbl="alignAccFollowNode1" presStyleIdx="2" presStyleCnt="3" custScaleX="391903">
        <dgm:presLayoutVars>
          <dgm:bulletEnabled val="1"/>
        </dgm:presLayoutVars>
      </dgm:prSet>
      <dgm:spPr/>
    </dgm:pt>
  </dgm:ptLst>
  <dgm:cxnLst>
    <dgm:cxn modelId="{9E025025-0ED5-3F43-8E8E-B7AD098F08C5}" srcId="{9271987E-84A6-2F44-AE9F-23A24686670F}" destId="{1399E7D7-A39B-CC47-BF21-D3C310444323}" srcOrd="0" destOrd="0" parTransId="{DE60CD01-E350-C440-826C-F9BE21847527}" sibTransId="{5523D2B6-5E1C-3F48-A9E7-186FEA704B4E}"/>
    <dgm:cxn modelId="{C5D3D137-042D-1F4D-9993-FEB61EBCF598}" type="presOf" srcId="{96A5D447-53D4-D946-8642-54DC72923ACE}" destId="{53DD693C-34BC-8141-A060-E81AD1B5485D}" srcOrd="0" destOrd="0" presId="urn:microsoft.com/office/officeart/2005/8/layout/lProcess3"/>
    <dgm:cxn modelId="{80C6FA5F-F38A-9045-8FE5-6CDAFA6B4603}" srcId="{96A5D447-53D4-D946-8642-54DC72923ACE}" destId="{9271987E-84A6-2F44-AE9F-23A24686670F}" srcOrd="1" destOrd="0" parTransId="{673D1BE9-5BE2-E145-AF4A-51453F8031F7}" sibTransId="{45B90491-A11A-5D4F-89B4-F9867B784535}"/>
    <dgm:cxn modelId="{3D083444-A698-854E-88B5-7BD2BB621C78}" srcId="{96A5D447-53D4-D946-8642-54DC72923ACE}" destId="{51CCCB7F-9347-0545-8852-7CD90468F8B2}" srcOrd="2" destOrd="0" parTransId="{BC05D589-478C-B146-9800-0E0C4F877ADC}" sibTransId="{5151A021-4E66-3847-98BA-A789AB70D2ED}"/>
    <dgm:cxn modelId="{90487A52-618C-ED44-8976-59C1254C7894}" srcId="{96A5D447-53D4-D946-8642-54DC72923ACE}" destId="{1DB15D3C-30A7-6746-BB8A-2EF732518691}" srcOrd="0" destOrd="0" parTransId="{02B0FA5F-7A7C-074B-BE4A-1CB1FD472C26}" sibTransId="{628C47B1-583A-844C-B0FA-DDE7D946BA23}"/>
    <dgm:cxn modelId="{E56B8C54-880B-F147-8F96-96E790B13E3F}" type="presOf" srcId="{1399E7D7-A39B-CC47-BF21-D3C310444323}" destId="{969A6578-FBEE-9445-BDF8-F946B71A4859}" srcOrd="0" destOrd="0" presId="urn:microsoft.com/office/officeart/2005/8/layout/lProcess3"/>
    <dgm:cxn modelId="{800DC175-997C-0943-9831-69E9A7447706}" type="presOf" srcId="{9271987E-84A6-2F44-AE9F-23A24686670F}" destId="{0BF1E616-3C10-7D49-ACFC-94AFA41E16C2}" srcOrd="0" destOrd="0" presId="urn:microsoft.com/office/officeart/2005/8/layout/lProcess3"/>
    <dgm:cxn modelId="{6438BC7D-F41B-A54D-BB8E-037C32648FED}" type="presOf" srcId="{4DE07911-9155-D846-B103-C481105343AA}" destId="{40BA5ECF-D7AA-1747-9B44-8CB9F1035596}" srcOrd="0" destOrd="0" presId="urn:microsoft.com/office/officeart/2005/8/layout/lProcess3"/>
    <dgm:cxn modelId="{EA6E2C9D-D4DE-9147-91DE-454FE36275D8}" srcId="{1DB15D3C-30A7-6746-BB8A-2EF732518691}" destId="{4DE07911-9155-D846-B103-C481105343AA}" srcOrd="0" destOrd="0" parTransId="{85A21C30-D13B-704C-81AE-7182C06E360A}" sibTransId="{D0B6A806-011D-3F44-93C4-8147452C711C}"/>
    <dgm:cxn modelId="{09DD00D4-1183-1A46-B942-266B10F2126D}" type="presOf" srcId="{3079C7C9-5FA2-9B43-AB4E-9837F5FFE801}" destId="{22435F35-C378-E14C-9713-90207D956007}" srcOrd="0" destOrd="0" presId="urn:microsoft.com/office/officeart/2005/8/layout/lProcess3"/>
    <dgm:cxn modelId="{586323EC-33CA-584D-B37E-23F4D5D98561}" type="presOf" srcId="{1DB15D3C-30A7-6746-BB8A-2EF732518691}" destId="{AB8F35AE-0482-3140-9574-7E50E9CC91D5}" srcOrd="0" destOrd="0" presId="urn:microsoft.com/office/officeart/2005/8/layout/lProcess3"/>
    <dgm:cxn modelId="{A9094DF4-6BA8-6845-BF66-DFBADF8E0D82}" srcId="{51CCCB7F-9347-0545-8852-7CD90468F8B2}" destId="{3079C7C9-5FA2-9B43-AB4E-9837F5FFE801}" srcOrd="0" destOrd="0" parTransId="{B14649A8-FD18-DD43-9BF3-670E4F468CF9}" sibTransId="{77E3F295-4CBD-8F4C-96AE-9702EB027A3E}"/>
    <dgm:cxn modelId="{2103D8FD-0A8C-F24B-A780-09E5B6AF55D6}" type="presOf" srcId="{51CCCB7F-9347-0545-8852-7CD90468F8B2}" destId="{BB77F516-8C3B-034C-9646-3D72F6150A07}" srcOrd="0" destOrd="0" presId="urn:microsoft.com/office/officeart/2005/8/layout/lProcess3"/>
    <dgm:cxn modelId="{9C9D5243-1972-0F49-B2B4-E26619F58B73}" type="presParOf" srcId="{53DD693C-34BC-8141-A060-E81AD1B5485D}" destId="{FC24848A-5D86-144C-A012-61E76BAE6EB9}" srcOrd="0" destOrd="0" presId="urn:microsoft.com/office/officeart/2005/8/layout/lProcess3"/>
    <dgm:cxn modelId="{C2E686FC-A0D7-044C-A080-F64391EF8160}" type="presParOf" srcId="{FC24848A-5D86-144C-A012-61E76BAE6EB9}" destId="{AB8F35AE-0482-3140-9574-7E50E9CC91D5}" srcOrd="0" destOrd="0" presId="urn:microsoft.com/office/officeart/2005/8/layout/lProcess3"/>
    <dgm:cxn modelId="{F9B1DAE9-D87A-204F-8B4A-AE5FED78BE7E}" type="presParOf" srcId="{FC24848A-5D86-144C-A012-61E76BAE6EB9}" destId="{8E2377AD-1107-1040-B18B-59F653FBB5B1}" srcOrd="1" destOrd="0" presId="urn:microsoft.com/office/officeart/2005/8/layout/lProcess3"/>
    <dgm:cxn modelId="{DEEA4893-2CF1-A14A-96D9-F129B56077E9}" type="presParOf" srcId="{FC24848A-5D86-144C-A012-61E76BAE6EB9}" destId="{40BA5ECF-D7AA-1747-9B44-8CB9F1035596}" srcOrd="2" destOrd="0" presId="urn:microsoft.com/office/officeart/2005/8/layout/lProcess3"/>
    <dgm:cxn modelId="{B5490AF4-6139-8C42-84B0-7708E11975CC}" type="presParOf" srcId="{53DD693C-34BC-8141-A060-E81AD1B5485D}" destId="{E3EFECA6-222C-AF4D-92F2-E55620000285}" srcOrd="1" destOrd="0" presId="urn:microsoft.com/office/officeart/2005/8/layout/lProcess3"/>
    <dgm:cxn modelId="{65C90F51-A443-904D-BFAF-B78C03B4CC96}" type="presParOf" srcId="{53DD693C-34BC-8141-A060-E81AD1B5485D}" destId="{6EF0DAFE-F3C0-C84F-BAC1-2A88E3266AA3}" srcOrd="2" destOrd="0" presId="urn:microsoft.com/office/officeart/2005/8/layout/lProcess3"/>
    <dgm:cxn modelId="{1E49AEAB-70EE-C348-9CD0-D438E1A8B026}" type="presParOf" srcId="{6EF0DAFE-F3C0-C84F-BAC1-2A88E3266AA3}" destId="{0BF1E616-3C10-7D49-ACFC-94AFA41E16C2}" srcOrd="0" destOrd="0" presId="urn:microsoft.com/office/officeart/2005/8/layout/lProcess3"/>
    <dgm:cxn modelId="{3BC84D72-5DFC-5143-93B8-ADDD84422BAC}" type="presParOf" srcId="{6EF0DAFE-F3C0-C84F-BAC1-2A88E3266AA3}" destId="{616E5767-65C4-1C40-8149-DFA7969ABF93}" srcOrd="1" destOrd="0" presId="urn:microsoft.com/office/officeart/2005/8/layout/lProcess3"/>
    <dgm:cxn modelId="{B054EB3B-A619-BD40-9082-5DD995556681}" type="presParOf" srcId="{6EF0DAFE-F3C0-C84F-BAC1-2A88E3266AA3}" destId="{969A6578-FBEE-9445-BDF8-F946B71A4859}" srcOrd="2" destOrd="0" presId="urn:microsoft.com/office/officeart/2005/8/layout/lProcess3"/>
    <dgm:cxn modelId="{283A9EFB-A312-2243-A16A-E0947FD0B7CB}" type="presParOf" srcId="{53DD693C-34BC-8141-A060-E81AD1B5485D}" destId="{AD66821E-6BA6-0144-96A9-E0DAA9F7D7E2}" srcOrd="3" destOrd="0" presId="urn:microsoft.com/office/officeart/2005/8/layout/lProcess3"/>
    <dgm:cxn modelId="{D05FF98D-6489-1348-AAF3-F30635421092}" type="presParOf" srcId="{53DD693C-34BC-8141-A060-E81AD1B5485D}" destId="{C41296D5-EE8F-A845-A502-F57C9F09F44E}" srcOrd="4" destOrd="0" presId="urn:microsoft.com/office/officeart/2005/8/layout/lProcess3"/>
    <dgm:cxn modelId="{DC08CA77-E959-834C-948F-26082513CE91}" type="presParOf" srcId="{C41296D5-EE8F-A845-A502-F57C9F09F44E}" destId="{BB77F516-8C3B-034C-9646-3D72F6150A07}" srcOrd="0" destOrd="0" presId="urn:microsoft.com/office/officeart/2005/8/layout/lProcess3"/>
    <dgm:cxn modelId="{0C62A5F1-DDC6-2E48-B6FB-DA12A1987CBB}" type="presParOf" srcId="{C41296D5-EE8F-A845-A502-F57C9F09F44E}" destId="{02181FCE-C051-914F-B089-5D3B579C1E52}" srcOrd="1" destOrd="0" presId="urn:microsoft.com/office/officeart/2005/8/layout/lProcess3"/>
    <dgm:cxn modelId="{D796ED18-5CD6-A04A-9A5A-CA2CD0A342C0}" type="presParOf" srcId="{C41296D5-EE8F-A845-A502-F57C9F09F44E}" destId="{22435F35-C378-E14C-9713-90207D956007}" srcOrd="2"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6A5D447-53D4-D946-8642-54DC72923ACE}" type="doc">
      <dgm:prSet loTypeId="urn:microsoft.com/office/officeart/2005/8/layout/lProcess3" loCatId="" qsTypeId="urn:microsoft.com/office/officeart/2005/8/quickstyle/simple1" qsCatId="simple" csTypeId="urn:microsoft.com/office/officeart/2005/8/colors/colorful1" csCatId="colorful" phldr="1"/>
      <dgm:spPr/>
      <dgm:t>
        <a:bodyPr/>
        <a:lstStyle/>
        <a:p>
          <a:endParaRPr lang="en-GB"/>
        </a:p>
      </dgm:t>
    </dgm:pt>
    <dgm:pt modelId="{1DB15D3C-30A7-6746-BB8A-2EF732518691}">
      <dgm:prSet phldrT="[Text]" custT="1"/>
      <dgm:spPr/>
      <dgm:t>
        <a:bodyPr/>
        <a:lstStyle/>
        <a:p>
          <a:r>
            <a:rPr lang="en-IN" sz="2800" b="1" i="0" u="none" dirty="0"/>
            <a:t>Content Types</a:t>
          </a:r>
          <a:endParaRPr lang="en-GB" sz="2800" dirty="0"/>
        </a:p>
      </dgm:t>
    </dgm:pt>
    <dgm:pt modelId="{02B0FA5F-7A7C-074B-BE4A-1CB1FD472C26}" type="parTrans" cxnId="{90487A52-618C-ED44-8976-59C1254C7894}">
      <dgm:prSet/>
      <dgm:spPr/>
      <dgm:t>
        <a:bodyPr/>
        <a:lstStyle/>
        <a:p>
          <a:endParaRPr lang="en-GB"/>
        </a:p>
      </dgm:t>
    </dgm:pt>
    <dgm:pt modelId="{628C47B1-583A-844C-B0FA-DDE7D946BA23}" type="sibTrans" cxnId="{90487A52-618C-ED44-8976-59C1254C7894}">
      <dgm:prSet/>
      <dgm:spPr/>
      <dgm:t>
        <a:bodyPr/>
        <a:lstStyle/>
        <a:p>
          <a:endParaRPr lang="en-GB"/>
        </a:p>
      </dgm:t>
    </dgm:pt>
    <dgm:pt modelId="{4DE07911-9155-D846-B103-C481105343AA}">
      <dgm:prSet phldrT="[Text]"/>
      <dgm:spPr/>
      <dgm:t>
        <a:bodyPr/>
        <a:lstStyle/>
        <a:p>
          <a:r>
            <a:rPr lang="en-IN" b="0" i="0" u="none" dirty="0"/>
            <a:t>Use a mix of content types (e.g., blog posts, videos, infographics, stories).</a:t>
          </a:r>
          <a:endParaRPr lang="en-GB" dirty="0"/>
        </a:p>
      </dgm:t>
    </dgm:pt>
    <dgm:pt modelId="{85A21C30-D13B-704C-81AE-7182C06E360A}" type="parTrans" cxnId="{EA6E2C9D-D4DE-9147-91DE-454FE36275D8}">
      <dgm:prSet/>
      <dgm:spPr/>
      <dgm:t>
        <a:bodyPr/>
        <a:lstStyle/>
        <a:p>
          <a:endParaRPr lang="en-GB"/>
        </a:p>
      </dgm:t>
    </dgm:pt>
    <dgm:pt modelId="{D0B6A806-011D-3F44-93C4-8147452C711C}" type="sibTrans" cxnId="{EA6E2C9D-D4DE-9147-91DE-454FE36275D8}">
      <dgm:prSet/>
      <dgm:spPr/>
      <dgm:t>
        <a:bodyPr/>
        <a:lstStyle/>
        <a:p>
          <a:endParaRPr lang="en-GB"/>
        </a:p>
      </dgm:t>
    </dgm:pt>
    <dgm:pt modelId="{9271987E-84A6-2F44-AE9F-23A24686670F}">
      <dgm:prSet phldrT="[Text]" custT="1"/>
      <dgm:spPr/>
      <dgm:t>
        <a:bodyPr/>
        <a:lstStyle/>
        <a:p>
          <a:r>
            <a:rPr lang="en-IN" sz="2800" b="1" i="0" u="none" dirty="0"/>
            <a:t>Content Calendar</a:t>
          </a:r>
          <a:endParaRPr lang="en-GB" sz="2800" dirty="0"/>
        </a:p>
      </dgm:t>
    </dgm:pt>
    <dgm:pt modelId="{673D1BE9-5BE2-E145-AF4A-51453F8031F7}" type="parTrans" cxnId="{80C6FA5F-F38A-9045-8FE5-6CDAFA6B4603}">
      <dgm:prSet/>
      <dgm:spPr/>
      <dgm:t>
        <a:bodyPr/>
        <a:lstStyle/>
        <a:p>
          <a:endParaRPr lang="en-GB"/>
        </a:p>
      </dgm:t>
    </dgm:pt>
    <dgm:pt modelId="{45B90491-A11A-5D4F-89B4-F9867B784535}" type="sibTrans" cxnId="{80C6FA5F-F38A-9045-8FE5-6CDAFA6B4603}">
      <dgm:prSet/>
      <dgm:spPr/>
      <dgm:t>
        <a:bodyPr/>
        <a:lstStyle/>
        <a:p>
          <a:endParaRPr lang="en-GB"/>
        </a:p>
      </dgm:t>
    </dgm:pt>
    <dgm:pt modelId="{1399E7D7-A39B-CC47-BF21-D3C310444323}">
      <dgm:prSet phldrT="[Text]"/>
      <dgm:spPr/>
      <dgm:t>
        <a:bodyPr/>
        <a:lstStyle/>
        <a:p>
          <a:r>
            <a:rPr lang="en-IN" b="0" i="0" u="none" dirty="0"/>
            <a:t>Plan and schedule your content in advance.</a:t>
          </a:r>
          <a:endParaRPr lang="en-GB" dirty="0"/>
        </a:p>
      </dgm:t>
    </dgm:pt>
    <dgm:pt modelId="{DE60CD01-E350-C440-826C-F9BE21847527}" type="parTrans" cxnId="{9E025025-0ED5-3F43-8E8E-B7AD098F08C5}">
      <dgm:prSet/>
      <dgm:spPr/>
      <dgm:t>
        <a:bodyPr/>
        <a:lstStyle/>
        <a:p>
          <a:endParaRPr lang="en-GB"/>
        </a:p>
      </dgm:t>
    </dgm:pt>
    <dgm:pt modelId="{5523D2B6-5E1C-3F48-A9E7-186FEA704B4E}" type="sibTrans" cxnId="{9E025025-0ED5-3F43-8E8E-B7AD098F08C5}">
      <dgm:prSet/>
      <dgm:spPr/>
      <dgm:t>
        <a:bodyPr/>
        <a:lstStyle/>
        <a:p>
          <a:endParaRPr lang="en-GB"/>
        </a:p>
      </dgm:t>
    </dgm:pt>
    <dgm:pt modelId="{51CCCB7F-9347-0545-8852-7CD90468F8B2}">
      <dgm:prSet phldrT="[Text]" custT="1"/>
      <dgm:spPr/>
      <dgm:t>
        <a:bodyPr/>
        <a:lstStyle/>
        <a:p>
          <a:r>
            <a:rPr lang="en-IN" sz="2800" b="1" i="0" u="none" dirty="0"/>
            <a:t>Quality Over Quantity</a:t>
          </a:r>
          <a:endParaRPr lang="en-GB" sz="3200" dirty="0"/>
        </a:p>
      </dgm:t>
    </dgm:pt>
    <dgm:pt modelId="{BC05D589-478C-B146-9800-0E0C4F877ADC}" type="parTrans" cxnId="{3D083444-A698-854E-88B5-7BD2BB621C78}">
      <dgm:prSet/>
      <dgm:spPr/>
      <dgm:t>
        <a:bodyPr/>
        <a:lstStyle/>
        <a:p>
          <a:endParaRPr lang="en-GB"/>
        </a:p>
      </dgm:t>
    </dgm:pt>
    <dgm:pt modelId="{5151A021-4E66-3847-98BA-A789AB70D2ED}" type="sibTrans" cxnId="{3D083444-A698-854E-88B5-7BD2BB621C78}">
      <dgm:prSet/>
      <dgm:spPr/>
      <dgm:t>
        <a:bodyPr/>
        <a:lstStyle/>
        <a:p>
          <a:endParaRPr lang="en-GB"/>
        </a:p>
      </dgm:t>
    </dgm:pt>
    <dgm:pt modelId="{3079C7C9-5FA2-9B43-AB4E-9837F5FFE801}">
      <dgm:prSet phldrT="[Text]"/>
      <dgm:spPr/>
      <dgm:t>
        <a:bodyPr/>
        <a:lstStyle/>
        <a:p>
          <a:r>
            <a:rPr lang="en-IN" b="0" i="0" u="none" dirty="0"/>
            <a:t>Focus on creating high-quality, valuable content.</a:t>
          </a:r>
          <a:endParaRPr lang="en-GB" dirty="0"/>
        </a:p>
      </dgm:t>
    </dgm:pt>
    <dgm:pt modelId="{B14649A8-FD18-DD43-9BF3-670E4F468CF9}" type="parTrans" cxnId="{A9094DF4-6BA8-6845-BF66-DFBADF8E0D82}">
      <dgm:prSet/>
      <dgm:spPr/>
      <dgm:t>
        <a:bodyPr/>
        <a:lstStyle/>
        <a:p>
          <a:endParaRPr lang="en-GB"/>
        </a:p>
      </dgm:t>
    </dgm:pt>
    <dgm:pt modelId="{77E3F295-4CBD-8F4C-96AE-9702EB027A3E}" type="sibTrans" cxnId="{A9094DF4-6BA8-6845-BF66-DFBADF8E0D82}">
      <dgm:prSet/>
      <dgm:spPr/>
      <dgm:t>
        <a:bodyPr/>
        <a:lstStyle/>
        <a:p>
          <a:endParaRPr lang="en-GB"/>
        </a:p>
      </dgm:t>
    </dgm:pt>
    <dgm:pt modelId="{53DD693C-34BC-8141-A060-E81AD1B5485D}" type="pres">
      <dgm:prSet presAssocID="{96A5D447-53D4-D946-8642-54DC72923ACE}" presName="Name0" presStyleCnt="0">
        <dgm:presLayoutVars>
          <dgm:chPref val="3"/>
          <dgm:dir/>
          <dgm:animLvl val="lvl"/>
          <dgm:resizeHandles/>
        </dgm:presLayoutVars>
      </dgm:prSet>
      <dgm:spPr/>
    </dgm:pt>
    <dgm:pt modelId="{FC24848A-5D86-144C-A012-61E76BAE6EB9}" type="pres">
      <dgm:prSet presAssocID="{1DB15D3C-30A7-6746-BB8A-2EF732518691}" presName="horFlow" presStyleCnt="0"/>
      <dgm:spPr/>
    </dgm:pt>
    <dgm:pt modelId="{AB8F35AE-0482-3140-9574-7E50E9CC91D5}" type="pres">
      <dgm:prSet presAssocID="{1DB15D3C-30A7-6746-BB8A-2EF732518691}" presName="bigChev" presStyleLbl="node1" presStyleIdx="0" presStyleCnt="3" custScaleX="147843"/>
      <dgm:spPr/>
    </dgm:pt>
    <dgm:pt modelId="{8E2377AD-1107-1040-B18B-59F653FBB5B1}" type="pres">
      <dgm:prSet presAssocID="{85A21C30-D13B-704C-81AE-7182C06E360A}" presName="parTrans" presStyleCnt="0"/>
      <dgm:spPr/>
    </dgm:pt>
    <dgm:pt modelId="{40BA5ECF-D7AA-1747-9B44-8CB9F1035596}" type="pres">
      <dgm:prSet presAssocID="{4DE07911-9155-D846-B103-C481105343AA}" presName="node" presStyleLbl="alignAccFollowNode1" presStyleIdx="0" presStyleCnt="3" custScaleX="391903">
        <dgm:presLayoutVars>
          <dgm:bulletEnabled val="1"/>
        </dgm:presLayoutVars>
      </dgm:prSet>
      <dgm:spPr/>
    </dgm:pt>
    <dgm:pt modelId="{E3EFECA6-222C-AF4D-92F2-E55620000285}" type="pres">
      <dgm:prSet presAssocID="{1DB15D3C-30A7-6746-BB8A-2EF732518691}" presName="vSp" presStyleCnt="0"/>
      <dgm:spPr/>
    </dgm:pt>
    <dgm:pt modelId="{6EF0DAFE-F3C0-C84F-BAC1-2A88E3266AA3}" type="pres">
      <dgm:prSet presAssocID="{9271987E-84A6-2F44-AE9F-23A24686670F}" presName="horFlow" presStyleCnt="0"/>
      <dgm:spPr/>
    </dgm:pt>
    <dgm:pt modelId="{0BF1E616-3C10-7D49-ACFC-94AFA41E16C2}" type="pres">
      <dgm:prSet presAssocID="{9271987E-84A6-2F44-AE9F-23A24686670F}" presName="bigChev" presStyleLbl="node1" presStyleIdx="1" presStyleCnt="3" custScaleX="147843"/>
      <dgm:spPr/>
    </dgm:pt>
    <dgm:pt modelId="{616E5767-65C4-1C40-8149-DFA7969ABF93}" type="pres">
      <dgm:prSet presAssocID="{DE60CD01-E350-C440-826C-F9BE21847527}" presName="parTrans" presStyleCnt="0"/>
      <dgm:spPr/>
    </dgm:pt>
    <dgm:pt modelId="{969A6578-FBEE-9445-BDF8-F946B71A4859}" type="pres">
      <dgm:prSet presAssocID="{1399E7D7-A39B-CC47-BF21-D3C310444323}" presName="node" presStyleLbl="alignAccFollowNode1" presStyleIdx="1" presStyleCnt="3" custScaleX="391903">
        <dgm:presLayoutVars>
          <dgm:bulletEnabled val="1"/>
        </dgm:presLayoutVars>
      </dgm:prSet>
      <dgm:spPr/>
    </dgm:pt>
    <dgm:pt modelId="{AD66821E-6BA6-0144-96A9-E0DAA9F7D7E2}" type="pres">
      <dgm:prSet presAssocID="{9271987E-84A6-2F44-AE9F-23A24686670F}" presName="vSp" presStyleCnt="0"/>
      <dgm:spPr/>
    </dgm:pt>
    <dgm:pt modelId="{C41296D5-EE8F-A845-A502-F57C9F09F44E}" type="pres">
      <dgm:prSet presAssocID="{51CCCB7F-9347-0545-8852-7CD90468F8B2}" presName="horFlow" presStyleCnt="0"/>
      <dgm:spPr/>
    </dgm:pt>
    <dgm:pt modelId="{BB77F516-8C3B-034C-9646-3D72F6150A07}" type="pres">
      <dgm:prSet presAssocID="{51CCCB7F-9347-0545-8852-7CD90468F8B2}" presName="bigChev" presStyleLbl="node1" presStyleIdx="2" presStyleCnt="3" custScaleX="147843"/>
      <dgm:spPr/>
    </dgm:pt>
    <dgm:pt modelId="{02181FCE-C051-914F-B089-5D3B579C1E52}" type="pres">
      <dgm:prSet presAssocID="{B14649A8-FD18-DD43-9BF3-670E4F468CF9}" presName="parTrans" presStyleCnt="0"/>
      <dgm:spPr/>
    </dgm:pt>
    <dgm:pt modelId="{22435F35-C378-E14C-9713-90207D956007}" type="pres">
      <dgm:prSet presAssocID="{3079C7C9-5FA2-9B43-AB4E-9837F5FFE801}" presName="node" presStyleLbl="alignAccFollowNode1" presStyleIdx="2" presStyleCnt="3" custScaleX="391903">
        <dgm:presLayoutVars>
          <dgm:bulletEnabled val="1"/>
        </dgm:presLayoutVars>
      </dgm:prSet>
      <dgm:spPr/>
    </dgm:pt>
  </dgm:ptLst>
  <dgm:cxnLst>
    <dgm:cxn modelId="{9E025025-0ED5-3F43-8E8E-B7AD098F08C5}" srcId="{9271987E-84A6-2F44-AE9F-23A24686670F}" destId="{1399E7D7-A39B-CC47-BF21-D3C310444323}" srcOrd="0" destOrd="0" parTransId="{DE60CD01-E350-C440-826C-F9BE21847527}" sibTransId="{5523D2B6-5E1C-3F48-A9E7-186FEA704B4E}"/>
    <dgm:cxn modelId="{C5D3D137-042D-1F4D-9993-FEB61EBCF598}" type="presOf" srcId="{96A5D447-53D4-D946-8642-54DC72923ACE}" destId="{53DD693C-34BC-8141-A060-E81AD1B5485D}" srcOrd="0" destOrd="0" presId="urn:microsoft.com/office/officeart/2005/8/layout/lProcess3"/>
    <dgm:cxn modelId="{80C6FA5F-F38A-9045-8FE5-6CDAFA6B4603}" srcId="{96A5D447-53D4-D946-8642-54DC72923ACE}" destId="{9271987E-84A6-2F44-AE9F-23A24686670F}" srcOrd="1" destOrd="0" parTransId="{673D1BE9-5BE2-E145-AF4A-51453F8031F7}" sibTransId="{45B90491-A11A-5D4F-89B4-F9867B784535}"/>
    <dgm:cxn modelId="{3D083444-A698-854E-88B5-7BD2BB621C78}" srcId="{96A5D447-53D4-D946-8642-54DC72923ACE}" destId="{51CCCB7F-9347-0545-8852-7CD90468F8B2}" srcOrd="2" destOrd="0" parTransId="{BC05D589-478C-B146-9800-0E0C4F877ADC}" sibTransId="{5151A021-4E66-3847-98BA-A789AB70D2ED}"/>
    <dgm:cxn modelId="{90487A52-618C-ED44-8976-59C1254C7894}" srcId="{96A5D447-53D4-D946-8642-54DC72923ACE}" destId="{1DB15D3C-30A7-6746-BB8A-2EF732518691}" srcOrd="0" destOrd="0" parTransId="{02B0FA5F-7A7C-074B-BE4A-1CB1FD472C26}" sibTransId="{628C47B1-583A-844C-B0FA-DDE7D946BA23}"/>
    <dgm:cxn modelId="{E56B8C54-880B-F147-8F96-96E790B13E3F}" type="presOf" srcId="{1399E7D7-A39B-CC47-BF21-D3C310444323}" destId="{969A6578-FBEE-9445-BDF8-F946B71A4859}" srcOrd="0" destOrd="0" presId="urn:microsoft.com/office/officeart/2005/8/layout/lProcess3"/>
    <dgm:cxn modelId="{800DC175-997C-0943-9831-69E9A7447706}" type="presOf" srcId="{9271987E-84A6-2F44-AE9F-23A24686670F}" destId="{0BF1E616-3C10-7D49-ACFC-94AFA41E16C2}" srcOrd="0" destOrd="0" presId="urn:microsoft.com/office/officeart/2005/8/layout/lProcess3"/>
    <dgm:cxn modelId="{6438BC7D-F41B-A54D-BB8E-037C32648FED}" type="presOf" srcId="{4DE07911-9155-D846-B103-C481105343AA}" destId="{40BA5ECF-D7AA-1747-9B44-8CB9F1035596}" srcOrd="0" destOrd="0" presId="urn:microsoft.com/office/officeart/2005/8/layout/lProcess3"/>
    <dgm:cxn modelId="{EA6E2C9D-D4DE-9147-91DE-454FE36275D8}" srcId="{1DB15D3C-30A7-6746-BB8A-2EF732518691}" destId="{4DE07911-9155-D846-B103-C481105343AA}" srcOrd="0" destOrd="0" parTransId="{85A21C30-D13B-704C-81AE-7182C06E360A}" sibTransId="{D0B6A806-011D-3F44-93C4-8147452C711C}"/>
    <dgm:cxn modelId="{09DD00D4-1183-1A46-B942-266B10F2126D}" type="presOf" srcId="{3079C7C9-5FA2-9B43-AB4E-9837F5FFE801}" destId="{22435F35-C378-E14C-9713-90207D956007}" srcOrd="0" destOrd="0" presId="urn:microsoft.com/office/officeart/2005/8/layout/lProcess3"/>
    <dgm:cxn modelId="{586323EC-33CA-584D-B37E-23F4D5D98561}" type="presOf" srcId="{1DB15D3C-30A7-6746-BB8A-2EF732518691}" destId="{AB8F35AE-0482-3140-9574-7E50E9CC91D5}" srcOrd="0" destOrd="0" presId="urn:microsoft.com/office/officeart/2005/8/layout/lProcess3"/>
    <dgm:cxn modelId="{A9094DF4-6BA8-6845-BF66-DFBADF8E0D82}" srcId="{51CCCB7F-9347-0545-8852-7CD90468F8B2}" destId="{3079C7C9-5FA2-9B43-AB4E-9837F5FFE801}" srcOrd="0" destOrd="0" parTransId="{B14649A8-FD18-DD43-9BF3-670E4F468CF9}" sibTransId="{77E3F295-4CBD-8F4C-96AE-9702EB027A3E}"/>
    <dgm:cxn modelId="{2103D8FD-0A8C-F24B-A780-09E5B6AF55D6}" type="presOf" srcId="{51CCCB7F-9347-0545-8852-7CD90468F8B2}" destId="{BB77F516-8C3B-034C-9646-3D72F6150A07}" srcOrd="0" destOrd="0" presId="urn:microsoft.com/office/officeart/2005/8/layout/lProcess3"/>
    <dgm:cxn modelId="{9C9D5243-1972-0F49-B2B4-E26619F58B73}" type="presParOf" srcId="{53DD693C-34BC-8141-A060-E81AD1B5485D}" destId="{FC24848A-5D86-144C-A012-61E76BAE6EB9}" srcOrd="0" destOrd="0" presId="urn:microsoft.com/office/officeart/2005/8/layout/lProcess3"/>
    <dgm:cxn modelId="{C2E686FC-A0D7-044C-A080-F64391EF8160}" type="presParOf" srcId="{FC24848A-5D86-144C-A012-61E76BAE6EB9}" destId="{AB8F35AE-0482-3140-9574-7E50E9CC91D5}" srcOrd="0" destOrd="0" presId="urn:microsoft.com/office/officeart/2005/8/layout/lProcess3"/>
    <dgm:cxn modelId="{F9B1DAE9-D87A-204F-8B4A-AE5FED78BE7E}" type="presParOf" srcId="{FC24848A-5D86-144C-A012-61E76BAE6EB9}" destId="{8E2377AD-1107-1040-B18B-59F653FBB5B1}" srcOrd="1" destOrd="0" presId="urn:microsoft.com/office/officeart/2005/8/layout/lProcess3"/>
    <dgm:cxn modelId="{DEEA4893-2CF1-A14A-96D9-F129B56077E9}" type="presParOf" srcId="{FC24848A-5D86-144C-A012-61E76BAE6EB9}" destId="{40BA5ECF-D7AA-1747-9B44-8CB9F1035596}" srcOrd="2" destOrd="0" presId="urn:microsoft.com/office/officeart/2005/8/layout/lProcess3"/>
    <dgm:cxn modelId="{B5490AF4-6139-8C42-84B0-7708E11975CC}" type="presParOf" srcId="{53DD693C-34BC-8141-A060-E81AD1B5485D}" destId="{E3EFECA6-222C-AF4D-92F2-E55620000285}" srcOrd="1" destOrd="0" presId="urn:microsoft.com/office/officeart/2005/8/layout/lProcess3"/>
    <dgm:cxn modelId="{65C90F51-A443-904D-BFAF-B78C03B4CC96}" type="presParOf" srcId="{53DD693C-34BC-8141-A060-E81AD1B5485D}" destId="{6EF0DAFE-F3C0-C84F-BAC1-2A88E3266AA3}" srcOrd="2" destOrd="0" presId="urn:microsoft.com/office/officeart/2005/8/layout/lProcess3"/>
    <dgm:cxn modelId="{1E49AEAB-70EE-C348-9CD0-D438E1A8B026}" type="presParOf" srcId="{6EF0DAFE-F3C0-C84F-BAC1-2A88E3266AA3}" destId="{0BF1E616-3C10-7D49-ACFC-94AFA41E16C2}" srcOrd="0" destOrd="0" presId="urn:microsoft.com/office/officeart/2005/8/layout/lProcess3"/>
    <dgm:cxn modelId="{3BC84D72-5DFC-5143-93B8-ADDD84422BAC}" type="presParOf" srcId="{6EF0DAFE-F3C0-C84F-BAC1-2A88E3266AA3}" destId="{616E5767-65C4-1C40-8149-DFA7969ABF93}" srcOrd="1" destOrd="0" presId="urn:microsoft.com/office/officeart/2005/8/layout/lProcess3"/>
    <dgm:cxn modelId="{B054EB3B-A619-BD40-9082-5DD995556681}" type="presParOf" srcId="{6EF0DAFE-F3C0-C84F-BAC1-2A88E3266AA3}" destId="{969A6578-FBEE-9445-BDF8-F946B71A4859}" srcOrd="2" destOrd="0" presId="urn:microsoft.com/office/officeart/2005/8/layout/lProcess3"/>
    <dgm:cxn modelId="{283A9EFB-A312-2243-A16A-E0947FD0B7CB}" type="presParOf" srcId="{53DD693C-34BC-8141-A060-E81AD1B5485D}" destId="{AD66821E-6BA6-0144-96A9-E0DAA9F7D7E2}" srcOrd="3" destOrd="0" presId="urn:microsoft.com/office/officeart/2005/8/layout/lProcess3"/>
    <dgm:cxn modelId="{D05FF98D-6489-1348-AAF3-F30635421092}" type="presParOf" srcId="{53DD693C-34BC-8141-A060-E81AD1B5485D}" destId="{C41296D5-EE8F-A845-A502-F57C9F09F44E}" srcOrd="4" destOrd="0" presId="urn:microsoft.com/office/officeart/2005/8/layout/lProcess3"/>
    <dgm:cxn modelId="{DC08CA77-E959-834C-948F-26082513CE91}" type="presParOf" srcId="{C41296D5-EE8F-A845-A502-F57C9F09F44E}" destId="{BB77F516-8C3B-034C-9646-3D72F6150A07}" srcOrd="0" destOrd="0" presId="urn:microsoft.com/office/officeart/2005/8/layout/lProcess3"/>
    <dgm:cxn modelId="{0C62A5F1-DDC6-2E48-B6FB-DA12A1987CBB}" type="presParOf" srcId="{C41296D5-EE8F-A845-A502-F57C9F09F44E}" destId="{02181FCE-C051-914F-B089-5D3B579C1E52}" srcOrd="1" destOrd="0" presId="urn:microsoft.com/office/officeart/2005/8/layout/lProcess3"/>
    <dgm:cxn modelId="{D796ED18-5CD6-A04A-9A5A-CA2CD0A342C0}" type="presParOf" srcId="{C41296D5-EE8F-A845-A502-F57C9F09F44E}" destId="{22435F35-C378-E14C-9713-90207D956007}" srcOrd="2"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6A5D447-53D4-D946-8642-54DC72923ACE}" type="doc">
      <dgm:prSet loTypeId="urn:microsoft.com/office/officeart/2005/8/layout/lProcess3" loCatId="" qsTypeId="urn:microsoft.com/office/officeart/2005/8/quickstyle/simple1" qsCatId="simple" csTypeId="urn:microsoft.com/office/officeart/2005/8/colors/colorful1" csCatId="colorful" phldr="1"/>
      <dgm:spPr/>
      <dgm:t>
        <a:bodyPr/>
        <a:lstStyle/>
        <a:p>
          <a:endParaRPr lang="en-GB"/>
        </a:p>
      </dgm:t>
    </dgm:pt>
    <dgm:pt modelId="{1DB15D3C-30A7-6746-BB8A-2EF732518691}">
      <dgm:prSet phldrT="[Text]" custT="1"/>
      <dgm:spPr/>
      <dgm:t>
        <a:bodyPr/>
        <a:lstStyle/>
        <a:p>
          <a:r>
            <a:rPr lang="en-IN" sz="2800" b="1" i="0" u="none" dirty="0"/>
            <a:t>Identify Relevant Influencers</a:t>
          </a:r>
          <a:endParaRPr lang="en-GB" sz="2800" dirty="0"/>
        </a:p>
      </dgm:t>
    </dgm:pt>
    <dgm:pt modelId="{02B0FA5F-7A7C-074B-BE4A-1CB1FD472C26}" type="parTrans" cxnId="{90487A52-618C-ED44-8976-59C1254C7894}">
      <dgm:prSet/>
      <dgm:spPr/>
      <dgm:t>
        <a:bodyPr/>
        <a:lstStyle/>
        <a:p>
          <a:endParaRPr lang="en-GB"/>
        </a:p>
      </dgm:t>
    </dgm:pt>
    <dgm:pt modelId="{628C47B1-583A-844C-B0FA-DDE7D946BA23}" type="sibTrans" cxnId="{90487A52-618C-ED44-8976-59C1254C7894}">
      <dgm:prSet/>
      <dgm:spPr/>
      <dgm:t>
        <a:bodyPr/>
        <a:lstStyle/>
        <a:p>
          <a:endParaRPr lang="en-GB"/>
        </a:p>
      </dgm:t>
    </dgm:pt>
    <dgm:pt modelId="{4DE07911-9155-D846-B103-C481105343AA}">
      <dgm:prSet phldrT="[Text]"/>
      <dgm:spPr/>
      <dgm:t>
        <a:bodyPr/>
        <a:lstStyle/>
        <a:p>
          <a:r>
            <a:rPr lang="en-IN" b="0" i="0" u="none" dirty="0"/>
            <a:t>Find influencers who align with your brand and audience.</a:t>
          </a:r>
          <a:endParaRPr lang="en-GB" dirty="0"/>
        </a:p>
      </dgm:t>
    </dgm:pt>
    <dgm:pt modelId="{85A21C30-D13B-704C-81AE-7182C06E360A}" type="parTrans" cxnId="{EA6E2C9D-D4DE-9147-91DE-454FE36275D8}">
      <dgm:prSet/>
      <dgm:spPr/>
      <dgm:t>
        <a:bodyPr/>
        <a:lstStyle/>
        <a:p>
          <a:endParaRPr lang="en-GB"/>
        </a:p>
      </dgm:t>
    </dgm:pt>
    <dgm:pt modelId="{D0B6A806-011D-3F44-93C4-8147452C711C}" type="sibTrans" cxnId="{EA6E2C9D-D4DE-9147-91DE-454FE36275D8}">
      <dgm:prSet/>
      <dgm:spPr/>
      <dgm:t>
        <a:bodyPr/>
        <a:lstStyle/>
        <a:p>
          <a:endParaRPr lang="en-GB"/>
        </a:p>
      </dgm:t>
    </dgm:pt>
    <dgm:pt modelId="{9271987E-84A6-2F44-AE9F-23A24686670F}">
      <dgm:prSet phldrT="[Text]" custT="1"/>
      <dgm:spPr/>
      <dgm:t>
        <a:bodyPr/>
        <a:lstStyle/>
        <a:p>
          <a:r>
            <a:rPr lang="en-IN" sz="2800" b="1" i="0" u="none" dirty="0"/>
            <a:t>Build Relationships</a:t>
          </a:r>
          <a:endParaRPr lang="en-GB" sz="2800" dirty="0"/>
        </a:p>
      </dgm:t>
    </dgm:pt>
    <dgm:pt modelId="{673D1BE9-5BE2-E145-AF4A-51453F8031F7}" type="parTrans" cxnId="{80C6FA5F-F38A-9045-8FE5-6CDAFA6B4603}">
      <dgm:prSet/>
      <dgm:spPr/>
      <dgm:t>
        <a:bodyPr/>
        <a:lstStyle/>
        <a:p>
          <a:endParaRPr lang="en-GB"/>
        </a:p>
      </dgm:t>
    </dgm:pt>
    <dgm:pt modelId="{45B90491-A11A-5D4F-89B4-F9867B784535}" type="sibTrans" cxnId="{80C6FA5F-F38A-9045-8FE5-6CDAFA6B4603}">
      <dgm:prSet/>
      <dgm:spPr/>
      <dgm:t>
        <a:bodyPr/>
        <a:lstStyle/>
        <a:p>
          <a:endParaRPr lang="en-GB"/>
        </a:p>
      </dgm:t>
    </dgm:pt>
    <dgm:pt modelId="{1399E7D7-A39B-CC47-BF21-D3C310444323}">
      <dgm:prSet phldrT="[Text]"/>
      <dgm:spPr/>
      <dgm:t>
        <a:bodyPr/>
        <a:lstStyle/>
        <a:p>
          <a:r>
            <a:rPr lang="en-IN" b="0" i="0" u="none" dirty="0"/>
            <a:t>Engage with influencers and build long-term partnerships.</a:t>
          </a:r>
          <a:endParaRPr lang="en-GB" dirty="0"/>
        </a:p>
      </dgm:t>
    </dgm:pt>
    <dgm:pt modelId="{DE60CD01-E350-C440-826C-F9BE21847527}" type="parTrans" cxnId="{9E025025-0ED5-3F43-8E8E-B7AD098F08C5}">
      <dgm:prSet/>
      <dgm:spPr/>
      <dgm:t>
        <a:bodyPr/>
        <a:lstStyle/>
        <a:p>
          <a:endParaRPr lang="en-GB"/>
        </a:p>
      </dgm:t>
    </dgm:pt>
    <dgm:pt modelId="{5523D2B6-5E1C-3F48-A9E7-186FEA704B4E}" type="sibTrans" cxnId="{9E025025-0ED5-3F43-8E8E-B7AD098F08C5}">
      <dgm:prSet/>
      <dgm:spPr/>
      <dgm:t>
        <a:bodyPr/>
        <a:lstStyle/>
        <a:p>
          <a:endParaRPr lang="en-GB"/>
        </a:p>
      </dgm:t>
    </dgm:pt>
    <dgm:pt modelId="{51CCCB7F-9347-0545-8852-7CD90468F8B2}">
      <dgm:prSet phldrT="[Text]" custT="1"/>
      <dgm:spPr/>
      <dgm:t>
        <a:bodyPr/>
        <a:lstStyle/>
        <a:p>
          <a:r>
            <a:rPr lang="en-IN" sz="2800" b="1" i="0" u="none" dirty="0"/>
            <a:t>Track Performance</a:t>
          </a:r>
          <a:endParaRPr lang="en-GB" sz="3200" dirty="0"/>
        </a:p>
      </dgm:t>
    </dgm:pt>
    <dgm:pt modelId="{BC05D589-478C-B146-9800-0E0C4F877ADC}" type="parTrans" cxnId="{3D083444-A698-854E-88B5-7BD2BB621C78}">
      <dgm:prSet/>
      <dgm:spPr/>
      <dgm:t>
        <a:bodyPr/>
        <a:lstStyle/>
        <a:p>
          <a:endParaRPr lang="en-GB"/>
        </a:p>
      </dgm:t>
    </dgm:pt>
    <dgm:pt modelId="{5151A021-4E66-3847-98BA-A789AB70D2ED}" type="sibTrans" cxnId="{3D083444-A698-854E-88B5-7BD2BB621C78}">
      <dgm:prSet/>
      <dgm:spPr/>
      <dgm:t>
        <a:bodyPr/>
        <a:lstStyle/>
        <a:p>
          <a:endParaRPr lang="en-GB"/>
        </a:p>
      </dgm:t>
    </dgm:pt>
    <dgm:pt modelId="{3079C7C9-5FA2-9B43-AB4E-9837F5FFE801}">
      <dgm:prSet phldrT="[Text]"/>
      <dgm:spPr/>
      <dgm:t>
        <a:bodyPr/>
        <a:lstStyle/>
        <a:p>
          <a:r>
            <a:rPr lang="en-IN" b="0" i="0" u="none" dirty="0"/>
            <a:t>Measure the impact of influencer collaborations.</a:t>
          </a:r>
          <a:endParaRPr lang="en-GB" dirty="0"/>
        </a:p>
      </dgm:t>
    </dgm:pt>
    <dgm:pt modelId="{B14649A8-FD18-DD43-9BF3-670E4F468CF9}" type="parTrans" cxnId="{A9094DF4-6BA8-6845-BF66-DFBADF8E0D82}">
      <dgm:prSet/>
      <dgm:spPr/>
      <dgm:t>
        <a:bodyPr/>
        <a:lstStyle/>
        <a:p>
          <a:endParaRPr lang="en-GB"/>
        </a:p>
      </dgm:t>
    </dgm:pt>
    <dgm:pt modelId="{77E3F295-4CBD-8F4C-96AE-9702EB027A3E}" type="sibTrans" cxnId="{A9094DF4-6BA8-6845-BF66-DFBADF8E0D82}">
      <dgm:prSet/>
      <dgm:spPr/>
      <dgm:t>
        <a:bodyPr/>
        <a:lstStyle/>
        <a:p>
          <a:endParaRPr lang="en-GB"/>
        </a:p>
      </dgm:t>
    </dgm:pt>
    <dgm:pt modelId="{53DD693C-34BC-8141-A060-E81AD1B5485D}" type="pres">
      <dgm:prSet presAssocID="{96A5D447-53D4-D946-8642-54DC72923ACE}" presName="Name0" presStyleCnt="0">
        <dgm:presLayoutVars>
          <dgm:chPref val="3"/>
          <dgm:dir/>
          <dgm:animLvl val="lvl"/>
          <dgm:resizeHandles/>
        </dgm:presLayoutVars>
      </dgm:prSet>
      <dgm:spPr/>
    </dgm:pt>
    <dgm:pt modelId="{FC24848A-5D86-144C-A012-61E76BAE6EB9}" type="pres">
      <dgm:prSet presAssocID="{1DB15D3C-30A7-6746-BB8A-2EF732518691}" presName="horFlow" presStyleCnt="0"/>
      <dgm:spPr/>
    </dgm:pt>
    <dgm:pt modelId="{AB8F35AE-0482-3140-9574-7E50E9CC91D5}" type="pres">
      <dgm:prSet presAssocID="{1DB15D3C-30A7-6746-BB8A-2EF732518691}" presName="bigChev" presStyleLbl="node1" presStyleIdx="0" presStyleCnt="3" custScaleX="147843"/>
      <dgm:spPr/>
    </dgm:pt>
    <dgm:pt modelId="{8E2377AD-1107-1040-B18B-59F653FBB5B1}" type="pres">
      <dgm:prSet presAssocID="{85A21C30-D13B-704C-81AE-7182C06E360A}" presName="parTrans" presStyleCnt="0"/>
      <dgm:spPr/>
    </dgm:pt>
    <dgm:pt modelId="{40BA5ECF-D7AA-1747-9B44-8CB9F1035596}" type="pres">
      <dgm:prSet presAssocID="{4DE07911-9155-D846-B103-C481105343AA}" presName="node" presStyleLbl="alignAccFollowNode1" presStyleIdx="0" presStyleCnt="3" custScaleX="391903">
        <dgm:presLayoutVars>
          <dgm:bulletEnabled val="1"/>
        </dgm:presLayoutVars>
      </dgm:prSet>
      <dgm:spPr/>
    </dgm:pt>
    <dgm:pt modelId="{E3EFECA6-222C-AF4D-92F2-E55620000285}" type="pres">
      <dgm:prSet presAssocID="{1DB15D3C-30A7-6746-BB8A-2EF732518691}" presName="vSp" presStyleCnt="0"/>
      <dgm:spPr/>
    </dgm:pt>
    <dgm:pt modelId="{6EF0DAFE-F3C0-C84F-BAC1-2A88E3266AA3}" type="pres">
      <dgm:prSet presAssocID="{9271987E-84A6-2F44-AE9F-23A24686670F}" presName="horFlow" presStyleCnt="0"/>
      <dgm:spPr/>
    </dgm:pt>
    <dgm:pt modelId="{0BF1E616-3C10-7D49-ACFC-94AFA41E16C2}" type="pres">
      <dgm:prSet presAssocID="{9271987E-84A6-2F44-AE9F-23A24686670F}" presName="bigChev" presStyleLbl="node1" presStyleIdx="1" presStyleCnt="3" custScaleX="147843"/>
      <dgm:spPr/>
    </dgm:pt>
    <dgm:pt modelId="{616E5767-65C4-1C40-8149-DFA7969ABF93}" type="pres">
      <dgm:prSet presAssocID="{DE60CD01-E350-C440-826C-F9BE21847527}" presName="parTrans" presStyleCnt="0"/>
      <dgm:spPr/>
    </dgm:pt>
    <dgm:pt modelId="{969A6578-FBEE-9445-BDF8-F946B71A4859}" type="pres">
      <dgm:prSet presAssocID="{1399E7D7-A39B-CC47-BF21-D3C310444323}" presName="node" presStyleLbl="alignAccFollowNode1" presStyleIdx="1" presStyleCnt="3" custScaleX="391903">
        <dgm:presLayoutVars>
          <dgm:bulletEnabled val="1"/>
        </dgm:presLayoutVars>
      </dgm:prSet>
      <dgm:spPr/>
    </dgm:pt>
    <dgm:pt modelId="{AD66821E-6BA6-0144-96A9-E0DAA9F7D7E2}" type="pres">
      <dgm:prSet presAssocID="{9271987E-84A6-2F44-AE9F-23A24686670F}" presName="vSp" presStyleCnt="0"/>
      <dgm:spPr/>
    </dgm:pt>
    <dgm:pt modelId="{C41296D5-EE8F-A845-A502-F57C9F09F44E}" type="pres">
      <dgm:prSet presAssocID="{51CCCB7F-9347-0545-8852-7CD90468F8B2}" presName="horFlow" presStyleCnt="0"/>
      <dgm:spPr/>
    </dgm:pt>
    <dgm:pt modelId="{BB77F516-8C3B-034C-9646-3D72F6150A07}" type="pres">
      <dgm:prSet presAssocID="{51CCCB7F-9347-0545-8852-7CD90468F8B2}" presName="bigChev" presStyleLbl="node1" presStyleIdx="2" presStyleCnt="3" custScaleX="147843"/>
      <dgm:spPr/>
    </dgm:pt>
    <dgm:pt modelId="{02181FCE-C051-914F-B089-5D3B579C1E52}" type="pres">
      <dgm:prSet presAssocID="{B14649A8-FD18-DD43-9BF3-670E4F468CF9}" presName="parTrans" presStyleCnt="0"/>
      <dgm:spPr/>
    </dgm:pt>
    <dgm:pt modelId="{22435F35-C378-E14C-9713-90207D956007}" type="pres">
      <dgm:prSet presAssocID="{3079C7C9-5FA2-9B43-AB4E-9837F5FFE801}" presName="node" presStyleLbl="alignAccFollowNode1" presStyleIdx="2" presStyleCnt="3" custScaleX="391903">
        <dgm:presLayoutVars>
          <dgm:bulletEnabled val="1"/>
        </dgm:presLayoutVars>
      </dgm:prSet>
      <dgm:spPr/>
    </dgm:pt>
  </dgm:ptLst>
  <dgm:cxnLst>
    <dgm:cxn modelId="{9E025025-0ED5-3F43-8E8E-B7AD098F08C5}" srcId="{9271987E-84A6-2F44-AE9F-23A24686670F}" destId="{1399E7D7-A39B-CC47-BF21-D3C310444323}" srcOrd="0" destOrd="0" parTransId="{DE60CD01-E350-C440-826C-F9BE21847527}" sibTransId="{5523D2B6-5E1C-3F48-A9E7-186FEA704B4E}"/>
    <dgm:cxn modelId="{C5D3D137-042D-1F4D-9993-FEB61EBCF598}" type="presOf" srcId="{96A5D447-53D4-D946-8642-54DC72923ACE}" destId="{53DD693C-34BC-8141-A060-E81AD1B5485D}" srcOrd="0" destOrd="0" presId="urn:microsoft.com/office/officeart/2005/8/layout/lProcess3"/>
    <dgm:cxn modelId="{80C6FA5F-F38A-9045-8FE5-6CDAFA6B4603}" srcId="{96A5D447-53D4-D946-8642-54DC72923ACE}" destId="{9271987E-84A6-2F44-AE9F-23A24686670F}" srcOrd="1" destOrd="0" parTransId="{673D1BE9-5BE2-E145-AF4A-51453F8031F7}" sibTransId="{45B90491-A11A-5D4F-89B4-F9867B784535}"/>
    <dgm:cxn modelId="{3D083444-A698-854E-88B5-7BD2BB621C78}" srcId="{96A5D447-53D4-D946-8642-54DC72923ACE}" destId="{51CCCB7F-9347-0545-8852-7CD90468F8B2}" srcOrd="2" destOrd="0" parTransId="{BC05D589-478C-B146-9800-0E0C4F877ADC}" sibTransId="{5151A021-4E66-3847-98BA-A789AB70D2ED}"/>
    <dgm:cxn modelId="{90487A52-618C-ED44-8976-59C1254C7894}" srcId="{96A5D447-53D4-D946-8642-54DC72923ACE}" destId="{1DB15D3C-30A7-6746-BB8A-2EF732518691}" srcOrd="0" destOrd="0" parTransId="{02B0FA5F-7A7C-074B-BE4A-1CB1FD472C26}" sibTransId="{628C47B1-583A-844C-B0FA-DDE7D946BA23}"/>
    <dgm:cxn modelId="{E56B8C54-880B-F147-8F96-96E790B13E3F}" type="presOf" srcId="{1399E7D7-A39B-CC47-BF21-D3C310444323}" destId="{969A6578-FBEE-9445-BDF8-F946B71A4859}" srcOrd="0" destOrd="0" presId="urn:microsoft.com/office/officeart/2005/8/layout/lProcess3"/>
    <dgm:cxn modelId="{800DC175-997C-0943-9831-69E9A7447706}" type="presOf" srcId="{9271987E-84A6-2F44-AE9F-23A24686670F}" destId="{0BF1E616-3C10-7D49-ACFC-94AFA41E16C2}" srcOrd="0" destOrd="0" presId="urn:microsoft.com/office/officeart/2005/8/layout/lProcess3"/>
    <dgm:cxn modelId="{6438BC7D-F41B-A54D-BB8E-037C32648FED}" type="presOf" srcId="{4DE07911-9155-D846-B103-C481105343AA}" destId="{40BA5ECF-D7AA-1747-9B44-8CB9F1035596}" srcOrd="0" destOrd="0" presId="urn:microsoft.com/office/officeart/2005/8/layout/lProcess3"/>
    <dgm:cxn modelId="{EA6E2C9D-D4DE-9147-91DE-454FE36275D8}" srcId="{1DB15D3C-30A7-6746-BB8A-2EF732518691}" destId="{4DE07911-9155-D846-B103-C481105343AA}" srcOrd="0" destOrd="0" parTransId="{85A21C30-D13B-704C-81AE-7182C06E360A}" sibTransId="{D0B6A806-011D-3F44-93C4-8147452C711C}"/>
    <dgm:cxn modelId="{09DD00D4-1183-1A46-B942-266B10F2126D}" type="presOf" srcId="{3079C7C9-5FA2-9B43-AB4E-9837F5FFE801}" destId="{22435F35-C378-E14C-9713-90207D956007}" srcOrd="0" destOrd="0" presId="urn:microsoft.com/office/officeart/2005/8/layout/lProcess3"/>
    <dgm:cxn modelId="{586323EC-33CA-584D-B37E-23F4D5D98561}" type="presOf" srcId="{1DB15D3C-30A7-6746-BB8A-2EF732518691}" destId="{AB8F35AE-0482-3140-9574-7E50E9CC91D5}" srcOrd="0" destOrd="0" presId="urn:microsoft.com/office/officeart/2005/8/layout/lProcess3"/>
    <dgm:cxn modelId="{A9094DF4-6BA8-6845-BF66-DFBADF8E0D82}" srcId="{51CCCB7F-9347-0545-8852-7CD90468F8B2}" destId="{3079C7C9-5FA2-9B43-AB4E-9837F5FFE801}" srcOrd="0" destOrd="0" parTransId="{B14649A8-FD18-DD43-9BF3-670E4F468CF9}" sibTransId="{77E3F295-4CBD-8F4C-96AE-9702EB027A3E}"/>
    <dgm:cxn modelId="{2103D8FD-0A8C-F24B-A780-09E5B6AF55D6}" type="presOf" srcId="{51CCCB7F-9347-0545-8852-7CD90468F8B2}" destId="{BB77F516-8C3B-034C-9646-3D72F6150A07}" srcOrd="0" destOrd="0" presId="urn:microsoft.com/office/officeart/2005/8/layout/lProcess3"/>
    <dgm:cxn modelId="{9C9D5243-1972-0F49-B2B4-E26619F58B73}" type="presParOf" srcId="{53DD693C-34BC-8141-A060-E81AD1B5485D}" destId="{FC24848A-5D86-144C-A012-61E76BAE6EB9}" srcOrd="0" destOrd="0" presId="urn:microsoft.com/office/officeart/2005/8/layout/lProcess3"/>
    <dgm:cxn modelId="{C2E686FC-A0D7-044C-A080-F64391EF8160}" type="presParOf" srcId="{FC24848A-5D86-144C-A012-61E76BAE6EB9}" destId="{AB8F35AE-0482-3140-9574-7E50E9CC91D5}" srcOrd="0" destOrd="0" presId="urn:microsoft.com/office/officeart/2005/8/layout/lProcess3"/>
    <dgm:cxn modelId="{F9B1DAE9-D87A-204F-8B4A-AE5FED78BE7E}" type="presParOf" srcId="{FC24848A-5D86-144C-A012-61E76BAE6EB9}" destId="{8E2377AD-1107-1040-B18B-59F653FBB5B1}" srcOrd="1" destOrd="0" presId="urn:microsoft.com/office/officeart/2005/8/layout/lProcess3"/>
    <dgm:cxn modelId="{DEEA4893-2CF1-A14A-96D9-F129B56077E9}" type="presParOf" srcId="{FC24848A-5D86-144C-A012-61E76BAE6EB9}" destId="{40BA5ECF-D7AA-1747-9B44-8CB9F1035596}" srcOrd="2" destOrd="0" presId="urn:microsoft.com/office/officeart/2005/8/layout/lProcess3"/>
    <dgm:cxn modelId="{B5490AF4-6139-8C42-84B0-7708E11975CC}" type="presParOf" srcId="{53DD693C-34BC-8141-A060-E81AD1B5485D}" destId="{E3EFECA6-222C-AF4D-92F2-E55620000285}" srcOrd="1" destOrd="0" presId="urn:microsoft.com/office/officeart/2005/8/layout/lProcess3"/>
    <dgm:cxn modelId="{65C90F51-A443-904D-BFAF-B78C03B4CC96}" type="presParOf" srcId="{53DD693C-34BC-8141-A060-E81AD1B5485D}" destId="{6EF0DAFE-F3C0-C84F-BAC1-2A88E3266AA3}" srcOrd="2" destOrd="0" presId="urn:microsoft.com/office/officeart/2005/8/layout/lProcess3"/>
    <dgm:cxn modelId="{1E49AEAB-70EE-C348-9CD0-D438E1A8B026}" type="presParOf" srcId="{6EF0DAFE-F3C0-C84F-BAC1-2A88E3266AA3}" destId="{0BF1E616-3C10-7D49-ACFC-94AFA41E16C2}" srcOrd="0" destOrd="0" presId="urn:microsoft.com/office/officeart/2005/8/layout/lProcess3"/>
    <dgm:cxn modelId="{3BC84D72-5DFC-5143-93B8-ADDD84422BAC}" type="presParOf" srcId="{6EF0DAFE-F3C0-C84F-BAC1-2A88E3266AA3}" destId="{616E5767-65C4-1C40-8149-DFA7969ABF93}" srcOrd="1" destOrd="0" presId="urn:microsoft.com/office/officeart/2005/8/layout/lProcess3"/>
    <dgm:cxn modelId="{B054EB3B-A619-BD40-9082-5DD995556681}" type="presParOf" srcId="{6EF0DAFE-F3C0-C84F-BAC1-2A88E3266AA3}" destId="{969A6578-FBEE-9445-BDF8-F946B71A4859}" srcOrd="2" destOrd="0" presId="urn:microsoft.com/office/officeart/2005/8/layout/lProcess3"/>
    <dgm:cxn modelId="{283A9EFB-A312-2243-A16A-E0947FD0B7CB}" type="presParOf" srcId="{53DD693C-34BC-8141-A060-E81AD1B5485D}" destId="{AD66821E-6BA6-0144-96A9-E0DAA9F7D7E2}" srcOrd="3" destOrd="0" presId="urn:microsoft.com/office/officeart/2005/8/layout/lProcess3"/>
    <dgm:cxn modelId="{D05FF98D-6489-1348-AAF3-F30635421092}" type="presParOf" srcId="{53DD693C-34BC-8141-A060-E81AD1B5485D}" destId="{C41296D5-EE8F-A845-A502-F57C9F09F44E}" srcOrd="4" destOrd="0" presId="urn:microsoft.com/office/officeart/2005/8/layout/lProcess3"/>
    <dgm:cxn modelId="{DC08CA77-E959-834C-948F-26082513CE91}" type="presParOf" srcId="{C41296D5-EE8F-A845-A502-F57C9F09F44E}" destId="{BB77F516-8C3B-034C-9646-3D72F6150A07}" srcOrd="0" destOrd="0" presId="urn:microsoft.com/office/officeart/2005/8/layout/lProcess3"/>
    <dgm:cxn modelId="{0C62A5F1-DDC6-2E48-B6FB-DA12A1987CBB}" type="presParOf" srcId="{C41296D5-EE8F-A845-A502-F57C9F09F44E}" destId="{02181FCE-C051-914F-B089-5D3B579C1E52}" srcOrd="1" destOrd="0" presId="urn:microsoft.com/office/officeart/2005/8/layout/lProcess3"/>
    <dgm:cxn modelId="{D796ED18-5CD6-A04A-9A5A-CA2CD0A342C0}" type="presParOf" srcId="{C41296D5-EE8F-A845-A502-F57C9F09F44E}" destId="{22435F35-C378-E14C-9713-90207D956007}" srcOrd="2"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6A5D447-53D4-D946-8642-54DC72923ACE}" type="doc">
      <dgm:prSet loTypeId="urn:microsoft.com/office/officeart/2005/8/layout/lProcess3" loCatId="" qsTypeId="urn:microsoft.com/office/officeart/2005/8/quickstyle/simple1" qsCatId="simple" csTypeId="urn:microsoft.com/office/officeart/2005/8/colors/colorful1" csCatId="colorful" phldr="1"/>
      <dgm:spPr/>
      <dgm:t>
        <a:bodyPr/>
        <a:lstStyle/>
        <a:p>
          <a:endParaRPr lang="en-GB"/>
        </a:p>
      </dgm:t>
    </dgm:pt>
    <dgm:pt modelId="{1DB15D3C-30A7-6746-BB8A-2EF732518691}">
      <dgm:prSet phldrT="[Text]" custT="1"/>
      <dgm:spPr/>
      <dgm:t>
        <a:bodyPr/>
        <a:lstStyle/>
        <a:p>
          <a:r>
            <a:rPr lang="en-IN" sz="2800" b="1" i="0" u="none" dirty="0"/>
            <a:t>Targeted Ads</a:t>
          </a:r>
          <a:endParaRPr lang="en-GB" sz="2800" dirty="0"/>
        </a:p>
      </dgm:t>
    </dgm:pt>
    <dgm:pt modelId="{02B0FA5F-7A7C-074B-BE4A-1CB1FD472C26}" type="parTrans" cxnId="{90487A52-618C-ED44-8976-59C1254C7894}">
      <dgm:prSet/>
      <dgm:spPr/>
      <dgm:t>
        <a:bodyPr/>
        <a:lstStyle/>
        <a:p>
          <a:endParaRPr lang="en-GB"/>
        </a:p>
      </dgm:t>
    </dgm:pt>
    <dgm:pt modelId="{628C47B1-583A-844C-B0FA-DDE7D946BA23}" type="sibTrans" cxnId="{90487A52-618C-ED44-8976-59C1254C7894}">
      <dgm:prSet/>
      <dgm:spPr/>
      <dgm:t>
        <a:bodyPr/>
        <a:lstStyle/>
        <a:p>
          <a:endParaRPr lang="en-GB"/>
        </a:p>
      </dgm:t>
    </dgm:pt>
    <dgm:pt modelId="{4DE07911-9155-D846-B103-C481105343AA}">
      <dgm:prSet phldrT="[Text]"/>
      <dgm:spPr/>
      <dgm:t>
        <a:bodyPr/>
        <a:lstStyle/>
        <a:p>
          <a:r>
            <a:rPr lang="en-IN" b="0" i="0" u="none" dirty="0"/>
            <a:t>Use social media ads to reach specific demographics.</a:t>
          </a:r>
          <a:endParaRPr lang="en-GB" dirty="0"/>
        </a:p>
      </dgm:t>
    </dgm:pt>
    <dgm:pt modelId="{85A21C30-D13B-704C-81AE-7182C06E360A}" type="parTrans" cxnId="{EA6E2C9D-D4DE-9147-91DE-454FE36275D8}">
      <dgm:prSet/>
      <dgm:spPr/>
      <dgm:t>
        <a:bodyPr/>
        <a:lstStyle/>
        <a:p>
          <a:endParaRPr lang="en-GB"/>
        </a:p>
      </dgm:t>
    </dgm:pt>
    <dgm:pt modelId="{D0B6A806-011D-3F44-93C4-8147452C711C}" type="sibTrans" cxnId="{EA6E2C9D-D4DE-9147-91DE-454FE36275D8}">
      <dgm:prSet/>
      <dgm:spPr/>
      <dgm:t>
        <a:bodyPr/>
        <a:lstStyle/>
        <a:p>
          <a:endParaRPr lang="en-GB"/>
        </a:p>
      </dgm:t>
    </dgm:pt>
    <dgm:pt modelId="{9271987E-84A6-2F44-AE9F-23A24686670F}">
      <dgm:prSet phldrT="[Text]" custT="1"/>
      <dgm:spPr/>
      <dgm:t>
        <a:bodyPr/>
        <a:lstStyle/>
        <a:p>
          <a:r>
            <a:rPr lang="en-IN" sz="2800" b="1" i="0" u="none" dirty="0"/>
            <a:t>Budgeting</a:t>
          </a:r>
          <a:endParaRPr lang="en-GB" sz="2800" dirty="0"/>
        </a:p>
      </dgm:t>
    </dgm:pt>
    <dgm:pt modelId="{673D1BE9-5BE2-E145-AF4A-51453F8031F7}" type="parTrans" cxnId="{80C6FA5F-F38A-9045-8FE5-6CDAFA6B4603}">
      <dgm:prSet/>
      <dgm:spPr/>
      <dgm:t>
        <a:bodyPr/>
        <a:lstStyle/>
        <a:p>
          <a:endParaRPr lang="en-GB"/>
        </a:p>
      </dgm:t>
    </dgm:pt>
    <dgm:pt modelId="{45B90491-A11A-5D4F-89B4-F9867B784535}" type="sibTrans" cxnId="{80C6FA5F-F38A-9045-8FE5-6CDAFA6B4603}">
      <dgm:prSet/>
      <dgm:spPr/>
      <dgm:t>
        <a:bodyPr/>
        <a:lstStyle/>
        <a:p>
          <a:endParaRPr lang="en-GB"/>
        </a:p>
      </dgm:t>
    </dgm:pt>
    <dgm:pt modelId="{1399E7D7-A39B-CC47-BF21-D3C310444323}">
      <dgm:prSet phldrT="[Text]"/>
      <dgm:spPr/>
      <dgm:t>
        <a:bodyPr/>
        <a:lstStyle/>
        <a:p>
          <a:r>
            <a:rPr lang="en-IN" b="0" i="0" u="none" dirty="0"/>
            <a:t>Allocate a budget for paid campaigns.</a:t>
          </a:r>
          <a:endParaRPr lang="en-GB" dirty="0"/>
        </a:p>
      </dgm:t>
    </dgm:pt>
    <dgm:pt modelId="{DE60CD01-E350-C440-826C-F9BE21847527}" type="parTrans" cxnId="{9E025025-0ED5-3F43-8E8E-B7AD098F08C5}">
      <dgm:prSet/>
      <dgm:spPr/>
      <dgm:t>
        <a:bodyPr/>
        <a:lstStyle/>
        <a:p>
          <a:endParaRPr lang="en-GB"/>
        </a:p>
      </dgm:t>
    </dgm:pt>
    <dgm:pt modelId="{5523D2B6-5E1C-3F48-A9E7-186FEA704B4E}" type="sibTrans" cxnId="{9E025025-0ED5-3F43-8E8E-B7AD098F08C5}">
      <dgm:prSet/>
      <dgm:spPr/>
      <dgm:t>
        <a:bodyPr/>
        <a:lstStyle/>
        <a:p>
          <a:endParaRPr lang="en-GB"/>
        </a:p>
      </dgm:t>
    </dgm:pt>
    <dgm:pt modelId="{51CCCB7F-9347-0545-8852-7CD90468F8B2}">
      <dgm:prSet phldrT="[Text]" custT="1"/>
      <dgm:spPr/>
      <dgm:t>
        <a:bodyPr/>
        <a:lstStyle/>
        <a:p>
          <a:r>
            <a:rPr lang="en-IN" sz="2800" b="1" i="0" u="none" dirty="0"/>
            <a:t>A/B Testing</a:t>
          </a:r>
          <a:endParaRPr lang="en-GB" sz="3200" dirty="0"/>
        </a:p>
      </dgm:t>
    </dgm:pt>
    <dgm:pt modelId="{BC05D589-478C-B146-9800-0E0C4F877ADC}" type="parTrans" cxnId="{3D083444-A698-854E-88B5-7BD2BB621C78}">
      <dgm:prSet/>
      <dgm:spPr/>
      <dgm:t>
        <a:bodyPr/>
        <a:lstStyle/>
        <a:p>
          <a:endParaRPr lang="en-GB"/>
        </a:p>
      </dgm:t>
    </dgm:pt>
    <dgm:pt modelId="{5151A021-4E66-3847-98BA-A789AB70D2ED}" type="sibTrans" cxnId="{3D083444-A698-854E-88B5-7BD2BB621C78}">
      <dgm:prSet/>
      <dgm:spPr/>
      <dgm:t>
        <a:bodyPr/>
        <a:lstStyle/>
        <a:p>
          <a:endParaRPr lang="en-GB"/>
        </a:p>
      </dgm:t>
    </dgm:pt>
    <dgm:pt modelId="{3079C7C9-5FA2-9B43-AB4E-9837F5FFE801}">
      <dgm:prSet phldrT="[Text]"/>
      <dgm:spPr/>
      <dgm:t>
        <a:bodyPr/>
        <a:lstStyle/>
        <a:p>
          <a:r>
            <a:rPr lang="en-IN" b="0" i="0" u="none" dirty="0"/>
            <a:t>Test different ad creatives and strategies to see what works best.</a:t>
          </a:r>
          <a:endParaRPr lang="en-GB" dirty="0"/>
        </a:p>
      </dgm:t>
    </dgm:pt>
    <dgm:pt modelId="{B14649A8-FD18-DD43-9BF3-670E4F468CF9}" type="parTrans" cxnId="{A9094DF4-6BA8-6845-BF66-DFBADF8E0D82}">
      <dgm:prSet/>
      <dgm:spPr/>
      <dgm:t>
        <a:bodyPr/>
        <a:lstStyle/>
        <a:p>
          <a:endParaRPr lang="en-GB"/>
        </a:p>
      </dgm:t>
    </dgm:pt>
    <dgm:pt modelId="{77E3F295-4CBD-8F4C-96AE-9702EB027A3E}" type="sibTrans" cxnId="{A9094DF4-6BA8-6845-BF66-DFBADF8E0D82}">
      <dgm:prSet/>
      <dgm:spPr/>
      <dgm:t>
        <a:bodyPr/>
        <a:lstStyle/>
        <a:p>
          <a:endParaRPr lang="en-GB"/>
        </a:p>
      </dgm:t>
    </dgm:pt>
    <dgm:pt modelId="{53DD693C-34BC-8141-A060-E81AD1B5485D}" type="pres">
      <dgm:prSet presAssocID="{96A5D447-53D4-D946-8642-54DC72923ACE}" presName="Name0" presStyleCnt="0">
        <dgm:presLayoutVars>
          <dgm:chPref val="3"/>
          <dgm:dir/>
          <dgm:animLvl val="lvl"/>
          <dgm:resizeHandles/>
        </dgm:presLayoutVars>
      </dgm:prSet>
      <dgm:spPr/>
    </dgm:pt>
    <dgm:pt modelId="{FC24848A-5D86-144C-A012-61E76BAE6EB9}" type="pres">
      <dgm:prSet presAssocID="{1DB15D3C-30A7-6746-BB8A-2EF732518691}" presName="horFlow" presStyleCnt="0"/>
      <dgm:spPr/>
    </dgm:pt>
    <dgm:pt modelId="{AB8F35AE-0482-3140-9574-7E50E9CC91D5}" type="pres">
      <dgm:prSet presAssocID="{1DB15D3C-30A7-6746-BB8A-2EF732518691}" presName="bigChev" presStyleLbl="node1" presStyleIdx="0" presStyleCnt="3" custScaleX="147843"/>
      <dgm:spPr/>
    </dgm:pt>
    <dgm:pt modelId="{8E2377AD-1107-1040-B18B-59F653FBB5B1}" type="pres">
      <dgm:prSet presAssocID="{85A21C30-D13B-704C-81AE-7182C06E360A}" presName="parTrans" presStyleCnt="0"/>
      <dgm:spPr/>
    </dgm:pt>
    <dgm:pt modelId="{40BA5ECF-D7AA-1747-9B44-8CB9F1035596}" type="pres">
      <dgm:prSet presAssocID="{4DE07911-9155-D846-B103-C481105343AA}" presName="node" presStyleLbl="alignAccFollowNode1" presStyleIdx="0" presStyleCnt="3" custScaleX="391903">
        <dgm:presLayoutVars>
          <dgm:bulletEnabled val="1"/>
        </dgm:presLayoutVars>
      </dgm:prSet>
      <dgm:spPr/>
    </dgm:pt>
    <dgm:pt modelId="{E3EFECA6-222C-AF4D-92F2-E55620000285}" type="pres">
      <dgm:prSet presAssocID="{1DB15D3C-30A7-6746-BB8A-2EF732518691}" presName="vSp" presStyleCnt="0"/>
      <dgm:spPr/>
    </dgm:pt>
    <dgm:pt modelId="{6EF0DAFE-F3C0-C84F-BAC1-2A88E3266AA3}" type="pres">
      <dgm:prSet presAssocID="{9271987E-84A6-2F44-AE9F-23A24686670F}" presName="horFlow" presStyleCnt="0"/>
      <dgm:spPr/>
    </dgm:pt>
    <dgm:pt modelId="{0BF1E616-3C10-7D49-ACFC-94AFA41E16C2}" type="pres">
      <dgm:prSet presAssocID="{9271987E-84A6-2F44-AE9F-23A24686670F}" presName="bigChev" presStyleLbl="node1" presStyleIdx="1" presStyleCnt="3" custScaleX="147843"/>
      <dgm:spPr/>
    </dgm:pt>
    <dgm:pt modelId="{616E5767-65C4-1C40-8149-DFA7969ABF93}" type="pres">
      <dgm:prSet presAssocID="{DE60CD01-E350-C440-826C-F9BE21847527}" presName="parTrans" presStyleCnt="0"/>
      <dgm:spPr/>
    </dgm:pt>
    <dgm:pt modelId="{969A6578-FBEE-9445-BDF8-F946B71A4859}" type="pres">
      <dgm:prSet presAssocID="{1399E7D7-A39B-CC47-BF21-D3C310444323}" presName="node" presStyleLbl="alignAccFollowNode1" presStyleIdx="1" presStyleCnt="3" custScaleX="391903">
        <dgm:presLayoutVars>
          <dgm:bulletEnabled val="1"/>
        </dgm:presLayoutVars>
      </dgm:prSet>
      <dgm:spPr/>
    </dgm:pt>
    <dgm:pt modelId="{AD66821E-6BA6-0144-96A9-E0DAA9F7D7E2}" type="pres">
      <dgm:prSet presAssocID="{9271987E-84A6-2F44-AE9F-23A24686670F}" presName="vSp" presStyleCnt="0"/>
      <dgm:spPr/>
    </dgm:pt>
    <dgm:pt modelId="{C41296D5-EE8F-A845-A502-F57C9F09F44E}" type="pres">
      <dgm:prSet presAssocID="{51CCCB7F-9347-0545-8852-7CD90468F8B2}" presName="horFlow" presStyleCnt="0"/>
      <dgm:spPr/>
    </dgm:pt>
    <dgm:pt modelId="{BB77F516-8C3B-034C-9646-3D72F6150A07}" type="pres">
      <dgm:prSet presAssocID="{51CCCB7F-9347-0545-8852-7CD90468F8B2}" presName="bigChev" presStyleLbl="node1" presStyleIdx="2" presStyleCnt="3" custScaleX="147843"/>
      <dgm:spPr/>
    </dgm:pt>
    <dgm:pt modelId="{02181FCE-C051-914F-B089-5D3B579C1E52}" type="pres">
      <dgm:prSet presAssocID="{B14649A8-FD18-DD43-9BF3-670E4F468CF9}" presName="parTrans" presStyleCnt="0"/>
      <dgm:spPr/>
    </dgm:pt>
    <dgm:pt modelId="{22435F35-C378-E14C-9713-90207D956007}" type="pres">
      <dgm:prSet presAssocID="{3079C7C9-5FA2-9B43-AB4E-9837F5FFE801}" presName="node" presStyleLbl="alignAccFollowNode1" presStyleIdx="2" presStyleCnt="3" custScaleX="391903">
        <dgm:presLayoutVars>
          <dgm:bulletEnabled val="1"/>
        </dgm:presLayoutVars>
      </dgm:prSet>
      <dgm:spPr/>
    </dgm:pt>
  </dgm:ptLst>
  <dgm:cxnLst>
    <dgm:cxn modelId="{9E025025-0ED5-3F43-8E8E-B7AD098F08C5}" srcId="{9271987E-84A6-2F44-AE9F-23A24686670F}" destId="{1399E7D7-A39B-CC47-BF21-D3C310444323}" srcOrd="0" destOrd="0" parTransId="{DE60CD01-E350-C440-826C-F9BE21847527}" sibTransId="{5523D2B6-5E1C-3F48-A9E7-186FEA704B4E}"/>
    <dgm:cxn modelId="{C5D3D137-042D-1F4D-9993-FEB61EBCF598}" type="presOf" srcId="{96A5D447-53D4-D946-8642-54DC72923ACE}" destId="{53DD693C-34BC-8141-A060-E81AD1B5485D}" srcOrd="0" destOrd="0" presId="urn:microsoft.com/office/officeart/2005/8/layout/lProcess3"/>
    <dgm:cxn modelId="{80C6FA5F-F38A-9045-8FE5-6CDAFA6B4603}" srcId="{96A5D447-53D4-D946-8642-54DC72923ACE}" destId="{9271987E-84A6-2F44-AE9F-23A24686670F}" srcOrd="1" destOrd="0" parTransId="{673D1BE9-5BE2-E145-AF4A-51453F8031F7}" sibTransId="{45B90491-A11A-5D4F-89B4-F9867B784535}"/>
    <dgm:cxn modelId="{3D083444-A698-854E-88B5-7BD2BB621C78}" srcId="{96A5D447-53D4-D946-8642-54DC72923ACE}" destId="{51CCCB7F-9347-0545-8852-7CD90468F8B2}" srcOrd="2" destOrd="0" parTransId="{BC05D589-478C-B146-9800-0E0C4F877ADC}" sibTransId="{5151A021-4E66-3847-98BA-A789AB70D2ED}"/>
    <dgm:cxn modelId="{90487A52-618C-ED44-8976-59C1254C7894}" srcId="{96A5D447-53D4-D946-8642-54DC72923ACE}" destId="{1DB15D3C-30A7-6746-BB8A-2EF732518691}" srcOrd="0" destOrd="0" parTransId="{02B0FA5F-7A7C-074B-BE4A-1CB1FD472C26}" sibTransId="{628C47B1-583A-844C-B0FA-DDE7D946BA23}"/>
    <dgm:cxn modelId="{E56B8C54-880B-F147-8F96-96E790B13E3F}" type="presOf" srcId="{1399E7D7-A39B-CC47-BF21-D3C310444323}" destId="{969A6578-FBEE-9445-BDF8-F946B71A4859}" srcOrd="0" destOrd="0" presId="urn:microsoft.com/office/officeart/2005/8/layout/lProcess3"/>
    <dgm:cxn modelId="{800DC175-997C-0943-9831-69E9A7447706}" type="presOf" srcId="{9271987E-84A6-2F44-AE9F-23A24686670F}" destId="{0BF1E616-3C10-7D49-ACFC-94AFA41E16C2}" srcOrd="0" destOrd="0" presId="urn:microsoft.com/office/officeart/2005/8/layout/lProcess3"/>
    <dgm:cxn modelId="{6438BC7D-F41B-A54D-BB8E-037C32648FED}" type="presOf" srcId="{4DE07911-9155-D846-B103-C481105343AA}" destId="{40BA5ECF-D7AA-1747-9B44-8CB9F1035596}" srcOrd="0" destOrd="0" presId="urn:microsoft.com/office/officeart/2005/8/layout/lProcess3"/>
    <dgm:cxn modelId="{EA6E2C9D-D4DE-9147-91DE-454FE36275D8}" srcId="{1DB15D3C-30A7-6746-BB8A-2EF732518691}" destId="{4DE07911-9155-D846-B103-C481105343AA}" srcOrd="0" destOrd="0" parTransId="{85A21C30-D13B-704C-81AE-7182C06E360A}" sibTransId="{D0B6A806-011D-3F44-93C4-8147452C711C}"/>
    <dgm:cxn modelId="{09DD00D4-1183-1A46-B942-266B10F2126D}" type="presOf" srcId="{3079C7C9-5FA2-9B43-AB4E-9837F5FFE801}" destId="{22435F35-C378-E14C-9713-90207D956007}" srcOrd="0" destOrd="0" presId="urn:microsoft.com/office/officeart/2005/8/layout/lProcess3"/>
    <dgm:cxn modelId="{586323EC-33CA-584D-B37E-23F4D5D98561}" type="presOf" srcId="{1DB15D3C-30A7-6746-BB8A-2EF732518691}" destId="{AB8F35AE-0482-3140-9574-7E50E9CC91D5}" srcOrd="0" destOrd="0" presId="urn:microsoft.com/office/officeart/2005/8/layout/lProcess3"/>
    <dgm:cxn modelId="{A9094DF4-6BA8-6845-BF66-DFBADF8E0D82}" srcId="{51CCCB7F-9347-0545-8852-7CD90468F8B2}" destId="{3079C7C9-5FA2-9B43-AB4E-9837F5FFE801}" srcOrd="0" destOrd="0" parTransId="{B14649A8-FD18-DD43-9BF3-670E4F468CF9}" sibTransId="{77E3F295-4CBD-8F4C-96AE-9702EB027A3E}"/>
    <dgm:cxn modelId="{2103D8FD-0A8C-F24B-A780-09E5B6AF55D6}" type="presOf" srcId="{51CCCB7F-9347-0545-8852-7CD90468F8B2}" destId="{BB77F516-8C3B-034C-9646-3D72F6150A07}" srcOrd="0" destOrd="0" presId="urn:microsoft.com/office/officeart/2005/8/layout/lProcess3"/>
    <dgm:cxn modelId="{9C9D5243-1972-0F49-B2B4-E26619F58B73}" type="presParOf" srcId="{53DD693C-34BC-8141-A060-E81AD1B5485D}" destId="{FC24848A-5D86-144C-A012-61E76BAE6EB9}" srcOrd="0" destOrd="0" presId="urn:microsoft.com/office/officeart/2005/8/layout/lProcess3"/>
    <dgm:cxn modelId="{C2E686FC-A0D7-044C-A080-F64391EF8160}" type="presParOf" srcId="{FC24848A-5D86-144C-A012-61E76BAE6EB9}" destId="{AB8F35AE-0482-3140-9574-7E50E9CC91D5}" srcOrd="0" destOrd="0" presId="urn:microsoft.com/office/officeart/2005/8/layout/lProcess3"/>
    <dgm:cxn modelId="{F9B1DAE9-D87A-204F-8B4A-AE5FED78BE7E}" type="presParOf" srcId="{FC24848A-5D86-144C-A012-61E76BAE6EB9}" destId="{8E2377AD-1107-1040-B18B-59F653FBB5B1}" srcOrd="1" destOrd="0" presId="urn:microsoft.com/office/officeart/2005/8/layout/lProcess3"/>
    <dgm:cxn modelId="{DEEA4893-2CF1-A14A-96D9-F129B56077E9}" type="presParOf" srcId="{FC24848A-5D86-144C-A012-61E76BAE6EB9}" destId="{40BA5ECF-D7AA-1747-9B44-8CB9F1035596}" srcOrd="2" destOrd="0" presId="urn:microsoft.com/office/officeart/2005/8/layout/lProcess3"/>
    <dgm:cxn modelId="{B5490AF4-6139-8C42-84B0-7708E11975CC}" type="presParOf" srcId="{53DD693C-34BC-8141-A060-E81AD1B5485D}" destId="{E3EFECA6-222C-AF4D-92F2-E55620000285}" srcOrd="1" destOrd="0" presId="urn:microsoft.com/office/officeart/2005/8/layout/lProcess3"/>
    <dgm:cxn modelId="{65C90F51-A443-904D-BFAF-B78C03B4CC96}" type="presParOf" srcId="{53DD693C-34BC-8141-A060-E81AD1B5485D}" destId="{6EF0DAFE-F3C0-C84F-BAC1-2A88E3266AA3}" srcOrd="2" destOrd="0" presId="urn:microsoft.com/office/officeart/2005/8/layout/lProcess3"/>
    <dgm:cxn modelId="{1E49AEAB-70EE-C348-9CD0-D438E1A8B026}" type="presParOf" srcId="{6EF0DAFE-F3C0-C84F-BAC1-2A88E3266AA3}" destId="{0BF1E616-3C10-7D49-ACFC-94AFA41E16C2}" srcOrd="0" destOrd="0" presId="urn:microsoft.com/office/officeart/2005/8/layout/lProcess3"/>
    <dgm:cxn modelId="{3BC84D72-5DFC-5143-93B8-ADDD84422BAC}" type="presParOf" srcId="{6EF0DAFE-F3C0-C84F-BAC1-2A88E3266AA3}" destId="{616E5767-65C4-1C40-8149-DFA7969ABF93}" srcOrd="1" destOrd="0" presId="urn:microsoft.com/office/officeart/2005/8/layout/lProcess3"/>
    <dgm:cxn modelId="{B054EB3B-A619-BD40-9082-5DD995556681}" type="presParOf" srcId="{6EF0DAFE-F3C0-C84F-BAC1-2A88E3266AA3}" destId="{969A6578-FBEE-9445-BDF8-F946B71A4859}" srcOrd="2" destOrd="0" presId="urn:microsoft.com/office/officeart/2005/8/layout/lProcess3"/>
    <dgm:cxn modelId="{283A9EFB-A312-2243-A16A-E0947FD0B7CB}" type="presParOf" srcId="{53DD693C-34BC-8141-A060-E81AD1B5485D}" destId="{AD66821E-6BA6-0144-96A9-E0DAA9F7D7E2}" srcOrd="3" destOrd="0" presId="urn:microsoft.com/office/officeart/2005/8/layout/lProcess3"/>
    <dgm:cxn modelId="{D05FF98D-6489-1348-AAF3-F30635421092}" type="presParOf" srcId="{53DD693C-34BC-8141-A060-E81AD1B5485D}" destId="{C41296D5-EE8F-A845-A502-F57C9F09F44E}" srcOrd="4" destOrd="0" presId="urn:microsoft.com/office/officeart/2005/8/layout/lProcess3"/>
    <dgm:cxn modelId="{DC08CA77-E959-834C-948F-26082513CE91}" type="presParOf" srcId="{C41296D5-EE8F-A845-A502-F57C9F09F44E}" destId="{BB77F516-8C3B-034C-9646-3D72F6150A07}" srcOrd="0" destOrd="0" presId="urn:microsoft.com/office/officeart/2005/8/layout/lProcess3"/>
    <dgm:cxn modelId="{0C62A5F1-DDC6-2E48-B6FB-DA12A1987CBB}" type="presParOf" srcId="{C41296D5-EE8F-A845-A502-F57C9F09F44E}" destId="{02181FCE-C051-914F-B089-5D3B579C1E52}" srcOrd="1" destOrd="0" presId="urn:microsoft.com/office/officeart/2005/8/layout/lProcess3"/>
    <dgm:cxn modelId="{D796ED18-5CD6-A04A-9A5A-CA2CD0A342C0}" type="presParOf" srcId="{C41296D5-EE8F-A845-A502-F57C9F09F44E}" destId="{22435F35-C378-E14C-9713-90207D956007}" srcOrd="2"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6A5D447-53D4-D946-8642-54DC72923ACE}" type="doc">
      <dgm:prSet loTypeId="urn:microsoft.com/office/officeart/2005/8/layout/lProcess3" loCatId="" qsTypeId="urn:microsoft.com/office/officeart/2005/8/quickstyle/simple1" qsCatId="simple" csTypeId="urn:microsoft.com/office/officeart/2005/8/colors/colorful1" csCatId="colorful" phldr="1"/>
      <dgm:spPr/>
      <dgm:t>
        <a:bodyPr/>
        <a:lstStyle/>
        <a:p>
          <a:endParaRPr lang="en-GB"/>
        </a:p>
      </dgm:t>
    </dgm:pt>
    <dgm:pt modelId="{1DB15D3C-30A7-6746-BB8A-2EF732518691}">
      <dgm:prSet phldrT="[Text]" custT="1"/>
      <dgm:spPr/>
      <dgm:t>
        <a:bodyPr/>
        <a:lstStyle/>
        <a:p>
          <a:r>
            <a:rPr lang="en-IN" sz="2400" b="1" i="0" u="none" dirty="0"/>
            <a:t>Respond to Comments and Messages</a:t>
          </a:r>
          <a:endParaRPr lang="en-GB" sz="2400" dirty="0"/>
        </a:p>
      </dgm:t>
    </dgm:pt>
    <dgm:pt modelId="{02B0FA5F-7A7C-074B-BE4A-1CB1FD472C26}" type="parTrans" cxnId="{90487A52-618C-ED44-8976-59C1254C7894}">
      <dgm:prSet/>
      <dgm:spPr/>
      <dgm:t>
        <a:bodyPr/>
        <a:lstStyle/>
        <a:p>
          <a:endParaRPr lang="en-GB"/>
        </a:p>
      </dgm:t>
    </dgm:pt>
    <dgm:pt modelId="{628C47B1-583A-844C-B0FA-DDE7D946BA23}" type="sibTrans" cxnId="{90487A52-618C-ED44-8976-59C1254C7894}">
      <dgm:prSet/>
      <dgm:spPr/>
      <dgm:t>
        <a:bodyPr/>
        <a:lstStyle/>
        <a:p>
          <a:endParaRPr lang="en-GB"/>
        </a:p>
      </dgm:t>
    </dgm:pt>
    <dgm:pt modelId="{4DE07911-9155-D846-B103-C481105343AA}">
      <dgm:prSet phldrT="[Text]"/>
      <dgm:spPr/>
      <dgm:t>
        <a:bodyPr/>
        <a:lstStyle/>
        <a:p>
          <a:r>
            <a:rPr lang="en-IN" b="0" i="0" u="none" dirty="0"/>
            <a:t>Show that you value your audience’s input.</a:t>
          </a:r>
          <a:endParaRPr lang="en-GB" dirty="0"/>
        </a:p>
      </dgm:t>
    </dgm:pt>
    <dgm:pt modelId="{85A21C30-D13B-704C-81AE-7182C06E360A}" type="parTrans" cxnId="{EA6E2C9D-D4DE-9147-91DE-454FE36275D8}">
      <dgm:prSet/>
      <dgm:spPr/>
      <dgm:t>
        <a:bodyPr/>
        <a:lstStyle/>
        <a:p>
          <a:endParaRPr lang="en-GB"/>
        </a:p>
      </dgm:t>
    </dgm:pt>
    <dgm:pt modelId="{D0B6A806-011D-3F44-93C4-8147452C711C}" type="sibTrans" cxnId="{EA6E2C9D-D4DE-9147-91DE-454FE36275D8}">
      <dgm:prSet/>
      <dgm:spPr/>
      <dgm:t>
        <a:bodyPr/>
        <a:lstStyle/>
        <a:p>
          <a:endParaRPr lang="en-GB"/>
        </a:p>
      </dgm:t>
    </dgm:pt>
    <dgm:pt modelId="{9271987E-84A6-2F44-AE9F-23A24686670F}">
      <dgm:prSet phldrT="[Text]" custT="1"/>
      <dgm:spPr/>
      <dgm:t>
        <a:bodyPr/>
        <a:lstStyle/>
        <a:p>
          <a:r>
            <a:rPr lang="en-IN" sz="2800" b="1" i="0" u="none" dirty="0"/>
            <a:t>Host Live Sessions</a:t>
          </a:r>
          <a:endParaRPr lang="en-GB" sz="2800" dirty="0"/>
        </a:p>
      </dgm:t>
    </dgm:pt>
    <dgm:pt modelId="{673D1BE9-5BE2-E145-AF4A-51453F8031F7}" type="parTrans" cxnId="{80C6FA5F-F38A-9045-8FE5-6CDAFA6B4603}">
      <dgm:prSet/>
      <dgm:spPr/>
      <dgm:t>
        <a:bodyPr/>
        <a:lstStyle/>
        <a:p>
          <a:endParaRPr lang="en-GB"/>
        </a:p>
      </dgm:t>
    </dgm:pt>
    <dgm:pt modelId="{45B90491-A11A-5D4F-89B4-F9867B784535}" type="sibTrans" cxnId="{80C6FA5F-F38A-9045-8FE5-6CDAFA6B4603}">
      <dgm:prSet/>
      <dgm:spPr/>
      <dgm:t>
        <a:bodyPr/>
        <a:lstStyle/>
        <a:p>
          <a:endParaRPr lang="en-GB"/>
        </a:p>
      </dgm:t>
    </dgm:pt>
    <dgm:pt modelId="{1399E7D7-A39B-CC47-BF21-D3C310444323}">
      <dgm:prSet phldrT="[Text]"/>
      <dgm:spPr/>
      <dgm:t>
        <a:bodyPr/>
        <a:lstStyle/>
        <a:p>
          <a:r>
            <a:rPr lang="en-IN" b="0" i="0" u="none" dirty="0"/>
            <a:t>Engage in real-time with your followers through live videos.</a:t>
          </a:r>
          <a:endParaRPr lang="en-GB" dirty="0"/>
        </a:p>
      </dgm:t>
    </dgm:pt>
    <dgm:pt modelId="{DE60CD01-E350-C440-826C-F9BE21847527}" type="parTrans" cxnId="{9E025025-0ED5-3F43-8E8E-B7AD098F08C5}">
      <dgm:prSet/>
      <dgm:spPr/>
      <dgm:t>
        <a:bodyPr/>
        <a:lstStyle/>
        <a:p>
          <a:endParaRPr lang="en-GB"/>
        </a:p>
      </dgm:t>
    </dgm:pt>
    <dgm:pt modelId="{5523D2B6-5E1C-3F48-A9E7-186FEA704B4E}" type="sibTrans" cxnId="{9E025025-0ED5-3F43-8E8E-B7AD098F08C5}">
      <dgm:prSet/>
      <dgm:spPr/>
      <dgm:t>
        <a:bodyPr/>
        <a:lstStyle/>
        <a:p>
          <a:endParaRPr lang="en-GB"/>
        </a:p>
      </dgm:t>
    </dgm:pt>
    <dgm:pt modelId="{51CCCB7F-9347-0545-8852-7CD90468F8B2}">
      <dgm:prSet phldrT="[Text]" custT="1"/>
      <dgm:spPr/>
      <dgm:t>
        <a:bodyPr/>
        <a:lstStyle/>
        <a:p>
          <a:r>
            <a:rPr lang="en-IN" sz="2800" b="1" i="0" u="none" dirty="0"/>
            <a:t>User-Generated Content</a:t>
          </a:r>
          <a:endParaRPr lang="en-GB" sz="3200" dirty="0"/>
        </a:p>
      </dgm:t>
    </dgm:pt>
    <dgm:pt modelId="{BC05D589-478C-B146-9800-0E0C4F877ADC}" type="parTrans" cxnId="{3D083444-A698-854E-88B5-7BD2BB621C78}">
      <dgm:prSet/>
      <dgm:spPr/>
      <dgm:t>
        <a:bodyPr/>
        <a:lstStyle/>
        <a:p>
          <a:endParaRPr lang="en-GB"/>
        </a:p>
      </dgm:t>
    </dgm:pt>
    <dgm:pt modelId="{5151A021-4E66-3847-98BA-A789AB70D2ED}" type="sibTrans" cxnId="{3D083444-A698-854E-88B5-7BD2BB621C78}">
      <dgm:prSet/>
      <dgm:spPr/>
      <dgm:t>
        <a:bodyPr/>
        <a:lstStyle/>
        <a:p>
          <a:endParaRPr lang="en-GB"/>
        </a:p>
      </dgm:t>
    </dgm:pt>
    <dgm:pt modelId="{3079C7C9-5FA2-9B43-AB4E-9837F5FFE801}">
      <dgm:prSet phldrT="[Text]"/>
      <dgm:spPr/>
      <dgm:t>
        <a:bodyPr/>
        <a:lstStyle/>
        <a:p>
          <a:r>
            <a:rPr lang="en-IN" b="0" i="0" u="none" dirty="0"/>
            <a:t>Encourage your audience to create and share content related to your brand.</a:t>
          </a:r>
          <a:endParaRPr lang="en-GB" dirty="0"/>
        </a:p>
      </dgm:t>
    </dgm:pt>
    <dgm:pt modelId="{B14649A8-FD18-DD43-9BF3-670E4F468CF9}" type="parTrans" cxnId="{A9094DF4-6BA8-6845-BF66-DFBADF8E0D82}">
      <dgm:prSet/>
      <dgm:spPr/>
      <dgm:t>
        <a:bodyPr/>
        <a:lstStyle/>
        <a:p>
          <a:endParaRPr lang="en-GB"/>
        </a:p>
      </dgm:t>
    </dgm:pt>
    <dgm:pt modelId="{77E3F295-4CBD-8F4C-96AE-9702EB027A3E}" type="sibTrans" cxnId="{A9094DF4-6BA8-6845-BF66-DFBADF8E0D82}">
      <dgm:prSet/>
      <dgm:spPr/>
      <dgm:t>
        <a:bodyPr/>
        <a:lstStyle/>
        <a:p>
          <a:endParaRPr lang="en-GB"/>
        </a:p>
      </dgm:t>
    </dgm:pt>
    <dgm:pt modelId="{53DD693C-34BC-8141-A060-E81AD1B5485D}" type="pres">
      <dgm:prSet presAssocID="{96A5D447-53D4-D946-8642-54DC72923ACE}" presName="Name0" presStyleCnt="0">
        <dgm:presLayoutVars>
          <dgm:chPref val="3"/>
          <dgm:dir/>
          <dgm:animLvl val="lvl"/>
          <dgm:resizeHandles/>
        </dgm:presLayoutVars>
      </dgm:prSet>
      <dgm:spPr/>
    </dgm:pt>
    <dgm:pt modelId="{FC24848A-5D86-144C-A012-61E76BAE6EB9}" type="pres">
      <dgm:prSet presAssocID="{1DB15D3C-30A7-6746-BB8A-2EF732518691}" presName="horFlow" presStyleCnt="0"/>
      <dgm:spPr/>
    </dgm:pt>
    <dgm:pt modelId="{AB8F35AE-0482-3140-9574-7E50E9CC91D5}" type="pres">
      <dgm:prSet presAssocID="{1DB15D3C-30A7-6746-BB8A-2EF732518691}" presName="bigChev" presStyleLbl="node1" presStyleIdx="0" presStyleCnt="3" custScaleX="147843"/>
      <dgm:spPr/>
    </dgm:pt>
    <dgm:pt modelId="{8E2377AD-1107-1040-B18B-59F653FBB5B1}" type="pres">
      <dgm:prSet presAssocID="{85A21C30-D13B-704C-81AE-7182C06E360A}" presName="parTrans" presStyleCnt="0"/>
      <dgm:spPr/>
    </dgm:pt>
    <dgm:pt modelId="{40BA5ECF-D7AA-1747-9B44-8CB9F1035596}" type="pres">
      <dgm:prSet presAssocID="{4DE07911-9155-D846-B103-C481105343AA}" presName="node" presStyleLbl="alignAccFollowNode1" presStyleIdx="0" presStyleCnt="3" custScaleX="391903">
        <dgm:presLayoutVars>
          <dgm:bulletEnabled val="1"/>
        </dgm:presLayoutVars>
      </dgm:prSet>
      <dgm:spPr/>
    </dgm:pt>
    <dgm:pt modelId="{E3EFECA6-222C-AF4D-92F2-E55620000285}" type="pres">
      <dgm:prSet presAssocID="{1DB15D3C-30A7-6746-BB8A-2EF732518691}" presName="vSp" presStyleCnt="0"/>
      <dgm:spPr/>
    </dgm:pt>
    <dgm:pt modelId="{6EF0DAFE-F3C0-C84F-BAC1-2A88E3266AA3}" type="pres">
      <dgm:prSet presAssocID="{9271987E-84A6-2F44-AE9F-23A24686670F}" presName="horFlow" presStyleCnt="0"/>
      <dgm:spPr/>
    </dgm:pt>
    <dgm:pt modelId="{0BF1E616-3C10-7D49-ACFC-94AFA41E16C2}" type="pres">
      <dgm:prSet presAssocID="{9271987E-84A6-2F44-AE9F-23A24686670F}" presName="bigChev" presStyleLbl="node1" presStyleIdx="1" presStyleCnt="3" custScaleX="147843"/>
      <dgm:spPr/>
    </dgm:pt>
    <dgm:pt modelId="{616E5767-65C4-1C40-8149-DFA7969ABF93}" type="pres">
      <dgm:prSet presAssocID="{DE60CD01-E350-C440-826C-F9BE21847527}" presName="parTrans" presStyleCnt="0"/>
      <dgm:spPr/>
    </dgm:pt>
    <dgm:pt modelId="{969A6578-FBEE-9445-BDF8-F946B71A4859}" type="pres">
      <dgm:prSet presAssocID="{1399E7D7-A39B-CC47-BF21-D3C310444323}" presName="node" presStyleLbl="alignAccFollowNode1" presStyleIdx="1" presStyleCnt="3" custScaleX="391903">
        <dgm:presLayoutVars>
          <dgm:bulletEnabled val="1"/>
        </dgm:presLayoutVars>
      </dgm:prSet>
      <dgm:spPr/>
    </dgm:pt>
    <dgm:pt modelId="{AD66821E-6BA6-0144-96A9-E0DAA9F7D7E2}" type="pres">
      <dgm:prSet presAssocID="{9271987E-84A6-2F44-AE9F-23A24686670F}" presName="vSp" presStyleCnt="0"/>
      <dgm:spPr/>
    </dgm:pt>
    <dgm:pt modelId="{C41296D5-EE8F-A845-A502-F57C9F09F44E}" type="pres">
      <dgm:prSet presAssocID="{51CCCB7F-9347-0545-8852-7CD90468F8B2}" presName="horFlow" presStyleCnt="0"/>
      <dgm:spPr/>
    </dgm:pt>
    <dgm:pt modelId="{BB77F516-8C3B-034C-9646-3D72F6150A07}" type="pres">
      <dgm:prSet presAssocID="{51CCCB7F-9347-0545-8852-7CD90468F8B2}" presName="bigChev" presStyleLbl="node1" presStyleIdx="2" presStyleCnt="3" custScaleX="147843"/>
      <dgm:spPr/>
    </dgm:pt>
    <dgm:pt modelId="{02181FCE-C051-914F-B089-5D3B579C1E52}" type="pres">
      <dgm:prSet presAssocID="{B14649A8-FD18-DD43-9BF3-670E4F468CF9}" presName="parTrans" presStyleCnt="0"/>
      <dgm:spPr/>
    </dgm:pt>
    <dgm:pt modelId="{22435F35-C378-E14C-9713-90207D956007}" type="pres">
      <dgm:prSet presAssocID="{3079C7C9-5FA2-9B43-AB4E-9837F5FFE801}" presName="node" presStyleLbl="alignAccFollowNode1" presStyleIdx="2" presStyleCnt="3" custScaleX="391903">
        <dgm:presLayoutVars>
          <dgm:bulletEnabled val="1"/>
        </dgm:presLayoutVars>
      </dgm:prSet>
      <dgm:spPr/>
    </dgm:pt>
  </dgm:ptLst>
  <dgm:cxnLst>
    <dgm:cxn modelId="{9E025025-0ED5-3F43-8E8E-B7AD098F08C5}" srcId="{9271987E-84A6-2F44-AE9F-23A24686670F}" destId="{1399E7D7-A39B-CC47-BF21-D3C310444323}" srcOrd="0" destOrd="0" parTransId="{DE60CD01-E350-C440-826C-F9BE21847527}" sibTransId="{5523D2B6-5E1C-3F48-A9E7-186FEA704B4E}"/>
    <dgm:cxn modelId="{C5D3D137-042D-1F4D-9993-FEB61EBCF598}" type="presOf" srcId="{96A5D447-53D4-D946-8642-54DC72923ACE}" destId="{53DD693C-34BC-8141-A060-E81AD1B5485D}" srcOrd="0" destOrd="0" presId="urn:microsoft.com/office/officeart/2005/8/layout/lProcess3"/>
    <dgm:cxn modelId="{80C6FA5F-F38A-9045-8FE5-6CDAFA6B4603}" srcId="{96A5D447-53D4-D946-8642-54DC72923ACE}" destId="{9271987E-84A6-2F44-AE9F-23A24686670F}" srcOrd="1" destOrd="0" parTransId="{673D1BE9-5BE2-E145-AF4A-51453F8031F7}" sibTransId="{45B90491-A11A-5D4F-89B4-F9867B784535}"/>
    <dgm:cxn modelId="{3D083444-A698-854E-88B5-7BD2BB621C78}" srcId="{96A5D447-53D4-D946-8642-54DC72923ACE}" destId="{51CCCB7F-9347-0545-8852-7CD90468F8B2}" srcOrd="2" destOrd="0" parTransId="{BC05D589-478C-B146-9800-0E0C4F877ADC}" sibTransId="{5151A021-4E66-3847-98BA-A789AB70D2ED}"/>
    <dgm:cxn modelId="{90487A52-618C-ED44-8976-59C1254C7894}" srcId="{96A5D447-53D4-D946-8642-54DC72923ACE}" destId="{1DB15D3C-30A7-6746-BB8A-2EF732518691}" srcOrd="0" destOrd="0" parTransId="{02B0FA5F-7A7C-074B-BE4A-1CB1FD472C26}" sibTransId="{628C47B1-583A-844C-B0FA-DDE7D946BA23}"/>
    <dgm:cxn modelId="{E56B8C54-880B-F147-8F96-96E790B13E3F}" type="presOf" srcId="{1399E7D7-A39B-CC47-BF21-D3C310444323}" destId="{969A6578-FBEE-9445-BDF8-F946B71A4859}" srcOrd="0" destOrd="0" presId="urn:microsoft.com/office/officeart/2005/8/layout/lProcess3"/>
    <dgm:cxn modelId="{800DC175-997C-0943-9831-69E9A7447706}" type="presOf" srcId="{9271987E-84A6-2F44-AE9F-23A24686670F}" destId="{0BF1E616-3C10-7D49-ACFC-94AFA41E16C2}" srcOrd="0" destOrd="0" presId="urn:microsoft.com/office/officeart/2005/8/layout/lProcess3"/>
    <dgm:cxn modelId="{6438BC7D-F41B-A54D-BB8E-037C32648FED}" type="presOf" srcId="{4DE07911-9155-D846-B103-C481105343AA}" destId="{40BA5ECF-D7AA-1747-9B44-8CB9F1035596}" srcOrd="0" destOrd="0" presId="urn:microsoft.com/office/officeart/2005/8/layout/lProcess3"/>
    <dgm:cxn modelId="{EA6E2C9D-D4DE-9147-91DE-454FE36275D8}" srcId="{1DB15D3C-30A7-6746-BB8A-2EF732518691}" destId="{4DE07911-9155-D846-B103-C481105343AA}" srcOrd="0" destOrd="0" parTransId="{85A21C30-D13B-704C-81AE-7182C06E360A}" sibTransId="{D0B6A806-011D-3F44-93C4-8147452C711C}"/>
    <dgm:cxn modelId="{09DD00D4-1183-1A46-B942-266B10F2126D}" type="presOf" srcId="{3079C7C9-5FA2-9B43-AB4E-9837F5FFE801}" destId="{22435F35-C378-E14C-9713-90207D956007}" srcOrd="0" destOrd="0" presId="urn:microsoft.com/office/officeart/2005/8/layout/lProcess3"/>
    <dgm:cxn modelId="{586323EC-33CA-584D-B37E-23F4D5D98561}" type="presOf" srcId="{1DB15D3C-30A7-6746-BB8A-2EF732518691}" destId="{AB8F35AE-0482-3140-9574-7E50E9CC91D5}" srcOrd="0" destOrd="0" presId="urn:microsoft.com/office/officeart/2005/8/layout/lProcess3"/>
    <dgm:cxn modelId="{A9094DF4-6BA8-6845-BF66-DFBADF8E0D82}" srcId="{51CCCB7F-9347-0545-8852-7CD90468F8B2}" destId="{3079C7C9-5FA2-9B43-AB4E-9837F5FFE801}" srcOrd="0" destOrd="0" parTransId="{B14649A8-FD18-DD43-9BF3-670E4F468CF9}" sibTransId="{77E3F295-4CBD-8F4C-96AE-9702EB027A3E}"/>
    <dgm:cxn modelId="{2103D8FD-0A8C-F24B-A780-09E5B6AF55D6}" type="presOf" srcId="{51CCCB7F-9347-0545-8852-7CD90468F8B2}" destId="{BB77F516-8C3B-034C-9646-3D72F6150A07}" srcOrd="0" destOrd="0" presId="urn:microsoft.com/office/officeart/2005/8/layout/lProcess3"/>
    <dgm:cxn modelId="{9C9D5243-1972-0F49-B2B4-E26619F58B73}" type="presParOf" srcId="{53DD693C-34BC-8141-A060-E81AD1B5485D}" destId="{FC24848A-5D86-144C-A012-61E76BAE6EB9}" srcOrd="0" destOrd="0" presId="urn:microsoft.com/office/officeart/2005/8/layout/lProcess3"/>
    <dgm:cxn modelId="{C2E686FC-A0D7-044C-A080-F64391EF8160}" type="presParOf" srcId="{FC24848A-5D86-144C-A012-61E76BAE6EB9}" destId="{AB8F35AE-0482-3140-9574-7E50E9CC91D5}" srcOrd="0" destOrd="0" presId="urn:microsoft.com/office/officeart/2005/8/layout/lProcess3"/>
    <dgm:cxn modelId="{F9B1DAE9-D87A-204F-8B4A-AE5FED78BE7E}" type="presParOf" srcId="{FC24848A-5D86-144C-A012-61E76BAE6EB9}" destId="{8E2377AD-1107-1040-B18B-59F653FBB5B1}" srcOrd="1" destOrd="0" presId="urn:microsoft.com/office/officeart/2005/8/layout/lProcess3"/>
    <dgm:cxn modelId="{DEEA4893-2CF1-A14A-96D9-F129B56077E9}" type="presParOf" srcId="{FC24848A-5D86-144C-A012-61E76BAE6EB9}" destId="{40BA5ECF-D7AA-1747-9B44-8CB9F1035596}" srcOrd="2" destOrd="0" presId="urn:microsoft.com/office/officeart/2005/8/layout/lProcess3"/>
    <dgm:cxn modelId="{B5490AF4-6139-8C42-84B0-7708E11975CC}" type="presParOf" srcId="{53DD693C-34BC-8141-A060-E81AD1B5485D}" destId="{E3EFECA6-222C-AF4D-92F2-E55620000285}" srcOrd="1" destOrd="0" presId="urn:microsoft.com/office/officeart/2005/8/layout/lProcess3"/>
    <dgm:cxn modelId="{65C90F51-A443-904D-BFAF-B78C03B4CC96}" type="presParOf" srcId="{53DD693C-34BC-8141-A060-E81AD1B5485D}" destId="{6EF0DAFE-F3C0-C84F-BAC1-2A88E3266AA3}" srcOrd="2" destOrd="0" presId="urn:microsoft.com/office/officeart/2005/8/layout/lProcess3"/>
    <dgm:cxn modelId="{1E49AEAB-70EE-C348-9CD0-D438E1A8B026}" type="presParOf" srcId="{6EF0DAFE-F3C0-C84F-BAC1-2A88E3266AA3}" destId="{0BF1E616-3C10-7D49-ACFC-94AFA41E16C2}" srcOrd="0" destOrd="0" presId="urn:microsoft.com/office/officeart/2005/8/layout/lProcess3"/>
    <dgm:cxn modelId="{3BC84D72-5DFC-5143-93B8-ADDD84422BAC}" type="presParOf" srcId="{6EF0DAFE-F3C0-C84F-BAC1-2A88E3266AA3}" destId="{616E5767-65C4-1C40-8149-DFA7969ABF93}" srcOrd="1" destOrd="0" presId="urn:microsoft.com/office/officeart/2005/8/layout/lProcess3"/>
    <dgm:cxn modelId="{B054EB3B-A619-BD40-9082-5DD995556681}" type="presParOf" srcId="{6EF0DAFE-F3C0-C84F-BAC1-2A88E3266AA3}" destId="{969A6578-FBEE-9445-BDF8-F946B71A4859}" srcOrd="2" destOrd="0" presId="urn:microsoft.com/office/officeart/2005/8/layout/lProcess3"/>
    <dgm:cxn modelId="{283A9EFB-A312-2243-A16A-E0947FD0B7CB}" type="presParOf" srcId="{53DD693C-34BC-8141-A060-E81AD1B5485D}" destId="{AD66821E-6BA6-0144-96A9-E0DAA9F7D7E2}" srcOrd="3" destOrd="0" presId="urn:microsoft.com/office/officeart/2005/8/layout/lProcess3"/>
    <dgm:cxn modelId="{D05FF98D-6489-1348-AAF3-F30635421092}" type="presParOf" srcId="{53DD693C-34BC-8141-A060-E81AD1B5485D}" destId="{C41296D5-EE8F-A845-A502-F57C9F09F44E}" srcOrd="4" destOrd="0" presId="urn:microsoft.com/office/officeart/2005/8/layout/lProcess3"/>
    <dgm:cxn modelId="{DC08CA77-E959-834C-948F-26082513CE91}" type="presParOf" srcId="{C41296D5-EE8F-A845-A502-F57C9F09F44E}" destId="{BB77F516-8C3B-034C-9646-3D72F6150A07}" srcOrd="0" destOrd="0" presId="urn:microsoft.com/office/officeart/2005/8/layout/lProcess3"/>
    <dgm:cxn modelId="{0C62A5F1-DDC6-2E48-B6FB-DA12A1987CBB}" type="presParOf" srcId="{C41296D5-EE8F-A845-A502-F57C9F09F44E}" destId="{02181FCE-C051-914F-B089-5D3B579C1E52}" srcOrd="1" destOrd="0" presId="urn:microsoft.com/office/officeart/2005/8/layout/lProcess3"/>
    <dgm:cxn modelId="{D796ED18-5CD6-A04A-9A5A-CA2CD0A342C0}" type="presParOf" srcId="{C41296D5-EE8F-A845-A502-F57C9F09F44E}" destId="{22435F35-C378-E14C-9713-90207D956007}" srcOrd="2"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6A5D447-53D4-D946-8642-54DC72923ACE}" type="doc">
      <dgm:prSet loTypeId="urn:microsoft.com/office/officeart/2005/8/layout/lProcess3" loCatId="" qsTypeId="urn:microsoft.com/office/officeart/2005/8/quickstyle/simple1" qsCatId="simple" csTypeId="urn:microsoft.com/office/officeart/2005/8/colors/colorful1" csCatId="colorful" phldr="1"/>
      <dgm:spPr/>
      <dgm:t>
        <a:bodyPr/>
        <a:lstStyle/>
        <a:p>
          <a:endParaRPr lang="en-GB"/>
        </a:p>
      </dgm:t>
    </dgm:pt>
    <dgm:pt modelId="{1DB15D3C-30A7-6746-BB8A-2EF732518691}">
      <dgm:prSet phldrT="[Text]" custT="1"/>
      <dgm:spPr/>
      <dgm:t>
        <a:bodyPr/>
        <a:lstStyle/>
        <a:p>
          <a:r>
            <a:rPr lang="en-IN" sz="2800" b="1" i="0" u="none" dirty="0"/>
            <a:t>Track Metrics</a:t>
          </a:r>
          <a:endParaRPr lang="en-GB" sz="2800" dirty="0"/>
        </a:p>
      </dgm:t>
    </dgm:pt>
    <dgm:pt modelId="{02B0FA5F-7A7C-074B-BE4A-1CB1FD472C26}" type="parTrans" cxnId="{90487A52-618C-ED44-8976-59C1254C7894}">
      <dgm:prSet/>
      <dgm:spPr/>
      <dgm:t>
        <a:bodyPr/>
        <a:lstStyle/>
        <a:p>
          <a:endParaRPr lang="en-GB"/>
        </a:p>
      </dgm:t>
    </dgm:pt>
    <dgm:pt modelId="{628C47B1-583A-844C-B0FA-DDE7D946BA23}" type="sibTrans" cxnId="{90487A52-618C-ED44-8976-59C1254C7894}">
      <dgm:prSet/>
      <dgm:spPr/>
      <dgm:t>
        <a:bodyPr/>
        <a:lstStyle/>
        <a:p>
          <a:endParaRPr lang="en-GB"/>
        </a:p>
      </dgm:t>
    </dgm:pt>
    <dgm:pt modelId="{4DE07911-9155-D846-B103-C481105343AA}">
      <dgm:prSet phldrT="[Text]"/>
      <dgm:spPr/>
      <dgm:t>
        <a:bodyPr/>
        <a:lstStyle/>
        <a:p>
          <a:r>
            <a:rPr lang="en-IN" b="0" i="0" u="none" dirty="0"/>
            <a:t>Monitor key performance indicators (KPIs) like engagement, reach, and conversions.</a:t>
          </a:r>
          <a:endParaRPr lang="en-GB" dirty="0"/>
        </a:p>
      </dgm:t>
    </dgm:pt>
    <dgm:pt modelId="{85A21C30-D13B-704C-81AE-7182C06E360A}" type="parTrans" cxnId="{EA6E2C9D-D4DE-9147-91DE-454FE36275D8}">
      <dgm:prSet/>
      <dgm:spPr/>
      <dgm:t>
        <a:bodyPr/>
        <a:lstStyle/>
        <a:p>
          <a:endParaRPr lang="en-GB"/>
        </a:p>
      </dgm:t>
    </dgm:pt>
    <dgm:pt modelId="{D0B6A806-011D-3F44-93C4-8147452C711C}" type="sibTrans" cxnId="{EA6E2C9D-D4DE-9147-91DE-454FE36275D8}">
      <dgm:prSet/>
      <dgm:spPr/>
      <dgm:t>
        <a:bodyPr/>
        <a:lstStyle/>
        <a:p>
          <a:endParaRPr lang="en-GB"/>
        </a:p>
      </dgm:t>
    </dgm:pt>
    <dgm:pt modelId="{9271987E-84A6-2F44-AE9F-23A24686670F}">
      <dgm:prSet phldrT="[Text]" custT="1"/>
      <dgm:spPr/>
      <dgm:t>
        <a:bodyPr/>
        <a:lstStyle/>
        <a:p>
          <a:r>
            <a:rPr lang="en-IN" sz="2800" b="1" i="0" u="none" dirty="0"/>
            <a:t>Analyse Data</a:t>
          </a:r>
          <a:endParaRPr lang="en-GB" sz="2800" dirty="0"/>
        </a:p>
      </dgm:t>
    </dgm:pt>
    <dgm:pt modelId="{673D1BE9-5BE2-E145-AF4A-51453F8031F7}" type="parTrans" cxnId="{80C6FA5F-F38A-9045-8FE5-6CDAFA6B4603}">
      <dgm:prSet/>
      <dgm:spPr/>
      <dgm:t>
        <a:bodyPr/>
        <a:lstStyle/>
        <a:p>
          <a:endParaRPr lang="en-GB"/>
        </a:p>
      </dgm:t>
    </dgm:pt>
    <dgm:pt modelId="{45B90491-A11A-5D4F-89B4-F9867B784535}" type="sibTrans" cxnId="{80C6FA5F-F38A-9045-8FE5-6CDAFA6B4603}">
      <dgm:prSet/>
      <dgm:spPr/>
      <dgm:t>
        <a:bodyPr/>
        <a:lstStyle/>
        <a:p>
          <a:endParaRPr lang="en-GB"/>
        </a:p>
      </dgm:t>
    </dgm:pt>
    <dgm:pt modelId="{1399E7D7-A39B-CC47-BF21-D3C310444323}">
      <dgm:prSet phldrT="[Text]"/>
      <dgm:spPr/>
      <dgm:t>
        <a:bodyPr/>
        <a:lstStyle/>
        <a:p>
          <a:r>
            <a:rPr lang="en-IN" b="0" i="0" u="none" dirty="0"/>
            <a:t>Use analytics tools to understand what’s working and what’s not.</a:t>
          </a:r>
          <a:endParaRPr lang="en-GB" dirty="0"/>
        </a:p>
      </dgm:t>
    </dgm:pt>
    <dgm:pt modelId="{DE60CD01-E350-C440-826C-F9BE21847527}" type="parTrans" cxnId="{9E025025-0ED5-3F43-8E8E-B7AD098F08C5}">
      <dgm:prSet/>
      <dgm:spPr/>
      <dgm:t>
        <a:bodyPr/>
        <a:lstStyle/>
        <a:p>
          <a:endParaRPr lang="en-GB"/>
        </a:p>
      </dgm:t>
    </dgm:pt>
    <dgm:pt modelId="{5523D2B6-5E1C-3F48-A9E7-186FEA704B4E}" type="sibTrans" cxnId="{9E025025-0ED5-3F43-8E8E-B7AD098F08C5}">
      <dgm:prSet/>
      <dgm:spPr/>
      <dgm:t>
        <a:bodyPr/>
        <a:lstStyle/>
        <a:p>
          <a:endParaRPr lang="en-GB"/>
        </a:p>
      </dgm:t>
    </dgm:pt>
    <dgm:pt modelId="{51CCCB7F-9347-0545-8852-7CD90468F8B2}">
      <dgm:prSet phldrT="[Text]" custT="1"/>
      <dgm:spPr/>
      <dgm:t>
        <a:bodyPr/>
        <a:lstStyle/>
        <a:p>
          <a:r>
            <a:rPr lang="en-IN" sz="2800" b="1" i="0" u="none" dirty="0"/>
            <a:t>Adjust Strategy</a:t>
          </a:r>
          <a:endParaRPr lang="en-GB" sz="3200" dirty="0"/>
        </a:p>
      </dgm:t>
    </dgm:pt>
    <dgm:pt modelId="{BC05D589-478C-B146-9800-0E0C4F877ADC}" type="parTrans" cxnId="{3D083444-A698-854E-88B5-7BD2BB621C78}">
      <dgm:prSet/>
      <dgm:spPr/>
      <dgm:t>
        <a:bodyPr/>
        <a:lstStyle/>
        <a:p>
          <a:endParaRPr lang="en-GB"/>
        </a:p>
      </dgm:t>
    </dgm:pt>
    <dgm:pt modelId="{5151A021-4E66-3847-98BA-A789AB70D2ED}" type="sibTrans" cxnId="{3D083444-A698-854E-88B5-7BD2BB621C78}">
      <dgm:prSet/>
      <dgm:spPr/>
      <dgm:t>
        <a:bodyPr/>
        <a:lstStyle/>
        <a:p>
          <a:endParaRPr lang="en-GB"/>
        </a:p>
      </dgm:t>
    </dgm:pt>
    <dgm:pt modelId="{3079C7C9-5FA2-9B43-AB4E-9837F5FFE801}">
      <dgm:prSet phldrT="[Text]"/>
      <dgm:spPr/>
      <dgm:t>
        <a:bodyPr/>
        <a:lstStyle/>
        <a:p>
          <a:r>
            <a:rPr lang="en-IN" b="0" i="0" u="none" dirty="0"/>
            <a:t>Continuously refine your strategy based on data insights.</a:t>
          </a:r>
          <a:endParaRPr lang="en-GB" dirty="0"/>
        </a:p>
      </dgm:t>
    </dgm:pt>
    <dgm:pt modelId="{B14649A8-FD18-DD43-9BF3-670E4F468CF9}" type="parTrans" cxnId="{A9094DF4-6BA8-6845-BF66-DFBADF8E0D82}">
      <dgm:prSet/>
      <dgm:spPr/>
      <dgm:t>
        <a:bodyPr/>
        <a:lstStyle/>
        <a:p>
          <a:endParaRPr lang="en-GB"/>
        </a:p>
      </dgm:t>
    </dgm:pt>
    <dgm:pt modelId="{77E3F295-4CBD-8F4C-96AE-9702EB027A3E}" type="sibTrans" cxnId="{A9094DF4-6BA8-6845-BF66-DFBADF8E0D82}">
      <dgm:prSet/>
      <dgm:spPr/>
      <dgm:t>
        <a:bodyPr/>
        <a:lstStyle/>
        <a:p>
          <a:endParaRPr lang="en-GB"/>
        </a:p>
      </dgm:t>
    </dgm:pt>
    <dgm:pt modelId="{53DD693C-34BC-8141-A060-E81AD1B5485D}" type="pres">
      <dgm:prSet presAssocID="{96A5D447-53D4-D946-8642-54DC72923ACE}" presName="Name0" presStyleCnt="0">
        <dgm:presLayoutVars>
          <dgm:chPref val="3"/>
          <dgm:dir/>
          <dgm:animLvl val="lvl"/>
          <dgm:resizeHandles/>
        </dgm:presLayoutVars>
      </dgm:prSet>
      <dgm:spPr/>
    </dgm:pt>
    <dgm:pt modelId="{FC24848A-5D86-144C-A012-61E76BAE6EB9}" type="pres">
      <dgm:prSet presAssocID="{1DB15D3C-30A7-6746-BB8A-2EF732518691}" presName="horFlow" presStyleCnt="0"/>
      <dgm:spPr/>
    </dgm:pt>
    <dgm:pt modelId="{AB8F35AE-0482-3140-9574-7E50E9CC91D5}" type="pres">
      <dgm:prSet presAssocID="{1DB15D3C-30A7-6746-BB8A-2EF732518691}" presName="bigChev" presStyleLbl="node1" presStyleIdx="0" presStyleCnt="3" custScaleX="147843"/>
      <dgm:spPr/>
    </dgm:pt>
    <dgm:pt modelId="{8E2377AD-1107-1040-B18B-59F653FBB5B1}" type="pres">
      <dgm:prSet presAssocID="{85A21C30-D13B-704C-81AE-7182C06E360A}" presName="parTrans" presStyleCnt="0"/>
      <dgm:spPr/>
    </dgm:pt>
    <dgm:pt modelId="{40BA5ECF-D7AA-1747-9B44-8CB9F1035596}" type="pres">
      <dgm:prSet presAssocID="{4DE07911-9155-D846-B103-C481105343AA}" presName="node" presStyleLbl="alignAccFollowNode1" presStyleIdx="0" presStyleCnt="3" custScaleX="391903">
        <dgm:presLayoutVars>
          <dgm:bulletEnabled val="1"/>
        </dgm:presLayoutVars>
      </dgm:prSet>
      <dgm:spPr/>
    </dgm:pt>
    <dgm:pt modelId="{E3EFECA6-222C-AF4D-92F2-E55620000285}" type="pres">
      <dgm:prSet presAssocID="{1DB15D3C-30A7-6746-BB8A-2EF732518691}" presName="vSp" presStyleCnt="0"/>
      <dgm:spPr/>
    </dgm:pt>
    <dgm:pt modelId="{6EF0DAFE-F3C0-C84F-BAC1-2A88E3266AA3}" type="pres">
      <dgm:prSet presAssocID="{9271987E-84A6-2F44-AE9F-23A24686670F}" presName="horFlow" presStyleCnt="0"/>
      <dgm:spPr/>
    </dgm:pt>
    <dgm:pt modelId="{0BF1E616-3C10-7D49-ACFC-94AFA41E16C2}" type="pres">
      <dgm:prSet presAssocID="{9271987E-84A6-2F44-AE9F-23A24686670F}" presName="bigChev" presStyleLbl="node1" presStyleIdx="1" presStyleCnt="3" custScaleX="147843"/>
      <dgm:spPr/>
    </dgm:pt>
    <dgm:pt modelId="{616E5767-65C4-1C40-8149-DFA7969ABF93}" type="pres">
      <dgm:prSet presAssocID="{DE60CD01-E350-C440-826C-F9BE21847527}" presName="parTrans" presStyleCnt="0"/>
      <dgm:spPr/>
    </dgm:pt>
    <dgm:pt modelId="{969A6578-FBEE-9445-BDF8-F946B71A4859}" type="pres">
      <dgm:prSet presAssocID="{1399E7D7-A39B-CC47-BF21-D3C310444323}" presName="node" presStyleLbl="alignAccFollowNode1" presStyleIdx="1" presStyleCnt="3" custScaleX="391903">
        <dgm:presLayoutVars>
          <dgm:bulletEnabled val="1"/>
        </dgm:presLayoutVars>
      </dgm:prSet>
      <dgm:spPr/>
    </dgm:pt>
    <dgm:pt modelId="{AD66821E-6BA6-0144-96A9-E0DAA9F7D7E2}" type="pres">
      <dgm:prSet presAssocID="{9271987E-84A6-2F44-AE9F-23A24686670F}" presName="vSp" presStyleCnt="0"/>
      <dgm:spPr/>
    </dgm:pt>
    <dgm:pt modelId="{C41296D5-EE8F-A845-A502-F57C9F09F44E}" type="pres">
      <dgm:prSet presAssocID="{51CCCB7F-9347-0545-8852-7CD90468F8B2}" presName="horFlow" presStyleCnt="0"/>
      <dgm:spPr/>
    </dgm:pt>
    <dgm:pt modelId="{BB77F516-8C3B-034C-9646-3D72F6150A07}" type="pres">
      <dgm:prSet presAssocID="{51CCCB7F-9347-0545-8852-7CD90468F8B2}" presName="bigChev" presStyleLbl="node1" presStyleIdx="2" presStyleCnt="3" custScaleX="147843"/>
      <dgm:spPr/>
    </dgm:pt>
    <dgm:pt modelId="{02181FCE-C051-914F-B089-5D3B579C1E52}" type="pres">
      <dgm:prSet presAssocID="{B14649A8-FD18-DD43-9BF3-670E4F468CF9}" presName="parTrans" presStyleCnt="0"/>
      <dgm:spPr/>
    </dgm:pt>
    <dgm:pt modelId="{22435F35-C378-E14C-9713-90207D956007}" type="pres">
      <dgm:prSet presAssocID="{3079C7C9-5FA2-9B43-AB4E-9837F5FFE801}" presName="node" presStyleLbl="alignAccFollowNode1" presStyleIdx="2" presStyleCnt="3" custScaleX="391903">
        <dgm:presLayoutVars>
          <dgm:bulletEnabled val="1"/>
        </dgm:presLayoutVars>
      </dgm:prSet>
      <dgm:spPr/>
    </dgm:pt>
  </dgm:ptLst>
  <dgm:cxnLst>
    <dgm:cxn modelId="{9E025025-0ED5-3F43-8E8E-B7AD098F08C5}" srcId="{9271987E-84A6-2F44-AE9F-23A24686670F}" destId="{1399E7D7-A39B-CC47-BF21-D3C310444323}" srcOrd="0" destOrd="0" parTransId="{DE60CD01-E350-C440-826C-F9BE21847527}" sibTransId="{5523D2B6-5E1C-3F48-A9E7-186FEA704B4E}"/>
    <dgm:cxn modelId="{C5D3D137-042D-1F4D-9993-FEB61EBCF598}" type="presOf" srcId="{96A5D447-53D4-D946-8642-54DC72923ACE}" destId="{53DD693C-34BC-8141-A060-E81AD1B5485D}" srcOrd="0" destOrd="0" presId="urn:microsoft.com/office/officeart/2005/8/layout/lProcess3"/>
    <dgm:cxn modelId="{80C6FA5F-F38A-9045-8FE5-6CDAFA6B4603}" srcId="{96A5D447-53D4-D946-8642-54DC72923ACE}" destId="{9271987E-84A6-2F44-AE9F-23A24686670F}" srcOrd="1" destOrd="0" parTransId="{673D1BE9-5BE2-E145-AF4A-51453F8031F7}" sibTransId="{45B90491-A11A-5D4F-89B4-F9867B784535}"/>
    <dgm:cxn modelId="{3D083444-A698-854E-88B5-7BD2BB621C78}" srcId="{96A5D447-53D4-D946-8642-54DC72923ACE}" destId="{51CCCB7F-9347-0545-8852-7CD90468F8B2}" srcOrd="2" destOrd="0" parTransId="{BC05D589-478C-B146-9800-0E0C4F877ADC}" sibTransId="{5151A021-4E66-3847-98BA-A789AB70D2ED}"/>
    <dgm:cxn modelId="{90487A52-618C-ED44-8976-59C1254C7894}" srcId="{96A5D447-53D4-D946-8642-54DC72923ACE}" destId="{1DB15D3C-30A7-6746-BB8A-2EF732518691}" srcOrd="0" destOrd="0" parTransId="{02B0FA5F-7A7C-074B-BE4A-1CB1FD472C26}" sibTransId="{628C47B1-583A-844C-B0FA-DDE7D946BA23}"/>
    <dgm:cxn modelId="{E56B8C54-880B-F147-8F96-96E790B13E3F}" type="presOf" srcId="{1399E7D7-A39B-CC47-BF21-D3C310444323}" destId="{969A6578-FBEE-9445-BDF8-F946B71A4859}" srcOrd="0" destOrd="0" presId="urn:microsoft.com/office/officeart/2005/8/layout/lProcess3"/>
    <dgm:cxn modelId="{800DC175-997C-0943-9831-69E9A7447706}" type="presOf" srcId="{9271987E-84A6-2F44-AE9F-23A24686670F}" destId="{0BF1E616-3C10-7D49-ACFC-94AFA41E16C2}" srcOrd="0" destOrd="0" presId="urn:microsoft.com/office/officeart/2005/8/layout/lProcess3"/>
    <dgm:cxn modelId="{6438BC7D-F41B-A54D-BB8E-037C32648FED}" type="presOf" srcId="{4DE07911-9155-D846-B103-C481105343AA}" destId="{40BA5ECF-D7AA-1747-9B44-8CB9F1035596}" srcOrd="0" destOrd="0" presId="urn:microsoft.com/office/officeart/2005/8/layout/lProcess3"/>
    <dgm:cxn modelId="{EA6E2C9D-D4DE-9147-91DE-454FE36275D8}" srcId="{1DB15D3C-30A7-6746-BB8A-2EF732518691}" destId="{4DE07911-9155-D846-B103-C481105343AA}" srcOrd="0" destOrd="0" parTransId="{85A21C30-D13B-704C-81AE-7182C06E360A}" sibTransId="{D0B6A806-011D-3F44-93C4-8147452C711C}"/>
    <dgm:cxn modelId="{09DD00D4-1183-1A46-B942-266B10F2126D}" type="presOf" srcId="{3079C7C9-5FA2-9B43-AB4E-9837F5FFE801}" destId="{22435F35-C378-E14C-9713-90207D956007}" srcOrd="0" destOrd="0" presId="urn:microsoft.com/office/officeart/2005/8/layout/lProcess3"/>
    <dgm:cxn modelId="{586323EC-33CA-584D-B37E-23F4D5D98561}" type="presOf" srcId="{1DB15D3C-30A7-6746-BB8A-2EF732518691}" destId="{AB8F35AE-0482-3140-9574-7E50E9CC91D5}" srcOrd="0" destOrd="0" presId="urn:microsoft.com/office/officeart/2005/8/layout/lProcess3"/>
    <dgm:cxn modelId="{A9094DF4-6BA8-6845-BF66-DFBADF8E0D82}" srcId="{51CCCB7F-9347-0545-8852-7CD90468F8B2}" destId="{3079C7C9-5FA2-9B43-AB4E-9837F5FFE801}" srcOrd="0" destOrd="0" parTransId="{B14649A8-FD18-DD43-9BF3-670E4F468CF9}" sibTransId="{77E3F295-4CBD-8F4C-96AE-9702EB027A3E}"/>
    <dgm:cxn modelId="{2103D8FD-0A8C-F24B-A780-09E5B6AF55D6}" type="presOf" srcId="{51CCCB7F-9347-0545-8852-7CD90468F8B2}" destId="{BB77F516-8C3B-034C-9646-3D72F6150A07}" srcOrd="0" destOrd="0" presId="urn:microsoft.com/office/officeart/2005/8/layout/lProcess3"/>
    <dgm:cxn modelId="{9C9D5243-1972-0F49-B2B4-E26619F58B73}" type="presParOf" srcId="{53DD693C-34BC-8141-A060-E81AD1B5485D}" destId="{FC24848A-5D86-144C-A012-61E76BAE6EB9}" srcOrd="0" destOrd="0" presId="urn:microsoft.com/office/officeart/2005/8/layout/lProcess3"/>
    <dgm:cxn modelId="{C2E686FC-A0D7-044C-A080-F64391EF8160}" type="presParOf" srcId="{FC24848A-5D86-144C-A012-61E76BAE6EB9}" destId="{AB8F35AE-0482-3140-9574-7E50E9CC91D5}" srcOrd="0" destOrd="0" presId="urn:microsoft.com/office/officeart/2005/8/layout/lProcess3"/>
    <dgm:cxn modelId="{F9B1DAE9-D87A-204F-8B4A-AE5FED78BE7E}" type="presParOf" srcId="{FC24848A-5D86-144C-A012-61E76BAE6EB9}" destId="{8E2377AD-1107-1040-B18B-59F653FBB5B1}" srcOrd="1" destOrd="0" presId="urn:microsoft.com/office/officeart/2005/8/layout/lProcess3"/>
    <dgm:cxn modelId="{DEEA4893-2CF1-A14A-96D9-F129B56077E9}" type="presParOf" srcId="{FC24848A-5D86-144C-A012-61E76BAE6EB9}" destId="{40BA5ECF-D7AA-1747-9B44-8CB9F1035596}" srcOrd="2" destOrd="0" presId="urn:microsoft.com/office/officeart/2005/8/layout/lProcess3"/>
    <dgm:cxn modelId="{B5490AF4-6139-8C42-84B0-7708E11975CC}" type="presParOf" srcId="{53DD693C-34BC-8141-A060-E81AD1B5485D}" destId="{E3EFECA6-222C-AF4D-92F2-E55620000285}" srcOrd="1" destOrd="0" presId="urn:microsoft.com/office/officeart/2005/8/layout/lProcess3"/>
    <dgm:cxn modelId="{65C90F51-A443-904D-BFAF-B78C03B4CC96}" type="presParOf" srcId="{53DD693C-34BC-8141-A060-E81AD1B5485D}" destId="{6EF0DAFE-F3C0-C84F-BAC1-2A88E3266AA3}" srcOrd="2" destOrd="0" presId="urn:microsoft.com/office/officeart/2005/8/layout/lProcess3"/>
    <dgm:cxn modelId="{1E49AEAB-70EE-C348-9CD0-D438E1A8B026}" type="presParOf" srcId="{6EF0DAFE-F3C0-C84F-BAC1-2A88E3266AA3}" destId="{0BF1E616-3C10-7D49-ACFC-94AFA41E16C2}" srcOrd="0" destOrd="0" presId="urn:microsoft.com/office/officeart/2005/8/layout/lProcess3"/>
    <dgm:cxn modelId="{3BC84D72-5DFC-5143-93B8-ADDD84422BAC}" type="presParOf" srcId="{6EF0DAFE-F3C0-C84F-BAC1-2A88E3266AA3}" destId="{616E5767-65C4-1C40-8149-DFA7969ABF93}" srcOrd="1" destOrd="0" presId="urn:microsoft.com/office/officeart/2005/8/layout/lProcess3"/>
    <dgm:cxn modelId="{B054EB3B-A619-BD40-9082-5DD995556681}" type="presParOf" srcId="{6EF0DAFE-F3C0-C84F-BAC1-2A88E3266AA3}" destId="{969A6578-FBEE-9445-BDF8-F946B71A4859}" srcOrd="2" destOrd="0" presId="urn:microsoft.com/office/officeart/2005/8/layout/lProcess3"/>
    <dgm:cxn modelId="{283A9EFB-A312-2243-A16A-E0947FD0B7CB}" type="presParOf" srcId="{53DD693C-34BC-8141-A060-E81AD1B5485D}" destId="{AD66821E-6BA6-0144-96A9-E0DAA9F7D7E2}" srcOrd="3" destOrd="0" presId="urn:microsoft.com/office/officeart/2005/8/layout/lProcess3"/>
    <dgm:cxn modelId="{D05FF98D-6489-1348-AAF3-F30635421092}" type="presParOf" srcId="{53DD693C-34BC-8141-A060-E81AD1B5485D}" destId="{C41296D5-EE8F-A845-A502-F57C9F09F44E}" srcOrd="4" destOrd="0" presId="urn:microsoft.com/office/officeart/2005/8/layout/lProcess3"/>
    <dgm:cxn modelId="{DC08CA77-E959-834C-948F-26082513CE91}" type="presParOf" srcId="{C41296D5-EE8F-A845-A502-F57C9F09F44E}" destId="{BB77F516-8C3B-034C-9646-3D72F6150A07}" srcOrd="0" destOrd="0" presId="urn:microsoft.com/office/officeart/2005/8/layout/lProcess3"/>
    <dgm:cxn modelId="{0C62A5F1-DDC6-2E48-B6FB-DA12A1987CBB}" type="presParOf" srcId="{C41296D5-EE8F-A845-A502-F57C9F09F44E}" destId="{02181FCE-C051-914F-B089-5D3B579C1E52}" srcOrd="1" destOrd="0" presId="urn:microsoft.com/office/officeart/2005/8/layout/lProcess3"/>
    <dgm:cxn modelId="{D796ED18-5CD6-A04A-9A5A-CA2CD0A342C0}" type="presParOf" srcId="{C41296D5-EE8F-A845-A502-F57C9F09F44E}" destId="{22435F35-C378-E14C-9713-90207D956007}" srcOrd="2"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6A5D447-53D4-D946-8642-54DC72923ACE}" type="doc">
      <dgm:prSet loTypeId="urn:microsoft.com/office/officeart/2005/8/layout/lProcess3" loCatId="" qsTypeId="urn:microsoft.com/office/officeart/2005/8/quickstyle/simple1" qsCatId="simple" csTypeId="urn:microsoft.com/office/officeart/2005/8/colors/colorful1" csCatId="colorful" phldr="1"/>
      <dgm:spPr/>
      <dgm:t>
        <a:bodyPr/>
        <a:lstStyle/>
        <a:p>
          <a:endParaRPr lang="en-GB"/>
        </a:p>
      </dgm:t>
    </dgm:pt>
    <dgm:pt modelId="{1DB15D3C-30A7-6746-BB8A-2EF732518691}">
      <dgm:prSet phldrT="[Text]" custT="1"/>
      <dgm:spPr/>
      <dgm:t>
        <a:bodyPr/>
        <a:lstStyle/>
        <a:p>
          <a:r>
            <a:rPr lang="en-IN" sz="2800" b="1" i="0" u="none" dirty="0"/>
            <a:t>Industry News</a:t>
          </a:r>
          <a:endParaRPr lang="en-GB" sz="2800" dirty="0"/>
        </a:p>
      </dgm:t>
    </dgm:pt>
    <dgm:pt modelId="{02B0FA5F-7A7C-074B-BE4A-1CB1FD472C26}" type="parTrans" cxnId="{90487A52-618C-ED44-8976-59C1254C7894}">
      <dgm:prSet/>
      <dgm:spPr/>
      <dgm:t>
        <a:bodyPr/>
        <a:lstStyle/>
        <a:p>
          <a:endParaRPr lang="en-GB"/>
        </a:p>
      </dgm:t>
    </dgm:pt>
    <dgm:pt modelId="{628C47B1-583A-844C-B0FA-DDE7D946BA23}" type="sibTrans" cxnId="{90487A52-618C-ED44-8976-59C1254C7894}">
      <dgm:prSet/>
      <dgm:spPr/>
      <dgm:t>
        <a:bodyPr/>
        <a:lstStyle/>
        <a:p>
          <a:endParaRPr lang="en-GB"/>
        </a:p>
      </dgm:t>
    </dgm:pt>
    <dgm:pt modelId="{4DE07911-9155-D846-B103-C481105343AA}">
      <dgm:prSet phldrT="[Text]"/>
      <dgm:spPr/>
      <dgm:t>
        <a:bodyPr/>
        <a:lstStyle/>
        <a:p>
          <a:r>
            <a:rPr lang="en-IN" b="0" i="0" u="none" dirty="0"/>
            <a:t>Keep up with the latest trends and changes in social media.</a:t>
          </a:r>
          <a:endParaRPr lang="en-GB" dirty="0"/>
        </a:p>
      </dgm:t>
    </dgm:pt>
    <dgm:pt modelId="{85A21C30-D13B-704C-81AE-7182C06E360A}" type="parTrans" cxnId="{EA6E2C9D-D4DE-9147-91DE-454FE36275D8}">
      <dgm:prSet/>
      <dgm:spPr/>
      <dgm:t>
        <a:bodyPr/>
        <a:lstStyle/>
        <a:p>
          <a:endParaRPr lang="en-GB"/>
        </a:p>
      </dgm:t>
    </dgm:pt>
    <dgm:pt modelId="{D0B6A806-011D-3F44-93C4-8147452C711C}" type="sibTrans" cxnId="{EA6E2C9D-D4DE-9147-91DE-454FE36275D8}">
      <dgm:prSet/>
      <dgm:spPr/>
      <dgm:t>
        <a:bodyPr/>
        <a:lstStyle/>
        <a:p>
          <a:endParaRPr lang="en-GB"/>
        </a:p>
      </dgm:t>
    </dgm:pt>
    <dgm:pt modelId="{9271987E-84A6-2F44-AE9F-23A24686670F}">
      <dgm:prSet phldrT="[Text]" custT="1"/>
      <dgm:spPr/>
      <dgm:t>
        <a:bodyPr/>
        <a:lstStyle/>
        <a:p>
          <a:r>
            <a:rPr lang="en-IN" sz="2800" b="1" i="0" u="none" dirty="0"/>
            <a:t>Platform Updates</a:t>
          </a:r>
          <a:endParaRPr lang="en-GB" sz="2800" dirty="0"/>
        </a:p>
      </dgm:t>
    </dgm:pt>
    <dgm:pt modelId="{673D1BE9-5BE2-E145-AF4A-51453F8031F7}" type="parTrans" cxnId="{80C6FA5F-F38A-9045-8FE5-6CDAFA6B4603}">
      <dgm:prSet/>
      <dgm:spPr/>
      <dgm:t>
        <a:bodyPr/>
        <a:lstStyle/>
        <a:p>
          <a:endParaRPr lang="en-GB"/>
        </a:p>
      </dgm:t>
    </dgm:pt>
    <dgm:pt modelId="{45B90491-A11A-5D4F-89B4-F9867B784535}" type="sibTrans" cxnId="{80C6FA5F-F38A-9045-8FE5-6CDAFA6B4603}">
      <dgm:prSet/>
      <dgm:spPr/>
      <dgm:t>
        <a:bodyPr/>
        <a:lstStyle/>
        <a:p>
          <a:endParaRPr lang="en-GB"/>
        </a:p>
      </dgm:t>
    </dgm:pt>
    <dgm:pt modelId="{1399E7D7-A39B-CC47-BF21-D3C310444323}">
      <dgm:prSet phldrT="[Text]"/>
      <dgm:spPr/>
      <dgm:t>
        <a:bodyPr/>
        <a:lstStyle/>
        <a:p>
          <a:r>
            <a:rPr lang="en-IN" b="0" i="0" u="none" dirty="0"/>
            <a:t>Stay informed about new features and algorithm changes on social media platforms.</a:t>
          </a:r>
          <a:endParaRPr lang="en-GB" dirty="0"/>
        </a:p>
      </dgm:t>
    </dgm:pt>
    <dgm:pt modelId="{DE60CD01-E350-C440-826C-F9BE21847527}" type="parTrans" cxnId="{9E025025-0ED5-3F43-8E8E-B7AD098F08C5}">
      <dgm:prSet/>
      <dgm:spPr/>
      <dgm:t>
        <a:bodyPr/>
        <a:lstStyle/>
        <a:p>
          <a:endParaRPr lang="en-GB"/>
        </a:p>
      </dgm:t>
    </dgm:pt>
    <dgm:pt modelId="{5523D2B6-5E1C-3F48-A9E7-186FEA704B4E}" type="sibTrans" cxnId="{9E025025-0ED5-3F43-8E8E-B7AD098F08C5}">
      <dgm:prSet/>
      <dgm:spPr/>
      <dgm:t>
        <a:bodyPr/>
        <a:lstStyle/>
        <a:p>
          <a:endParaRPr lang="en-GB"/>
        </a:p>
      </dgm:t>
    </dgm:pt>
    <dgm:pt modelId="{53DD693C-34BC-8141-A060-E81AD1B5485D}" type="pres">
      <dgm:prSet presAssocID="{96A5D447-53D4-D946-8642-54DC72923ACE}" presName="Name0" presStyleCnt="0">
        <dgm:presLayoutVars>
          <dgm:chPref val="3"/>
          <dgm:dir/>
          <dgm:animLvl val="lvl"/>
          <dgm:resizeHandles/>
        </dgm:presLayoutVars>
      </dgm:prSet>
      <dgm:spPr/>
    </dgm:pt>
    <dgm:pt modelId="{FC24848A-5D86-144C-A012-61E76BAE6EB9}" type="pres">
      <dgm:prSet presAssocID="{1DB15D3C-30A7-6746-BB8A-2EF732518691}" presName="horFlow" presStyleCnt="0"/>
      <dgm:spPr/>
    </dgm:pt>
    <dgm:pt modelId="{AB8F35AE-0482-3140-9574-7E50E9CC91D5}" type="pres">
      <dgm:prSet presAssocID="{1DB15D3C-30A7-6746-BB8A-2EF732518691}" presName="bigChev" presStyleLbl="node1" presStyleIdx="0" presStyleCnt="2" custScaleX="147843"/>
      <dgm:spPr/>
    </dgm:pt>
    <dgm:pt modelId="{8E2377AD-1107-1040-B18B-59F653FBB5B1}" type="pres">
      <dgm:prSet presAssocID="{85A21C30-D13B-704C-81AE-7182C06E360A}" presName="parTrans" presStyleCnt="0"/>
      <dgm:spPr/>
    </dgm:pt>
    <dgm:pt modelId="{40BA5ECF-D7AA-1747-9B44-8CB9F1035596}" type="pres">
      <dgm:prSet presAssocID="{4DE07911-9155-D846-B103-C481105343AA}" presName="node" presStyleLbl="alignAccFollowNode1" presStyleIdx="0" presStyleCnt="2" custScaleX="391903">
        <dgm:presLayoutVars>
          <dgm:bulletEnabled val="1"/>
        </dgm:presLayoutVars>
      </dgm:prSet>
      <dgm:spPr/>
    </dgm:pt>
    <dgm:pt modelId="{E3EFECA6-222C-AF4D-92F2-E55620000285}" type="pres">
      <dgm:prSet presAssocID="{1DB15D3C-30A7-6746-BB8A-2EF732518691}" presName="vSp" presStyleCnt="0"/>
      <dgm:spPr/>
    </dgm:pt>
    <dgm:pt modelId="{6EF0DAFE-F3C0-C84F-BAC1-2A88E3266AA3}" type="pres">
      <dgm:prSet presAssocID="{9271987E-84A6-2F44-AE9F-23A24686670F}" presName="horFlow" presStyleCnt="0"/>
      <dgm:spPr/>
    </dgm:pt>
    <dgm:pt modelId="{0BF1E616-3C10-7D49-ACFC-94AFA41E16C2}" type="pres">
      <dgm:prSet presAssocID="{9271987E-84A6-2F44-AE9F-23A24686670F}" presName="bigChev" presStyleLbl="node1" presStyleIdx="1" presStyleCnt="2" custScaleX="147843"/>
      <dgm:spPr/>
    </dgm:pt>
    <dgm:pt modelId="{616E5767-65C4-1C40-8149-DFA7969ABF93}" type="pres">
      <dgm:prSet presAssocID="{DE60CD01-E350-C440-826C-F9BE21847527}" presName="parTrans" presStyleCnt="0"/>
      <dgm:spPr/>
    </dgm:pt>
    <dgm:pt modelId="{969A6578-FBEE-9445-BDF8-F946B71A4859}" type="pres">
      <dgm:prSet presAssocID="{1399E7D7-A39B-CC47-BF21-D3C310444323}" presName="node" presStyleLbl="alignAccFollowNode1" presStyleIdx="1" presStyleCnt="2" custScaleX="391903">
        <dgm:presLayoutVars>
          <dgm:bulletEnabled val="1"/>
        </dgm:presLayoutVars>
      </dgm:prSet>
      <dgm:spPr/>
    </dgm:pt>
  </dgm:ptLst>
  <dgm:cxnLst>
    <dgm:cxn modelId="{9E025025-0ED5-3F43-8E8E-B7AD098F08C5}" srcId="{9271987E-84A6-2F44-AE9F-23A24686670F}" destId="{1399E7D7-A39B-CC47-BF21-D3C310444323}" srcOrd="0" destOrd="0" parTransId="{DE60CD01-E350-C440-826C-F9BE21847527}" sibTransId="{5523D2B6-5E1C-3F48-A9E7-186FEA704B4E}"/>
    <dgm:cxn modelId="{C5D3D137-042D-1F4D-9993-FEB61EBCF598}" type="presOf" srcId="{96A5D447-53D4-D946-8642-54DC72923ACE}" destId="{53DD693C-34BC-8141-A060-E81AD1B5485D}" srcOrd="0" destOrd="0" presId="urn:microsoft.com/office/officeart/2005/8/layout/lProcess3"/>
    <dgm:cxn modelId="{80C6FA5F-F38A-9045-8FE5-6CDAFA6B4603}" srcId="{96A5D447-53D4-D946-8642-54DC72923ACE}" destId="{9271987E-84A6-2F44-AE9F-23A24686670F}" srcOrd="1" destOrd="0" parTransId="{673D1BE9-5BE2-E145-AF4A-51453F8031F7}" sibTransId="{45B90491-A11A-5D4F-89B4-F9867B784535}"/>
    <dgm:cxn modelId="{90487A52-618C-ED44-8976-59C1254C7894}" srcId="{96A5D447-53D4-D946-8642-54DC72923ACE}" destId="{1DB15D3C-30A7-6746-BB8A-2EF732518691}" srcOrd="0" destOrd="0" parTransId="{02B0FA5F-7A7C-074B-BE4A-1CB1FD472C26}" sibTransId="{628C47B1-583A-844C-B0FA-DDE7D946BA23}"/>
    <dgm:cxn modelId="{E56B8C54-880B-F147-8F96-96E790B13E3F}" type="presOf" srcId="{1399E7D7-A39B-CC47-BF21-D3C310444323}" destId="{969A6578-FBEE-9445-BDF8-F946B71A4859}" srcOrd="0" destOrd="0" presId="urn:microsoft.com/office/officeart/2005/8/layout/lProcess3"/>
    <dgm:cxn modelId="{800DC175-997C-0943-9831-69E9A7447706}" type="presOf" srcId="{9271987E-84A6-2F44-AE9F-23A24686670F}" destId="{0BF1E616-3C10-7D49-ACFC-94AFA41E16C2}" srcOrd="0" destOrd="0" presId="urn:microsoft.com/office/officeart/2005/8/layout/lProcess3"/>
    <dgm:cxn modelId="{6438BC7D-F41B-A54D-BB8E-037C32648FED}" type="presOf" srcId="{4DE07911-9155-D846-B103-C481105343AA}" destId="{40BA5ECF-D7AA-1747-9B44-8CB9F1035596}" srcOrd="0" destOrd="0" presId="urn:microsoft.com/office/officeart/2005/8/layout/lProcess3"/>
    <dgm:cxn modelId="{EA6E2C9D-D4DE-9147-91DE-454FE36275D8}" srcId="{1DB15D3C-30A7-6746-BB8A-2EF732518691}" destId="{4DE07911-9155-D846-B103-C481105343AA}" srcOrd="0" destOrd="0" parTransId="{85A21C30-D13B-704C-81AE-7182C06E360A}" sibTransId="{D0B6A806-011D-3F44-93C4-8147452C711C}"/>
    <dgm:cxn modelId="{586323EC-33CA-584D-B37E-23F4D5D98561}" type="presOf" srcId="{1DB15D3C-30A7-6746-BB8A-2EF732518691}" destId="{AB8F35AE-0482-3140-9574-7E50E9CC91D5}" srcOrd="0" destOrd="0" presId="urn:microsoft.com/office/officeart/2005/8/layout/lProcess3"/>
    <dgm:cxn modelId="{9C9D5243-1972-0F49-B2B4-E26619F58B73}" type="presParOf" srcId="{53DD693C-34BC-8141-A060-E81AD1B5485D}" destId="{FC24848A-5D86-144C-A012-61E76BAE6EB9}" srcOrd="0" destOrd="0" presId="urn:microsoft.com/office/officeart/2005/8/layout/lProcess3"/>
    <dgm:cxn modelId="{C2E686FC-A0D7-044C-A080-F64391EF8160}" type="presParOf" srcId="{FC24848A-5D86-144C-A012-61E76BAE6EB9}" destId="{AB8F35AE-0482-3140-9574-7E50E9CC91D5}" srcOrd="0" destOrd="0" presId="urn:microsoft.com/office/officeart/2005/8/layout/lProcess3"/>
    <dgm:cxn modelId="{F9B1DAE9-D87A-204F-8B4A-AE5FED78BE7E}" type="presParOf" srcId="{FC24848A-5D86-144C-A012-61E76BAE6EB9}" destId="{8E2377AD-1107-1040-B18B-59F653FBB5B1}" srcOrd="1" destOrd="0" presId="urn:microsoft.com/office/officeart/2005/8/layout/lProcess3"/>
    <dgm:cxn modelId="{DEEA4893-2CF1-A14A-96D9-F129B56077E9}" type="presParOf" srcId="{FC24848A-5D86-144C-A012-61E76BAE6EB9}" destId="{40BA5ECF-D7AA-1747-9B44-8CB9F1035596}" srcOrd="2" destOrd="0" presId="urn:microsoft.com/office/officeart/2005/8/layout/lProcess3"/>
    <dgm:cxn modelId="{B5490AF4-6139-8C42-84B0-7708E11975CC}" type="presParOf" srcId="{53DD693C-34BC-8141-A060-E81AD1B5485D}" destId="{E3EFECA6-222C-AF4D-92F2-E55620000285}" srcOrd="1" destOrd="0" presId="urn:microsoft.com/office/officeart/2005/8/layout/lProcess3"/>
    <dgm:cxn modelId="{65C90F51-A443-904D-BFAF-B78C03B4CC96}" type="presParOf" srcId="{53DD693C-34BC-8141-A060-E81AD1B5485D}" destId="{6EF0DAFE-F3C0-C84F-BAC1-2A88E3266AA3}" srcOrd="2" destOrd="0" presId="urn:microsoft.com/office/officeart/2005/8/layout/lProcess3"/>
    <dgm:cxn modelId="{1E49AEAB-70EE-C348-9CD0-D438E1A8B026}" type="presParOf" srcId="{6EF0DAFE-F3C0-C84F-BAC1-2A88E3266AA3}" destId="{0BF1E616-3C10-7D49-ACFC-94AFA41E16C2}" srcOrd="0" destOrd="0" presId="urn:microsoft.com/office/officeart/2005/8/layout/lProcess3"/>
    <dgm:cxn modelId="{3BC84D72-5DFC-5143-93B8-ADDD84422BAC}" type="presParOf" srcId="{6EF0DAFE-F3C0-C84F-BAC1-2A88E3266AA3}" destId="{616E5767-65C4-1C40-8149-DFA7969ABF93}" srcOrd="1" destOrd="0" presId="urn:microsoft.com/office/officeart/2005/8/layout/lProcess3"/>
    <dgm:cxn modelId="{B054EB3B-A619-BD40-9082-5DD995556681}" type="presParOf" srcId="{6EF0DAFE-F3C0-C84F-BAC1-2A88E3266AA3}" destId="{969A6578-FBEE-9445-BDF8-F946B71A4859}" srcOrd="2"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6A5D447-53D4-D946-8642-54DC72923ACE}" type="doc">
      <dgm:prSet loTypeId="urn:microsoft.com/office/officeart/2005/8/layout/lProcess3" loCatId="" qsTypeId="urn:microsoft.com/office/officeart/2005/8/quickstyle/simple1" qsCatId="simple" csTypeId="urn:microsoft.com/office/officeart/2005/8/colors/colorful1" csCatId="colorful" phldr="1"/>
      <dgm:spPr/>
      <dgm:t>
        <a:bodyPr/>
        <a:lstStyle/>
        <a:p>
          <a:endParaRPr lang="en-GB"/>
        </a:p>
      </dgm:t>
    </dgm:pt>
    <dgm:pt modelId="{1DB15D3C-30A7-6746-BB8A-2EF732518691}">
      <dgm:prSet phldrT="[Text]" custT="1"/>
      <dgm:spPr/>
      <dgm:t>
        <a:bodyPr/>
        <a:lstStyle/>
        <a:p>
          <a:r>
            <a:rPr lang="en-IN" sz="2800" b="1" i="0" u="none" dirty="0"/>
            <a:t>Brand Voice</a:t>
          </a:r>
          <a:endParaRPr lang="en-GB" sz="2800" dirty="0"/>
        </a:p>
      </dgm:t>
    </dgm:pt>
    <dgm:pt modelId="{02B0FA5F-7A7C-074B-BE4A-1CB1FD472C26}" type="parTrans" cxnId="{90487A52-618C-ED44-8976-59C1254C7894}">
      <dgm:prSet/>
      <dgm:spPr/>
      <dgm:t>
        <a:bodyPr/>
        <a:lstStyle/>
        <a:p>
          <a:endParaRPr lang="en-GB"/>
        </a:p>
      </dgm:t>
    </dgm:pt>
    <dgm:pt modelId="{628C47B1-583A-844C-B0FA-DDE7D946BA23}" type="sibTrans" cxnId="{90487A52-618C-ED44-8976-59C1254C7894}">
      <dgm:prSet/>
      <dgm:spPr/>
      <dgm:t>
        <a:bodyPr/>
        <a:lstStyle/>
        <a:p>
          <a:endParaRPr lang="en-GB"/>
        </a:p>
      </dgm:t>
    </dgm:pt>
    <dgm:pt modelId="{4DE07911-9155-D846-B103-C481105343AA}">
      <dgm:prSet phldrT="[Text]"/>
      <dgm:spPr/>
      <dgm:t>
        <a:bodyPr/>
        <a:lstStyle/>
        <a:p>
          <a:r>
            <a:rPr lang="en-IN" b="0" i="0" u="none" dirty="0"/>
            <a:t>Ensure your content reflects your brand’s voice and values.</a:t>
          </a:r>
          <a:endParaRPr lang="en-GB" dirty="0"/>
        </a:p>
      </dgm:t>
    </dgm:pt>
    <dgm:pt modelId="{85A21C30-D13B-704C-81AE-7182C06E360A}" type="parTrans" cxnId="{EA6E2C9D-D4DE-9147-91DE-454FE36275D8}">
      <dgm:prSet/>
      <dgm:spPr/>
      <dgm:t>
        <a:bodyPr/>
        <a:lstStyle/>
        <a:p>
          <a:endParaRPr lang="en-GB"/>
        </a:p>
      </dgm:t>
    </dgm:pt>
    <dgm:pt modelId="{D0B6A806-011D-3F44-93C4-8147452C711C}" type="sibTrans" cxnId="{EA6E2C9D-D4DE-9147-91DE-454FE36275D8}">
      <dgm:prSet/>
      <dgm:spPr/>
      <dgm:t>
        <a:bodyPr/>
        <a:lstStyle/>
        <a:p>
          <a:endParaRPr lang="en-GB"/>
        </a:p>
      </dgm:t>
    </dgm:pt>
    <dgm:pt modelId="{9271987E-84A6-2F44-AE9F-23A24686670F}">
      <dgm:prSet phldrT="[Text]" custT="1"/>
      <dgm:spPr/>
      <dgm:t>
        <a:bodyPr/>
        <a:lstStyle/>
        <a:p>
          <a:r>
            <a:rPr lang="en-IN" sz="2800" b="1" i="0" u="none" dirty="0"/>
            <a:t>Posting Schedule</a:t>
          </a:r>
          <a:endParaRPr lang="en-GB" sz="2800" dirty="0"/>
        </a:p>
      </dgm:t>
    </dgm:pt>
    <dgm:pt modelId="{673D1BE9-5BE2-E145-AF4A-51453F8031F7}" type="parTrans" cxnId="{80C6FA5F-F38A-9045-8FE5-6CDAFA6B4603}">
      <dgm:prSet/>
      <dgm:spPr/>
      <dgm:t>
        <a:bodyPr/>
        <a:lstStyle/>
        <a:p>
          <a:endParaRPr lang="en-GB"/>
        </a:p>
      </dgm:t>
    </dgm:pt>
    <dgm:pt modelId="{45B90491-A11A-5D4F-89B4-F9867B784535}" type="sibTrans" cxnId="{80C6FA5F-F38A-9045-8FE5-6CDAFA6B4603}">
      <dgm:prSet/>
      <dgm:spPr/>
      <dgm:t>
        <a:bodyPr/>
        <a:lstStyle/>
        <a:p>
          <a:endParaRPr lang="en-GB"/>
        </a:p>
      </dgm:t>
    </dgm:pt>
    <dgm:pt modelId="{1399E7D7-A39B-CC47-BF21-D3C310444323}">
      <dgm:prSet phldrT="[Text]"/>
      <dgm:spPr/>
      <dgm:t>
        <a:bodyPr/>
        <a:lstStyle/>
        <a:p>
          <a:r>
            <a:rPr lang="en-IN" b="0" i="0" u="none" dirty="0"/>
            <a:t>Maintain a consistent posting schedule to keep your audience engaged.</a:t>
          </a:r>
          <a:endParaRPr lang="en-GB" dirty="0"/>
        </a:p>
      </dgm:t>
    </dgm:pt>
    <dgm:pt modelId="{DE60CD01-E350-C440-826C-F9BE21847527}" type="parTrans" cxnId="{9E025025-0ED5-3F43-8E8E-B7AD098F08C5}">
      <dgm:prSet/>
      <dgm:spPr/>
      <dgm:t>
        <a:bodyPr/>
        <a:lstStyle/>
        <a:p>
          <a:endParaRPr lang="en-GB"/>
        </a:p>
      </dgm:t>
    </dgm:pt>
    <dgm:pt modelId="{5523D2B6-5E1C-3F48-A9E7-186FEA704B4E}" type="sibTrans" cxnId="{9E025025-0ED5-3F43-8E8E-B7AD098F08C5}">
      <dgm:prSet/>
      <dgm:spPr/>
      <dgm:t>
        <a:bodyPr/>
        <a:lstStyle/>
        <a:p>
          <a:endParaRPr lang="en-GB"/>
        </a:p>
      </dgm:t>
    </dgm:pt>
    <dgm:pt modelId="{53DD693C-34BC-8141-A060-E81AD1B5485D}" type="pres">
      <dgm:prSet presAssocID="{96A5D447-53D4-D946-8642-54DC72923ACE}" presName="Name0" presStyleCnt="0">
        <dgm:presLayoutVars>
          <dgm:chPref val="3"/>
          <dgm:dir/>
          <dgm:animLvl val="lvl"/>
          <dgm:resizeHandles/>
        </dgm:presLayoutVars>
      </dgm:prSet>
      <dgm:spPr/>
    </dgm:pt>
    <dgm:pt modelId="{FC24848A-5D86-144C-A012-61E76BAE6EB9}" type="pres">
      <dgm:prSet presAssocID="{1DB15D3C-30A7-6746-BB8A-2EF732518691}" presName="horFlow" presStyleCnt="0"/>
      <dgm:spPr/>
    </dgm:pt>
    <dgm:pt modelId="{AB8F35AE-0482-3140-9574-7E50E9CC91D5}" type="pres">
      <dgm:prSet presAssocID="{1DB15D3C-30A7-6746-BB8A-2EF732518691}" presName="bigChev" presStyleLbl="node1" presStyleIdx="0" presStyleCnt="2" custScaleX="147843"/>
      <dgm:spPr/>
    </dgm:pt>
    <dgm:pt modelId="{8E2377AD-1107-1040-B18B-59F653FBB5B1}" type="pres">
      <dgm:prSet presAssocID="{85A21C30-D13B-704C-81AE-7182C06E360A}" presName="parTrans" presStyleCnt="0"/>
      <dgm:spPr/>
    </dgm:pt>
    <dgm:pt modelId="{40BA5ECF-D7AA-1747-9B44-8CB9F1035596}" type="pres">
      <dgm:prSet presAssocID="{4DE07911-9155-D846-B103-C481105343AA}" presName="node" presStyleLbl="alignAccFollowNode1" presStyleIdx="0" presStyleCnt="2" custScaleX="391903">
        <dgm:presLayoutVars>
          <dgm:bulletEnabled val="1"/>
        </dgm:presLayoutVars>
      </dgm:prSet>
      <dgm:spPr/>
    </dgm:pt>
    <dgm:pt modelId="{E3EFECA6-222C-AF4D-92F2-E55620000285}" type="pres">
      <dgm:prSet presAssocID="{1DB15D3C-30A7-6746-BB8A-2EF732518691}" presName="vSp" presStyleCnt="0"/>
      <dgm:spPr/>
    </dgm:pt>
    <dgm:pt modelId="{6EF0DAFE-F3C0-C84F-BAC1-2A88E3266AA3}" type="pres">
      <dgm:prSet presAssocID="{9271987E-84A6-2F44-AE9F-23A24686670F}" presName="horFlow" presStyleCnt="0"/>
      <dgm:spPr/>
    </dgm:pt>
    <dgm:pt modelId="{0BF1E616-3C10-7D49-ACFC-94AFA41E16C2}" type="pres">
      <dgm:prSet presAssocID="{9271987E-84A6-2F44-AE9F-23A24686670F}" presName="bigChev" presStyleLbl="node1" presStyleIdx="1" presStyleCnt="2" custScaleX="147843"/>
      <dgm:spPr/>
    </dgm:pt>
    <dgm:pt modelId="{616E5767-65C4-1C40-8149-DFA7969ABF93}" type="pres">
      <dgm:prSet presAssocID="{DE60CD01-E350-C440-826C-F9BE21847527}" presName="parTrans" presStyleCnt="0"/>
      <dgm:spPr/>
    </dgm:pt>
    <dgm:pt modelId="{969A6578-FBEE-9445-BDF8-F946B71A4859}" type="pres">
      <dgm:prSet presAssocID="{1399E7D7-A39B-CC47-BF21-D3C310444323}" presName="node" presStyleLbl="alignAccFollowNode1" presStyleIdx="1" presStyleCnt="2" custScaleX="391903">
        <dgm:presLayoutVars>
          <dgm:bulletEnabled val="1"/>
        </dgm:presLayoutVars>
      </dgm:prSet>
      <dgm:spPr/>
    </dgm:pt>
  </dgm:ptLst>
  <dgm:cxnLst>
    <dgm:cxn modelId="{9E025025-0ED5-3F43-8E8E-B7AD098F08C5}" srcId="{9271987E-84A6-2F44-AE9F-23A24686670F}" destId="{1399E7D7-A39B-CC47-BF21-D3C310444323}" srcOrd="0" destOrd="0" parTransId="{DE60CD01-E350-C440-826C-F9BE21847527}" sibTransId="{5523D2B6-5E1C-3F48-A9E7-186FEA704B4E}"/>
    <dgm:cxn modelId="{C5D3D137-042D-1F4D-9993-FEB61EBCF598}" type="presOf" srcId="{96A5D447-53D4-D946-8642-54DC72923ACE}" destId="{53DD693C-34BC-8141-A060-E81AD1B5485D}" srcOrd="0" destOrd="0" presId="urn:microsoft.com/office/officeart/2005/8/layout/lProcess3"/>
    <dgm:cxn modelId="{80C6FA5F-F38A-9045-8FE5-6CDAFA6B4603}" srcId="{96A5D447-53D4-D946-8642-54DC72923ACE}" destId="{9271987E-84A6-2F44-AE9F-23A24686670F}" srcOrd="1" destOrd="0" parTransId="{673D1BE9-5BE2-E145-AF4A-51453F8031F7}" sibTransId="{45B90491-A11A-5D4F-89B4-F9867B784535}"/>
    <dgm:cxn modelId="{90487A52-618C-ED44-8976-59C1254C7894}" srcId="{96A5D447-53D4-D946-8642-54DC72923ACE}" destId="{1DB15D3C-30A7-6746-BB8A-2EF732518691}" srcOrd="0" destOrd="0" parTransId="{02B0FA5F-7A7C-074B-BE4A-1CB1FD472C26}" sibTransId="{628C47B1-583A-844C-B0FA-DDE7D946BA23}"/>
    <dgm:cxn modelId="{E56B8C54-880B-F147-8F96-96E790B13E3F}" type="presOf" srcId="{1399E7D7-A39B-CC47-BF21-D3C310444323}" destId="{969A6578-FBEE-9445-BDF8-F946B71A4859}" srcOrd="0" destOrd="0" presId="urn:microsoft.com/office/officeart/2005/8/layout/lProcess3"/>
    <dgm:cxn modelId="{800DC175-997C-0943-9831-69E9A7447706}" type="presOf" srcId="{9271987E-84A6-2F44-AE9F-23A24686670F}" destId="{0BF1E616-3C10-7D49-ACFC-94AFA41E16C2}" srcOrd="0" destOrd="0" presId="urn:microsoft.com/office/officeart/2005/8/layout/lProcess3"/>
    <dgm:cxn modelId="{6438BC7D-F41B-A54D-BB8E-037C32648FED}" type="presOf" srcId="{4DE07911-9155-D846-B103-C481105343AA}" destId="{40BA5ECF-D7AA-1747-9B44-8CB9F1035596}" srcOrd="0" destOrd="0" presId="urn:microsoft.com/office/officeart/2005/8/layout/lProcess3"/>
    <dgm:cxn modelId="{EA6E2C9D-D4DE-9147-91DE-454FE36275D8}" srcId="{1DB15D3C-30A7-6746-BB8A-2EF732518691}" destId="{4DE07911-9155-D846-B103-C481105343AA}" srcOrd="0" destOrd="0" parTransId="{85A21C30-D13B-704C-81AE-7182C06E360A}" sibTransId="{D0B6A806-011D-3F44-93C4-8147452C711C}"/>
    <dgm:cxn modelId="{586323EC-33CA-584D-B37E-23F4D5D98561}" type="presOf" srcId="{1DB15D3C-30A7-6746-BB8A-2EF732518691}" destId="{AB8F35AE-0482-3140-9574-7E50E9CC91D5}" srcOrd="0" destOrd="0" presId="urn:microsoft.com/office/officeart/2005/8/layout/lProcess3"/>
    <dgm:cxn modelId="{9C9D5243-1972-0F49-B2B4-E26619F58B73}" type="presParOf" srcId="{53DD693C-34BC-8141-A060-E81AD1B5485D}" destId="{FC24848A-5D86-144C-A012-61E76BAE6EB9}" srcOrd="0" destOrd="0" presId="urn:microsoft.com/office/officeart/2005/8/layout/lProcess3"/>
    <dgm:cxn modelId="{C2E686FC-A0D7-044C-A080-F64391EF8160}" type="presParOf" srcId="{FC24848A-5D86-144C-A012-61E76BAE6EB9}" destId="{AB8F35AE-0482-3140-9574-7E50E9CC91D5}" srcOrd="0" destOrd="0" presId="urn:microsoft.com/office/officeart/2005/8/layout/lProcess3"/>
    <dgm:cxn modelId="{F9B1DAE9-D87A-204F-8B4A-AE5FED78BE7E}" type="presParOf" srcId="{FC24848A-5D86-144C-A012-61E76BAE6EB9}" destId="{8E2377AD-1107-1040-B18B-59F653FBB5B1}" srcOrd="1" destOrd="0" presId="urn:microsoft.com/office/officeart/2005/8/layout/lProcess3"/>
    <dgm:cxn modelId="{DEEA4893-2CF1-A14A-96D9-F129B56077E9}" type="presParOf" srcId="{FC24848A-5D86-144C-A012-61E76BAE6EB9}" destId="{40BA5ECF-D7AA-1747-9B44-8CB9F1035596}" srcOrd="2" destOrd="0" presId="urn:microsoft.com/office/officeart/2005/8/layout/lProcess3"/>
    <dgm:cxn modelId="{B5490AF4-6139-8C42-84B0-7708E11975CC}" type="presParOf" srcId="{53DD693C-34BC-8141-A060-E81AD1B5485D}" destId="{E3EFECA6-222C-AF4D-92F2-E55620000285}" srcOrd="1" destOrd="0" presId="urn:microsoft.com/office/officeart/2005/8/layout/lProcess3"/>
    <dgm:cxn modelId="{65C90F51-A443-904D-BFAF-B78C03B4CC96}" type="presParOf" srcId="{53DD693C-34BC-8141-A060-E81AD1B5485D}" destId="{6EF0DAFE-F3C0-C84F-BAC1-2A88E3266AA3}" srcOrd="2" destOrd="0" presId="urn:microsoft.com/office/officeart/2005/8/layout/lProcess3"/>
    <dgm:cxn modelId="{1E49AEAB-70EE-C348-9CD0-D438E1A8B026}" type="presParOf" srcId="{6EF0DAFE-F3C0-C84F-BAC1-2A88E3266AA3}" destId="{0BF1E616-3C10-7D49-ACFC-94AFA41E16C2}" srcOrd="0" destOrd="0" presId="urn:microsoft.com/office/officeart/2005/8/layout/lProcess3"/>
    <dgm:cxn modelId="{3BC84D72-5DFC-5143-93B8-ADDD84422BAC}" type="presParOf" srcId="{6EF0DAFE-F3C0-C84F-BAC1-2A88E3266AA3}" destId="{616E5767-65C4-1C40-8149-DFA7969ABF93}" srcOrd="1" destOrd="0" presId="urn:microsoft.com/office/officeart/2005/8/layout/lProcess3"/>
    <dgm:cxn modelId="{B054EB3B-A619-BD40-9082-5DD995556681}" type="presParOf" srcId="{6EF0DAFE-F3C0-C84F-BAC1-2A88E3266AA3}" destId="{969A6578-FBEE-9445-BDF8-F946B71A4859}" srcOrd="2"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8F35AE-0482-3140-9574-7E50E9CC91D5}">
      <dsp:nvSpPr>
        <dsp:cNvPr id="0" name=""/>
        <dsp:cNvSpPr/>
      </dsp:nvSpPr>
      <dsp:spPr>
        <a:xfrm>
          <a:off x="554093" y="852"/>
          <a:ext cx="3715664" cy="1005300"/>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0" bIns="17145" numCol="1" spcCol="1270" anchor="ctr" anchorCtr="0">
          <a:noAutofit/>
        </a:bodyPr>
        <a:lstStyle/>
        <a:p>
          <a:pPr marL="0" lvl="0" indent="0" algn="ctr" defTabSz="1200150">
            <a:lnSpc>
              <a:spcPct val="90000"/>
            </a:lnSpc>
            <a:spcBef>
              <a:spcPct val="0"/>
            </a:spcBef>
            <a:spcAft>
              <a:spcPct val="35000"/>
            </a:spcAft>
            <a:buNone/>
          </a:pPr>
          <a:r>
            <a:rPr lang="en-IN" sz="2700" b="0" i="0" u="none" kern="1200" dirty="0"/>
            <a:t>Increased Brand Awareness</a:t>
          </a:r>
          <a:endParaRPr lang="en-GB" sz="2700" kern="1200" dirty="0"/>
        </a:p>
      </dsp:txBody>
      <dsp:txXfrm>
        <a:off x="1056743" y="852"/>
        <a:ext cx="2710364" cy="1005300"/>
      </dsp:txXfrm>
    </dsp:sp>
    <dsp:sp modelId="{40BA5ECF-D7AA-1747-9B44-8CB9F1035596}">
      <dsp:nvSpPr>
        <dsp:cNvPr id="0" name=""/>
        <dsp:cNvSpPr/>
      </dsp:nvSpPr>
      <dsp:spPr>
        <a:xfrm>
          <a:off x="3943035" y="86303"/>
          <a:ext cx="7431325" cy="834399"/>
        </a:xfrm>
        <a:prstGeom prst="chevron">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0" i="0" u="none" kern="1200" dirty="0"/>
            <a:t>Reach a wider audience and build brand recognition</a:t>
          </a:r>
          <a:endParaRPr lang="en-GB" sz="2800" kern="1200" dirty="0"/>
        </a:p>
      </dsp:txBody>
      <dsp:txXfrm>
        <a:off x="4360235" y="86303"/>
        <a:ext cx="6596926" cy="834399"/>
      </dsp:txXfrm>
    </dsp:sp>
    <dsp:sp modelId="{0BF1E616-3C10-7D49-ACFC-94AFA41E16C2}">
      <dsp:nvSpPr>
        <dsp:cNvPr id="0" name=""/>
        <dsp:cNvSpPr/>
      </dsp:nvSpPr>
      <dsp:spPr>
        <a:xfrm>
          <a:off x="554093" y="1146895"/>
          <a:ext cx="3715664" cy="1005300"/>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0" bIns="17145" numCol="1" spcCol="1270" anchor="ctr" anchorCtr="0">
          <a:noAutofit/>
        </a:bodyPr>
        <a:lstStyle/>
        <a:p>
          <a:pPr marL="0" lvl="0" indent="0" algn="ctr" defTabSz="1200150">
            <a:lnSpc>
              <a:spcPct val="90000"/>
            </a:lnSpc>
            <a:spcBef>
              <a:spcPct val="0"/>
            </a:spcBef>
            <a:spcAft>
              <a:spcPct val="35000"/>
            </a:spcAft>
            <a:buNone/>
          </a:pPr>
          <a:r>
            <a:rPr lang="en-IN" sz="2700" b="0" i="0" u="none" kern="1200" dirty="0"/>
            <a:t>Improved Customer Engagement</a:t>
          </a:r>
          <a:endParaRPr lang="en-GB" sz="2700" kern="1200" dirty="0"/>
        </a:p>
      </dsp:txBody>
      <dsp:txXfrm>
        <a:off x="1056743" y="1146895"/>
        <a:ext cx="2710364" cy="1005300"/>
      </dsp:txXfrm>
    </dsp:sp>
    <dsp:sp modelId="{969A6578-FBEE-9445-BDF8-F946B71A4859}">
      <dsp:nvSpPr>
        <dsp:cNvPr id="0" name=""/>
        <dsp:cNvSpPr/>
      </dsp:nvSpPr>
      <dsp:spPr>
        <a:xfrm>
          <a:off x="3943035" y="1232345"/>
          <a:ext cx="7431325" cy="834399"/>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0" i="0" u="none" kern="1200" dirty="0"/>
            <a:t>Foster relationships with your customers and build loyalty</a:t>
          </a:r>
          <a:endParaRPr lang="en-GB" sz="2800" kern="1200" dirty="0"/>
        </a:p>
      </dsp:txBody>
      <dsp:txXfrm>
        <a:off x="4360235" y="1232345"/>
        <a:ext cx="6596926" cy="834399"/>
      </dsp:txXfrm>
    </dsp:sp>
    <dsp:sp modelId="{BB77F516-8C3B-034C-9646-3D72F6150A07}">
      <dsp:nvSpPr>
        <dsp:cNvPr id="0" name=""/>
        <dsp:cNvSpPr/>
      </dsp:nvSpPr>
      <dsp:spPr>
        <a:xfrm>
          <a:off x="554093" y="2292937"/>
          <a:ext cx="3715664" cy="1005300"/>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0" bIns="17145" numCol="1" spcCol="1270" anchor="ctr" anchorCtr="0">
          <a:noAutofit/>
        </a:bodyPr>
        <a:lstStyle/>
        <a:p>
          <a:pPr marL="0" lvl="0" indent="0" algn="ctr" defTabSz="1200150">
            <a:lnSpc>
              <a:spcPct val="90000"/>
            </a:lnSpc>
            <a:spcBef>
              <a:spcPct val="0"/>
            </a:spcBef>
            <a:spcAft>
              <a:spcPct val="35000"/>
            </a:spcAft>
            <a:buNone/>
          </a:pPr>
          <a:r>
            <a:rPr lang="en-IN" sz="2700" b="0" i="0" u="none" kern="1200" dirty="0"/>
            <a:t>Enhanced Website Traffic</a:t>
          </a:r>
          <a:endParaRPr lang="en-GB" sz="2700" kern="1200" dirty="0"/>
        </a:p>
      </dsp:txBody>
      <dsp:txXfrm>
        <a:off x="1056743" y="2292937"/>
        <a:ext cx="2710364" cy="1005300"/>
      </dsp:txXfrm>
    </dsp:sp>
    <dsp:sp modelId="{22435F35-C378-E14C-9713-90207D956007}">
      <dsp:nvSpPr>
        <dsp:cNvPr id="0" name=""/>
        <dsp:cNvSpPr/>
      </dsp:nvSpPr>
      <dsp:spPr>
        <a:xfrm>
          <a:off x="3943035" y="2378387"/>
          <a:ext cx="7431346" cy="834399"/>
        </a:xfrm>
        <a:prstGeom prst="chevron">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0" i="0" u="none" kern="1200" dirty="0"/>
            <a:t>Drive traffic to your website and generate leads</a:t>
          </a:r>
          <a:endParaRPr lang="en-GB" sz="2800" kern="1200" dirty="0"/>
        </a:p>
      </dsp:txBody>
      <dsp:txXfrm>
        <a:off x="4360235" y="2378387"/>
        <a:ext cx="6596947" cy="834399"/>
      </dsp:txXfrm>
    </dsp:sp>
    <dsp:sp modelId="{00507214-5BA2-3649-AE74-104C9D3750D3}">
      <dsp:nvSpPr>
        <dsp:cNvPr id="0" name=""/>
        <dsp:cNvSpPr/>
      </dsp:nvSpPr>
      <dsp:spPr>
        <a:xfrm>
          <a:off x="554093" y="3438979"/>
          <a:ext cx="3715664" cy="1005300"/>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0" bIns="17145" numCol="1" spcCol="1270" anchor="ctr" anchorCtr="0">
          <a:noAutofit/>
        </a:bodyPr>
        <a:lstStyle/>
        <a:p>
          <a:pPr marL="0" lvl="0" indent="0" algn="ctr" defTabSz="1200150">
            <a:lnSpc>
              <a:spcPct val="90000"/>
            </a:lnSpc>
            <a:spcBef>
              <a:spcPct val="0"/>
            </a:spcBef>
            <a:spcAft>
              <a:spcPct val="35000"/>
            </a:spcAft>
            <a:buNone/>
          </a:pPr>
          <a:r>
            <a:rPr lang="en-IN" sz="2700" b="0" i="0" u="none" kern="1200"/>
            <a:t>Improved SEO</a:t>
          </a:r>
          <a:endParaRPr lang="en-GB" sz="2700" kern="1200" dirty="0"/>
        </a:p>
      </dsp:txBody>
      <dsp:txXfrm>
        <a:off x="1056743" y="3438979"/>
        <a:ext cx="2710364" cy="1005300"/>
      </dsp:txXfrm>
    </dsp:sp>
    <dsp:sp modelId="{5B370A29-2DE8-D24C-9C41-592962F69D3C}">
      <dsp:nvSpPr>
        <dsp:cNvPr id="0" name=""/>
        <dsp:cNvSpPr/>
      </dsp:nvSpPr>
      <dsp:spPr>
        <a:xfrm>
          <a:off x="3943035" y="3524430"/>
          <a:ext cx="7431346" cy="834399"/>
        </a:xfrm>
        <a:prstGeom prst="chevron">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0" i="0" u="none" kern="1200" dirty="0"/>
            <a:t>Social media signals can positively impact your search engine rankings.</a:t>
          </a:r>
          <a:endParaRPr lang="en-GB" sz="2800" kern="1200" dirty="0"/>
        </a:p>
      </dsp:txBody>
      <dsp:txXfrm>
        <a:off x="4360235" y="3524430"/>
        <a:ext cx="6596947" cy="834399"/>
      </dsp:txXfrm>
    </dsp:sp>
    <dsp:sp modelId="{B8816093-AB68-7A4F-A083-DFDF641B723E}">
      <dsp:nvSpPr>
        <dsp:cNvPr id="0" name=""/>
        <dsp:cNvSpPr/>
      </dsp:nvSpPr>
      <dsp:spPr>
        <a:xfrm>
          <a:off x="554093" y="4585021"/>
          <a:ext cx="3715664" cy="1005300"/>
        </a:xfrm>
        <a:prstGeom prst="chevron">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17145" rIns="0" bIns="17145" numCol="1" spcCol="1270" anchor="ctr" anchorCtr="0">
          <a:noAutofit/>
        </a:bodyPr>
        <a:lstStyle/>
        <a:p>
          <a:pPr marL="0" lvl="0" indent="0" algn="ctr" defTabSz="1200150">
            <a:lnSpc>
              <a:spcPct val="90000"/>
            </a:lnSpc>
            <a:spcBef>
              <a:spcPct val="0"/>
            </a:spcBef>
            <a:spcAft>
              <a:spcPct val="35000"/>
            </a:spcAft>
            <a:buNone/>
          </a:pPr>
          <a:r>
            <a:rPr lang="en-IN" sz="2700" b="0" i="0" u="none" kern="1200"/>
            <a:t>Cost-Effective Marketing</a:t>
          </a:r>
          <a:endParaRPr lang="en-GB" sz="2700" kern="1200" dirty="0"/>
        </a:p>
      </dsp:txBody>
      <dsp:txXfrm>
        <a:off x="1056743" y="4585021"/>
        <a:ext cx="2710364" cy="1005300"/>
      </dsp:txXfrm>
    </dsp:sp>
    <dsp:sp modelId="{A9246520-4178-234E-8C71-002840D9ECB1}">
      <dsp:nvSpPr>
        <dsp:cNvPr id="0" name=""/>
        <dsp:cNvSpPr/>
      </dsp:nvSpPr>
      <dsp:spPr>
        <a:xfrm>
          <a:off x="3943035" y="4670472"/>
          <a:ext cx="7431346" cy="834399"/>
        </a:xfrm>
        <a:prstGeom prst="chevron">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0" i="0" u="none" kern="1200"/>
            <a:t>Social media marketing can be a relatively affordable way to reach your target audience.</a:t>
          </a:r>
          <a:endParaRPr lang="en-GB" sz="2800" kern="1200" dirty="0"/>
        </a:p>
      </dsp:txBody>
      <dsp:txXfrm>
        <a:off x="4360235" y="4670472"/>
        <a:ext cx="6596947" cy="8343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8F35AE-0482-3140-9574-7E50E9CC91D5}">
      <dsp:nvSpPr>
        <dsp:cNvPr id="0" name=""/>
        <dsp:cNvSpPr/>
      </dsp:nvSpPr>
      <dsp:spPr>
        <a:xfrm>
          <a:off x="554093" y="852"/>
          <a:ext cx="3715664" cy="1005300"/>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22225" rIns="0" bIns="22225" numCol="1" spcCol="1270" anchor="ctr" anchorCtr="0">
          <a:noAutofit/>
        </a:bodyPr>
        <a:lstStyle/>
        <a:p>
          <a:pPr marL="0" lvl="0" indent="0" algn="ctr" defTabSz="1555750">
            <a:lnSpc>
              <a:spcPct val="90000"/>
            </a:lnSpc>
            <a:spcBef>
              <a:spcPct val="0"/>
            </a:spcBef>
            <a:spcAft>
              <a:spcPct val="35000"/>
            </a:spcAft>
            <a:buNone/>
          </a:pPr>
          <a:r>
            <a:rPr lang="en-GB" sz="3500" kern="1200" dirty="0"/>
            <a:t>Time</a:t>
          </a:r>
          <a:r>
            <a:rPr lang="en-GB" sz="3500" kern="1200" baseline="0" dirty="0"/>
            <a:t> Consuming</a:t>
          </a:r>
          <a:endParaRPr lang="en-GB" sz="3500" kern="1200" dirty="0"/>
        </a:p>
      </dsp:txBody>
      <dsp:txXfrm>
        <a:off x="1056743" y="852"/>
        <a:ext cx="2710364" cy="1005300"/>
      </dsp:txXfrm>
    </dsp:sp>
    <dsp:sp modelId="{40BA5ECF-D7AA-1747-9B44-8CB9F1035596}">
      <dsp:nvSpPr>
        <dsp:cNvPr id="0" name=""/>
        <dsp:cNvSpPr/>
      </dsp:nvSpPr>
      <dsp:spPr>
        <a:xfrm>
          <a:off x="3943035" y="86303"/>
          <a:ext cx="7431325" cy="834399"/>
        </a:xfrm>
        <a:prstGeom prst="chevron">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17145" rIns="0" bIns="17145" numCol="1" spcCol="1270" anchor="ctr" anchorCtr="0">
          <a:noAutofit/>
        </a:bodyPr>
        <a:lstStyle/>
        <a:p>
          <a:pPr marL="0" lvl="0" indent="0" algn="ctr" defTabSz="1200150">
            <a:lnSpc>
              <a:spcPct val="90000"/>
            </a:lnSpc>
            <a:spcBef>
              <a:spcPct val="0"/>
            </a:spcBef>
            <a:spcAft>
              <a:spcPct val="35000"/>
            </a:spcAft>
            <a:buNone/>
          </a:pPr>
          <a:r>
            <a:rPr lang="en-GB" sz="2700" kern="1200" dirty="0"/>
            <a:t>Developing</a:t>
          </a:r>
          <a:r>
            <a:rPr lang="en-GB" sz="2700" kern="1200" baseline="0" dirty="0"/>
            <a:t> and maintaining Social media marketing strategies takes time.</a:t>
          </a:r>
          <a:endParaRPr lang="en-GB" sz="2700" kern="1200" dirty="0"/>
        </a:p>
      </dsp:txBody>
      <dsp:txXfrm>
        <a:off x="4360235" y="86303"/>
        <a:ext cx="6596926" cy="834399"/>
      </dsp:txXfrm>
    </dsp:sp>
    <dsp:sp modelId="{0BF1E616-3C10-7D49-ACFC-94AFA41E16C2}">
      <dsp:nvSpPr>
        <dsp:cNvPr id="0" name=""/>
        <dsp:cNvSpPr/>
      </dsp:nvSpPr>
      <dsp:spPr>
        <a:xfrm>
          <a:off x="554093" y="1146895"/>
          <a:ext cx="3715664" cy="1005300"/>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22225" rIns="0" bIns="22225" numCol="1" spcCol="1270" anchor="ctr" anchorCtr="0">
          <a:noAutofit/>
        </a:bodyPr>
        <a:lstStyle/>
        <a:p>
          <a:pPr marL="0" lvl="0" indent="0" algn="ctr" defTabSz="1555750">
            <a:lnSpc>
              <a:spcPct val="90000"/>
            </a:lnSpc>
            <a:spcBef>
              <a:spcPct val="0"/>
            </a:spcBef>
            <a:spcAft>
              <a:spcPct val="35000"/>
            </a:spcAft>
            <a:buNone/>
          </a:pPr>
          <a:r>
            <a:rPr lang="en-GB" sz="3500" kern="1200" dirty="0"/>
            <a:t>Negative</a:t>
          </a:r>
          <a:r>
            <a:rPr lang="en-GB" sz="3500" kern="1200" baseline="0" dirty="0"/>
            <a:t> Feedback</a:t>
          </a:r>
          <a:endParaRPr lang="en-GB" sz="3500" kern="1200" dirty="0"/>
        </a:p>
      </dsp:txBody>
      <dsp:txXfrm>
        <a:off x="1056743" y="1146895"/>
        <a:ext cx="2710364" cy="1005300"/>
      </dsp:txXfrm>
    </dsp:sp>
    <dsp:sp modelId="{969A6578-FBEE-9445-BDF8-F946B71A4859}">
      <dsp:nvSpPr>
        <dsp:cNvPr id="0" name=""/>
        <dsp:cNvSpPr/>
      </dsp:nvSpPr>
      <dsp:spPr>
        <a:xfrm>
          <a:off x="3943035" y="1232345"/>
          <a:ext cx="7431325" cy="834399"/>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17145" rIns="0" bIns="17145" numCol="1" spcCol="1270" anchor="ctr" anchorCtr="0">
          <a:noAutofit/>
        </a:bodyPr>
        <a:lstStyle/>
        <a:p>
          <a:pPr marL="0" lvl="0" indent="0" algn="ctr" defTabSz="1200150">
            <a:lnSpc>
              <a:spcPct val="90000"/>
            </a:lnSpc>
            <a:spcBef>
              <a:spcPct val="0"/>
            </a:spcBef>
            <a:spcAft>
              <a:spcPct val="35000"/>
            </a:spcAft>
            <a:buNone/>
          </a:pPr>
          <a:r>
            <a:rPr lang="en-GB" sz="2700" kern="1200" dirty="0"/>
            <a:t>Amplification</a:t>
          </a:r>
          <a:r>
            <a:rPr lang="en-GB" sz="2700" kern="1200" baseline="0" dirty="0"/>
            <a:t> of negative feedback and criticism can hurt brand reputation. </a:t>
          </a:r>
          <a:endParaRPr lang="en-GB" sz="2700" kern="1200" dirty="0"/>
        </a:p>
      </dsp:txBody>
      <dsp:txXfrm>
        <a:off x="4360235" y="1232345"/>
        <a:ext cx="6596926" cy="834399"/>
      </dsp:txXfrm>
    </dsp:sp>
    <dsp:sp modelId="{BB77F516-8C3B-034C-9646-3D72F6150A07}">
      <dsp:nvSpPr>
        <dsp:cNvPr id="0" name=""/>
        <dsp:cNvSpPr/>
      </dsp:nvSpPr>
      <dsp:spPr>
        <a:xfrm>
          <a:off x="554093" y="2292937"/>
          <a:ext cx="3715664" cy="1005300"/>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22225" rIns="0" bIns="22225" numCol="1" spcCol="1270" anchor="ctr" anchorCtr="0">
          <a:noAutofit/>
        </a:bodyPr>
        <a:lstStyle/>
        <a:p>
          <a:pPr marL="0" lvl="0" indent="0" algn="ctr" defTabSz="1555750">
            <a:lnSpc>
              <a:spcPct val="90000"/>
            </a:lnSpc>
            <a:spcBef>
              <a:spcPct val="0"/>
            </a:spcBef>
            <a:spcAft>
              <a:spcPct val="35000"/>
            </a:spcAft>
            <a:buNone/>
          </a:pPr>
          <a:r>
            <a:rPr lang="en-GB" sz="3500" kern="1200" dirty="0"/>
            <a:t>Algorithmic</a:t>
          </a:r>
          <a:r>
            <a:rPr lang="en-GB" sz="3500" kern="1200" baseline="0" dirty="0"/>
            <a:t> Change</a:t>
          </a:r>
          <a:endParaRPr lang="en-GB" sz="3500" kern="1200" dirty="0"/>
        </a:p>
      </dsp:txBody>
      <dsp:txXfrm>
        <a:off x="1056743" y="2292937"/>
        <a:ext cx="2710364" cy="1005300"/>
      </dsp:txXfrm>
    </dsp:sp>
    <dsp:sp modelId="{22435F35-C378-E14C-9713-90207D956007}">
      <dsp:nvSpPr>
        <dsp:cNvPr id="0" name=""/>
        <dsp:cNvSpPr/>
      </dsp:nvSpPr>
      <dsp:spPr>
        <a:xfrm>
          <a:off x="3943035" y="2378387"/>
          <a:ext cx="7431346" cy="834399"/>
        </a:xfrm>
        <a:prstGeom prst="chevron">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17145" rIns="0" bIns="17145" numCol="1" spcCol="1270" anchor="ctr" anchorCtr="0">
          <a:noAutofit/>
        </a:bodyPr>
        <a:lstStyle/>
        <a:p>
          <a:pPr marL="0" lvl="0" indent="0" algn="ctr" defTabSz="1200150">
            <a:lnSpc>
              <a:spcPct val="90000"/>
            </a:lnSpc>
            <a:spcBef>
              <a:spcPct val="0"/>
            </a:spcBef>
            <a:spcAft>
              <a:spcPct val="35000"/>
            </a:spcAft>
            <a:buNone/>
          </a:pPr>
          <a:r>
            <a:rPr lang="en-GB" sz="2700" kern="1200" dirty="0"/>
            <a:t>Algorithm</a:t>
          </a:r>
          <a:r>
            <a:rPr lang="en-GB" sz="2700" kern="1200" baseline="0" dirty="0"/>
            <a:t> of social media platform can change which affect visibility.</a:t>
          </a:r>
          <a:endParaRPr lang="en-GB" sz="2700" kern="1200" dirty="0"/>
        </a:p>
      </dsp:txBody>
      <dsp:txXfrm>
        <a:off x="4360235" y="2378387"/>
        <a:ext cx="6596947" cy="834399"/>
      </dsp:txXfrm>
    </dsp:sp>
    <dsp:sp modelId="{00507214-5BA2-3649-AE74-104C9D3750D3}">
      <dsp:nvSpPr>
        <dsp:cNvPr id="0" name=""/>
        <dsp:cNvSpPr/>
      </dsp:nvSpPr>
      <dsp:spPr>
        <a:xfrm>
          <a:off x="554093" y="3438979"/>
          <a:ext cx="3715664" cy="1005300"/>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22225" rIns="0" bIns="22225" numCol="1" spcCol="1270" anchor="ctr" anchorCtr="0">
          <a:noAutofit/>
        </a:bodyPr>
        <a:lstStyle/>
        <a:p>
          <a:pPr marL="0" lvl="0" indent="0" algn="ctr" defTabSz="1555750">
            <a:lnSpc>
              <a:spcPct val="90000"/>
            </a:lnSpc>
            <a:spcBef>
              <a:spcPct val="0"/>
            </a:spcBef>
            <a:spcAft>
              <a:spcPct val="35000"/>
            </a:spcAft>
            <a:buNone/>
          </a:pPr>
          <a:r>
            <a:rPr lang="en-GB" sz="3500" kern="1200" dirty="0"/>
            <a:t>Limited</a:t>
          </a:r>
          <a:r>
            <a:rPr lang="en-GB" sz="3500" kern="1200" baseline="0" dirty="0"/>
            <a:t> Reach</a:t>
          </a:r>
          <a:endParaRPr lang="en-GB" sz="3500" kern="1200" dirty="0"/>
        </a:p>
      </dsp:txBody>
      <dsp:txXfrm>
        <a:off x="1056743" y="3438979"/>
        <a:ext cx="2710364" cy="1005300"/>
      </dsp:txXfrm>
    </dsp:sp>
    <dsp:sp modelId="{5B370A29-2DE8-D24C-9C41-592962F69D3C}">
      <dsp:nvSpPr>
        <dsp:cNvPr id="0" name=""/>
        <dsp:cNvSpPr/>
      </dsp:nvSpPr>
      <dsp:spPr>
        <a:xfrm>
          <a:off x="3943035" y="3524430"/>
          <a:ext cx="7431346" cy="834399"/>
        </a:xfrm>
        <a:prstGeom prst="chevron">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17145" rIns="0" bIns="17145" numCol="1" spcCol="1270" anchor="ctr" anchorCtr="0">
          <a:noAutofit/>
        </a:bodyPr>
        <a:lstStyle/>
        <a:p>
          <a:pPr marL="0" lvl="0" indent="0" algn="ctr" defTabSz="1200150">
            <a:lnSpc>
              <a:spcPct val="90000"/>
            </a:lnSpc>
            <a:spcBef>
              <a:spcPct val="0"/>
            </a:spcBef>
            <a:spcAft>
              <a:spcPct val="35000"/>
            </a:spcAft>
            <a:buNone/>
          </a:pPr>
          <a:r>
            <a:rPr lang="en-GB" sz="2700" kern="1200" dirty="0"/>
            <a:t>Organic</a:t>
          </a:r>
          <a:r>
            <a:rPr lang="en-GB" sz="2700" kern="1200" baseline="0" dirty="0"/>
            <a:t> reach on social media is limited, business need to invest in advertising.</a:t>
          </a:r>
          <a:endParaRPr lang="en-GB" sz="2700" kern="1200" dirty="0"/>
        </a:p>
      </dsp:txBody>
      <dsp:txXfrm>
        <a:off x="4360235" y="3524430"/>
        <a:ext cx="6596947" cy="834399"/>
      </dsp:txXfrm>
    </dsp:sp>
    <dsp:sp modelId="{B8816093-AB68-7A4F-A083-DFDF641B723E}">
      <dsp:nvSpPr>
        <dsp:cNvPr id="0" name=""/>
        <dsp:cNvSpPr/>
      </dsp:nvSpPr>
      <dsp:spPr>
        <a:xfrm>
          <a:off x="554093" y="4585021"/>
          <a:ext cx="3715664" cy="1005300"/>
        </a:xfrm>
        <a:prstGeom prst="chevron">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4450" tIns="22225" rIns="0" bIns="22225" numCol="1" spcCol="1270" anchor="ctr" anchorCtr="0">
          <a:noAutofit/>
        </a:bodyPr>
        <a:lstStyle/>
        <a:p>
          <a:pPr marL="0" lvl="0" indent="0" algn="ctr" defTabSz="1555750">
            <a:lnSpc>
              <a:spcPct val="90000"/>
            </a:lnSpc>
            <a:spcBef>
              <a:spcPct val="0"/>
            </a:spcBef>
            <a:spcAft>
              <a:spcPct val="35000"/>
            </a:spcAft>
            <a:buNone/>
          </a:pPr>
          <a:r>
            <a:rPr lang="en-GB" sz="3500" kern="1200" dirty="0"/>
            <a:t>Platform</a:t>
          </a:r>
          <a:r>
            <a:rPr lang="en-GB" sz="3500" kern="1200" baseline="0" dirty="0"/>
            <a:t> Dependency</a:t>
          </a:r>
          <a:endParaRPr lang="en-GB" sz="3500" kern="1200" dirty="0"/>
        </a:p>
      </dsp:txBody>
      <dsp:txXfrm>
        <a:off x="1056743" y="4585021"/>
        <a:ext cx="2710364" cy="1005300"/>
      </dsp:txXfrm>
    </dsp:sp>
    <dsp:sp modelId="{A9246520-4178-234E-8C71-002840D9ECB1}">
      <dsp:nvSpPr>
        <dsp:cNvPr id="0" name=""/>
        <dsp:cNvSpPr/>
      </dsp:nvSpPr>
      <dsp:spPr>
        <a:xfrm>
          <a:off x="3943035" y="4670472"/>
          <a:ext cx="7431346" cy="834399"/>
        </a:xfrm>
        <a:prstGeom prst="chevron">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17145" rIns="0" bIns="17145" numCol="1" spcCol="1270" anchor="ctr" anchorCtr="0">
          <a:noAutofit/>
        </a:bodyPr>
        <a:lstStyle/>
        <a:p>
          <a:pPr marL="0" lvl="0" indent="0" algn="ctr" defTabSz="1200150">
            <a:lnSpc>
              <a:spcPct val="90000"/>
            </a:lnSpc>
            <a:spcBef>
              <a:spcPct val="0"/>
            </a:spcBef>
            <a:spcAft>
              <a:spcPct val="35000"/>
            </a:spcAft>
            <a:buNone/>
          </a:pPr>
          <a:r>
            <a:rPr lang="en-GB" sz="2700" kern="1200" dirty="0"/>
            <a:t>Business</a:t>
          </a:r>
          <a:r>
            <a:rPr lang="en-GB" sz="2700" kern="1200" baseline="0" dirty="0"/>
            <a:t> can not rely on a single platform, they need to invest in multiple social </a:t>
          </a:r>
          <a:r>
            <a:rPr lang="en-GB" sz="2700" kern="1200" baseline="0"/>
            <a:t>media platform.</a:t>
          </a:r>
          <a:endParaRPr lang="en-GB" sz="2700" kern="1200" dirty="0"/>
        </a:p>
      </dsp:txBody>
      <dsp:txXfrm>
        <a:off x="4360235" y="4670472"/>
        <a:ext cx="6596947" cy="83439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8F35AE-0482-3140-9574-7E50E9CC91D5}">
      <dsp:nvSpPr>
        <dsp:cNvPr id="0" name=""/>
        <dsp:cNvSpPr/>
      </dsp:nvSpPr>
      <dsp:spPr>
        <a:xfrm>
          <a:off x="1324" y="106816"/>
          <a:ext cx="3832288" cy="1036853"/>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370" tIns="19685" rIns="0" bIns="19685" numCol="1" spcCol="1270" anchor="ctr" anchorCtr="0">
          <a:noAutofit/>
        </a:bodyPr>
        <a:lstStyle/>
        <a:p>
          <a:pPr marL="0" lvl="0" indent="0" algn="ctr" defTabSz="1377950">
            <a:lnSpc>
              <a:spcPct val="90000"/>
            </a:lnSpc>
            <a:spcBef>
              <a:spcPct val="0"/>
            </a:spcBef>
            <a:spcAft>
              <a:spcPct val="35000"/>
            </a:spcAft>
            <a:buNone/>
          </a:pPr>
          <a:r>
            <a:rPr lang="en-IN" sz="3100" b="1" i="0" u="none" kern="1200" dirty="0"/>
            <a:t>Demographics</a:t>
          </a:r>
          <a:endParaRPr lang="en-GB" sz="3100" kern="1200" dirty="0"/>
        </a:p>
      </dsp:txBody>
      <dsp:txXfrm>
        <a:off x="519751" y="106816"/>
        <a:ext cx="2795435" cy="1036853"/>
      </dsp:txXfrm>
    </dsp:sp>
    <dsp:sp modelId="{40BA5ECF-D7AA-1747-9B44-8CB9F1035596}">
      <dsp:nvSpPr>
        <dsp:cNvPr id="0" name=""/>
        <dsp:cNvSpPr/>
      </dsp:nvSpPr>
      <dsp:spPr>
        <a:xfrm>
          <a:off x="3496636" y="194949"/>
          <a:ext cx="8431679" cy="860588"/>
        </a:xfrm>
        <a:prstGeom prst="chevron">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Age, gender, location, income, etc.</a:t>
          </a:r>
          <a:endParaRPr lang="en-GB" sz="2900" kern="1200" dirty="0"/>
        </a:p>
      </dsp:txBody>
      <dsp:txXfrm>
        <a:off x="3926930" y="194949"/>
        <a:ext cx="7571091" cy="860588"/>
      </dsp:txXfrm>
    </dsp:sp>
    <dsp:sp modelId="{0BF1E616-3C10-7D49-ACFC-94AFA41E16C2}">
      <dsp:nvSpPr>
        <dsp:cNvPr id="0" name=""/>
        <dsp:cNvSpPr/>
      </dsp:nvSpPr>
      <dsp:spPr>
        <a:xfrm>
          <a:off x="1324" y="1288829"/>
          <a:ext cx="3832288" cy="1036853"/>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20320" rIns="0" bIns="20320" numCol="1" spcCol="1270" anchor="ctr" anchorCtr="0">
          <a:noAutofit/>
        </a:bodyPr>
        <a:lstStyle/>
        <a:p>
          <a:pPr marL="0" lvl="0" indent="0" algn="ctr" defTabSz="1422400">
            <a:lnSpc>
              <a:spcPct val="90000"/>
            </a:lnSpc>
            <a:spcBef>
              <a:spcPct val="0"/>
            </a:spcBef>
            <a:spcAft>
              <a:spcPct val="35000"/>
            </a:spcAft>
            <a:buNone/>
          </a:pPr>
          <a:r>
            <a:rPr lang="en-IN" sz="3200" b="1" i="0" u="none" kern="1200" dirty="0"/>
            <a:t>Interests</a:t>
          </a:r>
          <a:endParaRPr lang="en-GB" sz="3200" kern="1200" dirty="0"/>
        </a:p>
      </dsp:txBody>
      <dsp:txXfrm>
        <a:off x="519751" y="1288829"/>
        <a:ext cx="2795435" cy="1036853"/>
      </dsp:txXfrm>
    </dsp:sp>
    <dsp:sp modelId="{969A6578-FBEE-9445-BDF8-F946B71A4859}">
      <dsp:nvSpPr>
        <dsp:cNvPr id="0" name=""/>
        <dsp:cNvSpPr/>
      </dsp:nvSpPr>
      <dsp:spPr>
        <a:xfrm>
          <a:off x="3496636" y="1376962"/>
          <a:ext cx="8431679" cy="860588"/>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Hobbies, preferences, and </a:t>
          </a:r>
          <a:r>
            <a:rPr lang="en-IN" sz="2900" b="0" i="0" u="none" kern="1200" dirty="0" err="1"/>
            <a:t>behaviors</a:t>
          </a:r>
          <a:r>
            <a:rPr lang="en-IN" sz="2900" b="0" i="0" u="none" kern="1200" dirty="0"/>
            <a:t>.</a:t>
          </a:r>
          <a:endParaRPr lang="en-GB" sz="2900" kern="1200" dirty="0"/>
        </a:p>
      </dsp:txBody>
      <dsp:txXfrm>
        <a:off x="3926930" y="1376962"/>
        <a:ext cx="7571091" cy="860588"/>
      </dsp:txXfrm>
    </dsp:sp>
    <dsp:sp modelId="{BB77F516-8C3B-034C-9646-3D72F6150A07}">
      <dsp:nvSpPr>
        <dsp:cNvPr id="0" name=""/>
        <dsp:cNvSpPr/>
      </dsp:nvSpPr>
      <dsp:spPr>
        <a:xfrm>
          <a:off x="1324" y="2470842"/>
          <a:ext cx="3832288" cy="1036853"/>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20320" rIns="0" bIns="20320" numCol="1" spcCol="1270" anchor="ctr" anchorCtr="0">
          <a:noAutofit/>
        </a:bodyPr>
        <a:lstStyle/>
        <a:p>
          <a:pPr marL="0" lvl="0" indent="0" algn="ctr" defTabSz="1422400">
            <a:lnSpc>
              <a:spcPct val="90000"/>
            </a:lnSpc>
            <a:spcBef>
              <a:spcPct val="0"/>
            </a:spcBef>
            <a:spcAft>
              <a:spcPct val="35000"/>
            </a:spcAft>
            <a:buNone/>
          </a:pPr>
          <a:r>
            <a:rPr lang="en-IN" sz="3200" b="1" i="0" u="none" kern="1200" dirty="0"/>
            <a:t>Pain Points</a:t>
          </a:r>
          <a:endParaRPr lang="en-GB" sz="3600" kern="1200" dirty="0"/>
        </a:p>
      </dsp:txBody>
      <dsp:txXfrm>
        <a:off x="519751" y="2470842"/>
        <a:ext cx="2795435" cy="1036853"/>
      </dsp:txXfrm>
    </dsp:sp>
    <dsp:sp modelId="{22435F35-C378-E14C-9713-90207D956007}">
      <dsp:nvSpPr>
        <dsp:cNvPr id="0" name=""/>
        <dsp:cNvSpPr/>
      </dsp:nvSpPr>
      <dsp:spPr>
        <a:xfrm>
          <a:off x="3496636" y="2558975"/>
          <a:ext cx="8431679" cy="860588"/>
        </a:xfrm>
        <a:prstGeom prst="chevron">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Challenges and problems your audience faces.</a:t>
          </a:r>
          <a:endParaRPr lang="en-GB" sz="2900" kern="1200" dirty="0"/>
        </a:p>
      </dsp:txBody>
      <dsp:txXfrm>
        <a:off x="3926930" y="2558975"/>
        <a:ext cx="7571091" cy="860588"/>
      </dsp:txXfrm>
    </dsp:sp>
    <dsp:sp modelId="{00507214-5BA2-3649-AE74-104C9D3750D3}">
      <dsp:nvSpPr>
        <dsp:cNvPr id="0" name=""/>
        <dsp:cNvSpPr/>
      </dsp:nvSpPr>
      <dsp:spPr>
        <a:xfrm>
          <a:off x="1324" y="3652855"/>
          <a:ext cx="3832288" cy="1036853"/>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20320" rIns="0" bIns="20320" numCol="1" spcCol="1270" anchor="ctr" anchorCtr="0">
          <a:noAutofit/>
        </a:bodyPr>
        <a:lstStyle/>
        <a:p>
          <a:pPr marL="0" lvl="0" indent="0" algn="ctr" defTabSz="1422400">
            <a:lnSpc>
              <a:spcPct val="90000"/>
            </a:lnSpc>
            <a:spcBef>
              <a:spcPct val="0"/>
            </a:spcBef>
            <a:spcAft>
              <a:spcPct val="35000"/>
            </a:spcAft>
            <a:buNone/>
          </a:pPr>
          <a:r>
            <a:rPr lang="en-IN" sz="3200" b="1" i="0" u="none" kern="1200" dirty="0"/>
            <a:t>Platforms</a:t>
          </a:r>
          <a:endParaRPr lang="en-GB" sz="3600" kern="1200" dirty="0"/>
        </a:p>
      </dsp:txBody>
      <dsp:txXfrm>
        <a:off x="519751" y="3652855"/>
        <a:ext cx="2795435" cy="1036853"/>
      </dsp:txXfrm>
    </dsp:sp>
    <dsp:sp modelId="{5B370A29-2DE8-D24C-9C41-592962F69D3C}">
      <dsp:nvSpPr>
        <dsp:cNvPr id="0" name=""/>
        <dsp:cNvSpPr/>
      </dsp:nvSpPr>
      <dsp:spPr>
        <a:xfrm>
          <a:off x="3496636" y="3740988"/>
          <a:ext cx="8431679" cy="860588"/>
        </a:xfrm>
        <a:prstGeom prst="chevron">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Identify which social media platforms your audience uses most.</a:t>
          </a:r>
          <a:endParaRPr lang="en-GB" sz="2900" kern="1200" dirty="0"/>
        </a:p>
      </dsp:txBody>
      <dsp:txXfrm>
        <a:off x="3926930" y="3740988"/>
        <a:ext cx="7571091" cy="8605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8F35AE-0482-3140-9574-7E50E9CC91D5}">
      <dsp:nvSpPr>
        <dsp:cNvPr id="0" name=""/>
        <dsp:cNvSpPr/>
      </dsp:nvSpPr>
      <dsp:spPr>
        <a:xfrm>
          <a:off x="1297" y="286030"/>
          <a:ext cx="3752645" cy="1015305"/>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Identify Competitors</a:t>
          </a:r>
          <a:endParaRPr lang="en-GB" sz="2800" kern="1200" dirty="0"/>
        </a:p>
      </dsp:txBody>
      <dsp:txXfrm>
        <a:off x="508950" y="286030"/>
        <a:ext cx="2737340" cy="1015305"/>
      </dsp:txXfrm>
    </dsp:sp>
    <dsp:sp modelId="{40BA5ECF-D7AA-1747-9B44-8CB9F1035596}">
      <dsp:nvSpPr>
        <dsp:cNvPr id="0" name=""/>
        <dsp:cNvSpPr/>
      </dsp:nvSpPr>
      <dsp:spPr>
        <a:xfrm>
          <a:off x="3423968" y="372330"/>
          <a:ext cx="8256451" cy="842703"/>
        </a:xfrm>
        <a:prstGeom prst="chevron">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Look at who your competitors are on social media.</a:t>
          </a:r>
          <a:endParaRPr lang="en-GB" sz="2900" kern="1200" dirty="0"/>
        </a:p>
      </dsp:txBody>
      <dsp:txXfrm>
        <a:off x="3845320" y="372330"/>
        <a:ext cx="7413748" cy="842703"/>
      </dsp:txXfrm>
    </dsp:sp>
    <dsp:sp modelId="{0BF1E616-3C10-7D49-ACFC-94AFA41E16C2}">
      <dsp:nvSpPr>
        <dsp:cNvPr id="0" name=""/>
        <dsp:cNvSpPr/>
      </dsp:nvSpPr>
      <dsp:spPr>
        <a:xfrm>
          <a:off x="1297" y="1443478"/>
          <a:ext cx="3752645" cy="1015305"/>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Analyse Their Strategies</a:t>
          </a:r>
          <a:endParaRPr lang="en-GB" sz="2800" kern="1200" dirty="0"/>
        </a:p>
      </dsp:txBody>
      <dsp:txXfrm>
        <a:off x="508950" y="1443478"/>
        <a:ext cx="2737340" cy="1015305"/>
      </dsp:txXfrm>
    </dsp:sp>
    <dsp:sp modelId="{969A6578-FBEE-9445-BDF8-F946B71A4859}">
      <dsp:nvSpPr>
        <dsp:cNvPr id="0" name=""/>
        <dsp:cNvSpPr/>
      </dsp:nvSpPr>
      <dsp:spPr>
        <a:xfrm>
          <a:off x="3423968" y="1529779"/>
          <a:ext cx="8256451" cy="842703"/>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Examine their content, engagement, and tactics.</a:t>
          </a:r>
          <a:endParaRPr lang="en-GB" sz="2900" kern="1200" dirty="0"/>
        </a:p>
      </dsp:txBody>
      <dsp:txXfrm>
        <a:off x="3845320" y="1529779"/>
        <a:ext cx="7413748" cy="842703"/>
      </dsp:txXfrm>
    </dsp:sp>
    <dsp:sp modelId="{BB77F516-8C3B-034C-9646-3D72F6150A07}">
      <dsp:nvSpPr>
        <dsp:cNvPr id="0" name=""/>
        <dsp:cNvSpPr/>
      </dsp:nvSpPr>
      <dsp:spPr>
        <a:xfrm>
          <a:off x="1297" y="2600926"/>
          <a:ext cx="3752645" cy="1015305"/>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Find Gaps</a:t>
          </a:r>
          <a:endParaRPr lang="en-GB" sz="3200" kern="1200" dirty="0"/>
        </a:p>
      </dsp:txBody>
      <dsp:txXfrm>
        <a:off x="508950" y="2600926"/>
        <a:ext cx="2737340" cy="1015305"/>
      </dsp:txXfrm>
    </dsp:sp>
    <dsp:sp modelId="{22435F35-C378-E14C-9713-90207D956007}">
      <dsp:nvSpPr>
        <dsp:cNvPr id="0" name=""/>
        <dsp:cNvSpPr/>
      </dsp:nvSpPr>
      <dsp:spPr>
        <a:xfrm>
          <a:off x="3423968" y="2687227"/>
          <a:ext cx="8256451" cy="842703"/>
        </a:xfrm>
        <a:prstGeom prst="chevron">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Identify opportunities where you can differentiate yourself.</a:t>
          </a:r>
          <a:endParaRPr lang="en-GB" sz="2900" kern="1200" dirty="0"/>
        </a:p>
      </dsp:txBody>
      <dsp:txXfrm>
        <a:off x="3845320" y="2687227"/>
        <a:ext cx="7413748" cy="84270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8F35AE-0482-3140-9574-7E50E9CC91D5}">
      <dsp:nvSpPr>
        <dsp:cNvPr id="0" name=""/>
        <dsp:cNvSpPr/>
      </dsp:nvSpPr>
      <dsp:spPr>
        <a:xfrm>
          <a:off x="1297" y="286030"/>
          <a:ext cx="3752645" cy="1015305"/>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Content Types</a:t>
          </a:r>
          <a:endParaRPr lang="en-GB" sz="2800" kern="1200" dirty="0"/>
        </a:p>
      </dsp:txBody>
      <dsp:txXfrm>
        <a:off x="508950" y="286030"/>
        <a:ext cx="2737340" cy="1015305"/>
      </dsp:txXfrm>
    </dsp:sp>
    <dsp:sp modelId="{40BA5ECF-D7AA-1747-9B44-8CB9F1035596}">
      <dsp:nvSpPr>
        <dsp:cNvPr id="0" name=""/>
        <dsp:cNvSpPr/>
      </dsp:nvSpPr>
      <dsp:spPr>
        <a:xfrm>
          <a:off x="3423968" y="372330"/>
          <a:ext cx="8256451" cy="842703"/>
        </a:xfrm>
        <a:prstGeom prst="chevron">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Use a mix of content types (e.g., blog posts, videos, infographics, stories).</a:t>
          </a:r>
          <a:endParaRPr lang="en-GB" sz="2900" kern="1200" dirty="0"/>
        </a:p>
      </dsp:txBody>
      <dsp:txXfrm>
        <a:off x="3845320" y="372330"/>
        <a:ext cx="7413748" cy="842703"/>
      </dsp:txXfrm>
    </dsp:sp>
    <dsp:sp modelId="{0BF1E616-3C10-7D49-ACFC-94AFA41E16C2}">
      <dsp:nvSpPr>
        <dsp:cNvPr id="0" name=""/>
        <dsp:cNvSpPr/>
      </dsp:nvSpPr>
      <dsp:spPr>
        <a:xfrm>
          <a:off x="1297" y="1443478"/>
          <a:ext cx="3752645" cy="1015305"/>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Content Calendar</a:t>
          </a:r>
          <a:endParaRPr lang="en-GB" sz="2800" kern="1200" dirty="0"/>
        </a:p>
      </dsp:txBody>
      <dsp:txXfrm>
        <a:off x="508950" y="1443478"/>
        <a:ext cx="2737340" cy="1015305"/>
      </dsp:txXfrm>
    </dsp:sp>
    <dsp:sp modelId="{969A6578-FBEE-9445-BDF8-F946B71A4859}">
      <dsp:nvSpPr>
        <dsp:cNvPr id="0" name=""/>
        <dsp:cNvSpPr/>
      </dsp:nvSpPr>
      <dsp:spPr>
        <a:xfrm>
          <a:off x="3423968" y="1529779"/>
          <a:ext cx="8256451" cy="842703"/>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Plan and schedule your content in advance.</a:t>
          </a:r>
          <a:endParaRPr lang="en-GB" sz="2900" kern="1200" dirty="0"/>
        </a:p>
      </dsp:txBody>
      <dsp:txXfrm>
        <a:off x="3845320" y="1529779"/>
        <a:ext cx="7413748" cy="842703"/>
      </dsp:txXfrm>
    </dsp:sp>
    <dsp:sp modelId="{BB77F516-8C3B-034C-9646-3D72F6150A07}">
      <dsp:nvSpPr>
        <dsp:cNvPr id="0" name=""/>
        <dsp:cNvSpPr/>
      </dsp:nvSpPr>
      <dsp:spPr>
        <a:xfrm>
          <a:off x="1297" y="2600926"/>
          <a:ext cx="3752645" cy="1015305"/>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Quality Over Quantity</a:t>
          </a:r>
          <a:endParaRPr lang="en-GB" sz="3200" kern="1200" dirty="0"/>
        </a:p>
      </dsp:txBody>
      <dsp:txXfrm>
        <a:off x="508950" y="2600926"/>
        <a:ext cx="2737340" cy="1015305"/>
      </dsp:txXfrm>
    </dsp:sp>
    <dsp:sp modelId="{22435F35-C378-E14C-9713-90207D956007}">
      <dsp:nvSpPr>
        <dsp:cNvPr id="0" name=""/>
        <dsp:cNvSpPr/>
      </dsp:nvSpPr>
      <dsp:spPr>
        <a:xfrm>
          <a:off x="3423968" y="2687227"/>
          <a:ext cx="8256451" cy="842703"/>
        </a:xfrm>
        <a:prstGeom prst="chevron">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Focus on creating high-quality, valuable content.</a:t>
          </a:r>
          <a:endParaRPr lang="en-GB" sz="2900" kern="1200" dirty="0"/>
        </a:p>
      </dsp:txBody>
      <dsp:txXfrm>
        <a:off x="3845320" y="2687227"/>
        <a:ext cx="7413748" cy="8427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8F35AE-0482-3140-9574-7E50E9CC91D5}">
      <dsp:nvSpPr>
        <dsp:cNvPr id="0" name=""/>
        <dsp:cNvSpPr/>
      </dsp:nvSpPr>
      <dsp:spPr>
        <a:xfrm>
          <a:off x="1297" y="286030"/>
          <a:ext cx="3752645" cy="1015305"/>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Identify Relevant Influencers</a:t>
          </a:r>
          <a:endParaRPr lang="en-GB" sz="2800" kern="1200" dirty="0"/>
        </a:p>
      </dsp:txBody>
      <dsp:txXfrm>
        <a:off x="508950" y="286030"/>
        <a:ext cx="2737340" cy="1015305"/>
      </dsp:txXfrm>
    </dsp:sp>
    <dsp:sp modelId="{40BA5ECF-D7AA-1747-9B44-8CB9F1035596}">
      <dsp:nvSpPr>
        <dsp:cNvPr id="0" name=""/>
        <dsp:cNvSpPr/>
      </dsp:nvSpPr>
      <dsp:spPr>
        <a:xfrm>
          <a:off x="3423968" y="372330"/>
          <a:ext cx="8256451" cy="842703"/>
        </a:xfrm>
        <a:prstGeom prst="chevron">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Find influencers who align with your brand and audience.</a:t>
          </a:r>
          <a:endParaRPr lang="en-GB" sz="2900" kern="1200" dirty="0"/>
        </a:p>
      </dsp:txBody>
      <dsp:txXfrm>
        <a:off x="3845320" y="372330"/>
        <a:ext cx="7413748" cy="842703"/>
      </dsp:txXfrm>
    </dsp:sp>
    <dsp:sp modelId="{0BF1E616-3C10-7D49-ACFC-94AFA41E16C2}">
      <dsp:nvSpPr>
        <dsp:cNvPr id="0" name=""/>
        <dsp:cNvSpPr/>
      </dsp:nvSpPr>
      <dsp:spPr>
        <a:xfrm>
          <a:off x="1297" y="1443478"/>
          <a:ext cx="3752645" cy="1015305"/>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Build Relationships</a:t>
          </a:r>
          <a:endParaRPr lang="en-GB" sz="2800" kern="1200" dirty="0"/>
        </a:p>
      </dsp:txBody>
      <dsp:txXfrm>
        <a:off x="508950" y="1443478"/>
        <a:ext cx="2737340" cy="1015305"/>
      </dsp:txXfrm>
    </dsp:sp>
    <dsp:sp modelId="{969A6578-FBEE-9445-BDF8-F946B71A4859}">
      <dsp:nvSpPr>
        <dsp:cNvPr id="0" name=""/>
        <dsp:cNvSpPr/>
      </dsp:nvSpPr>
      <dsp:spPr>
        <a:xfrm>
          <a:off x="3423968" y="1529779"/>
          <a:ext cx="8256451" cy="842703"/>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Engage with influencers and build long-term partnerships.</a:t>
          </a:r>
          <a:endParaRPr lang="en-GB" sz="2900" kern="1200" dirty="0"/>
        </a:p>
      </dsp:txBody>
      <dsp:txXfrm>
        <a:off x="3845320" y="1529779"/>
        <a:ext cx="7413748" cy="842703"/>
      </dsp:txXfrm>
    </dsp:sp>
    <dsp:sp modelId="{BB77F516-8C3B-034C-9646-3D72F6150A07}">
      <dsp:nvSpPr>
        <dsp:cNvPr id="0" name=""/>
        <dsp:cNvSpPr/>
      </dsp:nvSpPr>
      <dsp:spPr>
        <a:xfrm>
          <a:off x="1297" y="2600926"/>
          <a:ext cx="3752645" cy="1015305"/>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Track Performance</a:t>
          </a:r>
          <a:endParaRPr lang="en-GB" sz="3200" kern="1200" dirty="0"/>
        </a:p>
      </dsp:txBody>
      <dsp:txXfrm>
        <a:off x="508950" y="2600926"/>
        <a:ext cx="2737340" cy="1015305"/>
      </dsp:txXfrm>
    </dsp:sp>
    <dsp:sp modelId="{22435F35-C378-E14C-9713-90207D956007}">
      <dsp:nvSpPr>
        <dsp:cNvPr id="0" name=""/>
        <dsp:cNvSpPr/>
      </dsp:nvSpPr>
      <dsp:spPr>
        <a:xfrm>
          <a:off x="3423968" y="2687227"/>
          <a:ext cx="8256451" cy="842703"/>
        </a:xfrm>
        <a:prstGeom prst="chevron">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Measure the impact of influencer collaborations.</a:t>
          </a:r>
          <a:endParaRPr lang="en-GB" sz="2900" kern="1200" dirty="0"/>
        </a:p>
      </dsp:txBody>
      <dsp:txXfrm>
        <a:off x="3845320" y="2687227"/>
        <a:ext cx="7413748" cy="84270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8F35AE-0482-3140-9574-7E50E9CC91D5}">
      <dsp:nvSpPr>
        <dsp:cNvPr id="0" name=""/>
        <dsp:cNvSpPr/>
      </dsp:nvSpPr>
      <dsp:spPr>
        <a:xfrm>
          <a:off x="1324" y="1095313"/>
          <a:ext cx="3831913" cy="1036752"/>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Targeted Ads</a:t>
          </a:r>
          <a:endParaRPr lang="en-GB" sz="2800" kern="1200" dirty="0"/>
        </a:p>
      </dsp:txBody>
      <dsp:txXfrm>
        <a:off x="519700" y="1095313"/>
        <a:ext cx="2795161" cy="1036752"/>
      </dsp:txXfrm>
    </dsp:sp>
    <dsp:sp modelId="{40BA5ECF-D7AA-1747-9B44-8CB9F1035596}">
      <dsp:nvSpPr>
        <dsp:cNvPr id="0" name=""/>
        <dsp:cNvSpPr/>
      </dsp:nvSpPr>
      <dsp:spPr>
        <a:xfrm>
          <a:off x="3496294" y="1183437"/>
          <a:ext cx="8430855" cy="860504"/>
        </a:xfrm>
        <a:prstGeom prst="chevron">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Use social media ads to reach specific demographics.</a:t>
          </a:r>
          <a:endParaRPr lang="en-GB" sz="2900" kern="1200" dirty="0"/>
        </a:p>
      </dsp:txBody>
      <dsp:txXfrm>
        <a:off x="3926546" y="1183437"/>
        <a:ext cx="7570351" cy="860504"/>
      </dsp:txXfrm>
    </dsp:sp>
    <dsp:sp modelId="{0BF1E616-3C10-7D49-ACFC-94AFA41E16C2}">
      <dsp:nvSpPr>
        <dsp:cNvPr id="0" name=""/>
        <dsp:cNvSpPr/>
      </dsp:nvSpPr>
      <dsp:spPr>
        <a:xfrm>
          <a:off x="1324" y="2277211"/>
          <a:ext cx="3831913" cy="1036752"/>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Budgeting</a:t>
          </a:r>
          <a:endParaRPr lang="en-GB" sz="2800" kern="1200" dirty="0"/>
        </a:p>
      </dsp:txBody>
      <dsp:txXfrm>
        <a:off x="519700" y="2277211"/>
        <a:ext cx="2795161" cy="1036752"/>
      </dsp:txXfrm>
    </dsp:sp>
    <dsp:sp modelId="{969A6578-FBEE-9445-BDF8-F946B71A4859}">
      <dsp:nvSpPr>
        <dsp:cNvPr id="0" name=""/>
        <dsp:cNvSpPr/>
      </dsp:nvSpPr>
      <dsp:spPr>
        <a:xfrm>
          <a:off x="3496294" y="2365335"/>
          <a:ext cx="8430855" cy="860504"/>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Allocate a budget for paid campaigns.</a:t>
          </a:r>
          <a:endParaRPr lang="en-GB" sz="2900" kern="1200" dirty="0"/>
        </a:p>
      </dsp:txBody>
      <dsp:txXfrm>
        <a:off x="3926546" y="2365335"/>
        <a:ext cx="7570351" cy="860504"/>
      </dsp:txXfrm>
    </dsp:sp>
    <dsp:sp modelId="{BB77F516-8C3B-034C-9646-3D72F6150A07}">
      <dsp:nvSpPr>
        <dsp:cNvPr id="0" name=""/>
        <dsp:cNvSpPr/>
      </dsp:nvSpPr>
      <dsp:spPr>
        <a:xfrm>
          <a:off x="1324" y="3459108"/>
          <a:ext cx="3831913" cy="1036752"/>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A/B Testing</a:t>
          </a:r>
          <a:endParaRPr lang="en-GB" sz="3200" kern="1200" dirty="0"/>
        </a:p>
      </dsp:txBody>
      <dsp:txXfrm>
        <a:off x="519700" y="3459108"/>
        <a:ext cx="2795161" cy="1036752"/>
      </dsp:txXfrm>
    </dsp:sp>
    <dsp:sp modelId="{22435F35-C378-E14C-9713-90207D956007}">
      <dsp:nvSpPr>
        <dsp:cNvPr id="0" name=""/>
        <dsp:cNvSpPr/>
      </dsp:nvSpPr>
      <dsp:spPr>
        <a:xfrm>
          <a:off x="3496294" y="3547232"/>
          <a:ext cx="8430855" cy="860504"/>
        </a:xfrm>
        <a:prstGeom prst="chevron">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Test different ad creatives and strategies to see what works best.</a:t>
          </a:r>
          <a:endParaRPr lang="en-GB" sz="2900" kern="1200" dirty="0"/>
        </a:p>
      </dsp:txBody>
      <dsp:txXfrm>
        <a:off x="3926546" y="3547232"/>
        <a:ext cx="7570351" cy="86050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8F35AE-0482-3140-9574-7E50E9CC91D5}">
      <dsp:nvSpPr>
        <dsp:cNvPr id="0" name=""/>
        <dsp:cNvSpPr/>
      </dsp:nvSpPr>
      <dsp:spPr>
        <a:xfrm>
          <a:off x="1297" y="286030"/>
          <a:ext cx="3752645" cy="1015305"/>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15240" rIns="0" bIns="15240" numCol="1" spcCol="1270" anchor="ctr" anchorCtr="0">
          <a:noAutofit/>
        </a:bodyPr>
        <a:lstStyle/>
        <a:p>
          <a:pPr marL="0" lvl="0" indent="0" algn="ctr" defTabSz="1066800">
            <a:lnSpc>
              <a:spcPct val="90000"/>
            </a:lnSpc>
            <a:spcBef>
              <a:spcPct val="0"/>
            </a:spcBef>
            <a:spcAft>
              <a:spcPct val="35000"/>
            </a:spcAft>
            <a:buNone/>
          </a:pPr>
          <a:r>
            <a:rPr lang="en-IN" sz="2400" b="1" i="0" u="none" kern="1200" dirty="0"/>
            <a:t>Respond to Comments and Messages</a:t>
          </a:r>
          <a:endParaRPr lang="en-GB" sz="2400" kern="1200" dirty="0"/>
        </a:p>
      </dsp:txBody>
      <dsp:txXfrm>
        <a:off x="508950" y="286030"/>
        <a:ext cx="2737340" cy="1015305"/>
      </dsp:txXfrm>
    </dsp:sp>
    <dsp:sp modelId="{40BA5ECF-D7AA-1747-9B44-8CB9F1035596}">
      <dsp:nvSpPr>
        <dsp:cNvPr id="0" name=""/>
        <dsp:cNvSpPr/>
      </dsp:nvSpPr>
      <dsp:spPr>
        <a:xfrm>
          <a:off x="3423968" y="372330"/>
          <a:ext cx="8256451" cy="842703"/>
        </a:xfrm>
        <a:prstGeom prst="chevron">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Show that you value your audience’s input.</a:t>
          </a:r>
          <a:endParaRPr lang="en-GB" sz="2900" kern="1200" dirty="0"/>
        </a:p>
      </dsp:txBody>
      <dsp:txXfrm>
        <a:off x="3845320" y="372330"/>
        <a:ext cx="7413748" cy="842703"/>
      </dsp:txXfrm>
    </dsp:sp>
    <dsp:sp modelId="{0BF1E616-3C10-7D49-ACFC-94AFA41E16C2}">
      <dsp:nvSpPr>
        <dsp:cNvPr id="0" name=""/>
        <dsp:cNvSpPr/>
      </dsp:nvSpPr>
      <dsp:spPr>
        <a:xfrm>
          <a:off x="1297" y="1443478"/>
          <a:ext cx="3752645" cy="1015305"/>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Host Live Sessions</a:t>
          </a:r>
          <a:endParaRPr lang="en-GB" sz="2800" kern="1200" dirty="0"/>
        </a:p>
      </dsp:txBody>
      <dsp:txXfrm>
        <a:off x="508950" y="1443478"/>
        <a:ext cx="2737340" cy="1015305"/>
      </dsp:txXfrm>
    </dsp:sp>
    <dsp:sp modelId="{969A6578-FBEE-9445-BDF8-F946B71A4859}">
      <dsp:nvSpPr>
        <dsp:cNvPr id="0" name=""/>
        <dsp:cNvSpPr/>
      </dsp:nvSpPr>
      <dsp:spPr>
        <a:xfrm>
          <a:off x="3423968" y="1529779"/>
          <a:ext cx="8256451" cy="842703"/>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Engage in real-time with your followers through live videos.</a:t>
          </a:r>
          <a:endParaRPr lang="en-GB" sz="2900" kern="1200" dirty="0"/>
        </a:p>
      </dsp:txBody>
      <dsp:txXfrm>
        <a:off x="3845320" y="1529779"/>
        <a:ext cx="7413748" cy="842703"/>
      </dsp:txXfrm>
    </dsp:sp>
    <dsp:sp modelId="{BB77F516-8C3B-034C-9646-3D72F6150A07}">
      <dsp:nvSpPr>
        <dsp:cNvPr id="0" name=""/>
        <dsp:cNvSpPr/>
      </dsp:nvSpPr>
      <dsp:spPr>
        <a:xfrm>
          <a:off x="1297" y="2600926"/>
          <a:ext cx="3752645" cy="1015305"/>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User-Generated Content</a:t>
          </a:r>
          <a:endParaRPr lang="en-GB" sz="3200" kern="1200" dirty="0"/>
        </a:p>
      </dsp:txBody>
      <dsp:txXfrm>
        <a:off x="508950" y="2600926"/>
        <a:ext cx="2737340" cy="1015305"/>
      </dsp:txXfrm>
    </dsp:sp>
    <dsp:sp modelId="{22435F35-C378-E14C-9713-90207D956007}">
      <dsp:nvSpPr>
        <dsp:cNvPr id="0" name=""/>
        <dsp:cNvSpPr/>
      </dsp:nvSpPr>
      <dsp:spPr>
        <a:xfrm>
          <a:off x="3423968" y="2687227"/>
          <a:ext cx="8256451" cy="842703"/>
        </a:xfrm>
        <a:prstGeom prst="chevron">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Encourage your audience to create and share content related to your brand.</a:t>
          </a:r>
          <a:endParaRPr lang="en-GB" sz="2900" kern="1200" dirty="0"/>
        </a:p>
      </dsp:txBody>
      <dsp:txXfrm>
        <a:off x="3845320" y="2687227"/>
        <a:ext cx="7413748" cy="84270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8F35AE-0482-3140-9574-7E50E9CC91D5}">
      <dsp:nvSpPr>
        <dsp:cNvPr id="0" name=""/>
        <dsp:cNvSpPr/>
      </dsp:nvSpPr>
      <dsp:spPr>
        <a:xfrm>
          <a:off x="1324" y="1095313"/>
          <a:ext cx="3831913" cy="1036752"/>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Track Metrics</a:t>
          </a:r>
          <a:endParaRPr lang="en-GB" sz="2800" kern="1200" dirty="0"/>
        </a:p>
      </dsp:txBody>
      <dsp:txXfrm>
        <a:off x="519700" y="1095313"/>
        <a:ext cx="2795161" cy="1036752"/>
      </dsp:txXfrm>
    </dsp:sp>
    <dsp:sp modelId="{40BA5ECF-D7AA-1747-9B44-8CB9F1035596}">
      <dsp:nvSpPr>
        <dsp:cNvPr id="0" name=""/>
        <dsp:cNvSpPr/>
      </dsp:nvSpPr>
      <dsp:spPr>
        <a:xfrm>
          <a:off x="3496294" y="1183437"/>
          <a:ext cx="8430855" cy="860504"/>
        </a:xfrm>
        <a:prstGeom prst="chevron">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Monitor key performance indicators (KPIs) like engagement, reach, and conversions.</a:t>
          </a:r>
          <a:endParaRPr lang="en-GB" sz="2900" kern="1200" dirty="0"/>
        </a:p>
      </dsp:txBody>
      <dsp:txXfrm>
        <a:off x="3926546" y="1183437"/>
        <a:ext cx="7570351" cy="860504"/>
      </dsp:txXfrm>
    </dsp:sp>
    <dsp:sp modelId="{0BF1E616-3C10-7D49-ACFC-94AFA41E16C2}">
      <dsp:nvSpPr>
        <dsp:cNvPr id="0" name=""/>
        <dsp:cNvSpPr/>
      </dsp:nvSpPr>
      <dsp:spPr>
        <a:xfrm>
          <a:off x="1324" y="2277211"/>
          <a:ext cx="3831913" cy="1036752"/>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Analyse Data</a:t>
          </a:r>
          <a:endParaRPr lang="en-GB" sz="2800" kern="1200" dirty="0"/>
        </a:p>
      </dsp:txBody>
      <dsp:txXfrm>
        <a:off x="519700" y="2277211"/>
        <a:ext cx="2795161" cy="1036752"/>
      </dsp:txXfrm>
    </dsp:sp>
    <dsp:sp modelId="{969A6578-FBEE-9445-BDF8-F946B71A4859}">
      <dsp:nvSpPr>
        <dsp:cNvPr id="0" name=""/>
        <dsp:cNvSpPr/>
      </dsp:nvSpPr>
      <dsp:spPr>
        <a:xfrm>
          <a:off x="3496294" y="2365335"/>
          <a:ext cx="8430855" cy="860504"/>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Use analytics tools to understand what’s working and what’s not.</a:t>
          </a:r>
          <a:endParaRPr lang="en-GB" sz="2900" kern="1200" dirty="0"/>
        </a:p>
      </dsp:txBody>
      <dsp:txXfrm>
        <a:off x="3926546" y="2365335"/>
        <a:ext cx="7570351" cy="860504"/>
      </dsp:txXfrm>
    </dsp:sp>
    <dsp:sp modelId="{BB77F516-8C3B-034C-9646-3D72F6150A07}">
      <dsp:nvSpPr>
        <dsp:cNvPr id="0" name=""/>
        <dsp:cNvSpPr/>
      </dsp:nvSpPr>
      <dsp:spPr>
        <a:xfrm>
          <a:off x="1324" y="3459108"/>
          <a:ext cx="3831913" cy="1036752"/>
        </a:xfrm>
        <a:prstGeom prst="chevron">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Adjust Strategy</a:t>
          </a:r>
          <a:endParaRPr lang="en-GB" sz="3200" kern="1200" dirty="0"/>
        </a:p>
      </dsp:txBody>
      <dsp:txXfrm>
        <a:off x="519700" y="3459108"/>
        <a:ext cx="2795161" cy="1036752"/>
      </dsp:txXfrm>
    </dsp:sp>
    <dsp:sp modelId="{22435F35-C378-E14C-9713-90207D956007}">
      <dsp:nvSpPr>
        <dsp:cNvPr id="0" name=""/>
        <dsp:cNvSpPr/>
      </dsp:nvSpPr>
      <dsp:spPr>
        <a:xfrm>
          <a:off x="3496294" y="3547232"/>
          <a:ext cx="8430855" cy="860504"/>
        </a:xfrm>
        <a:prstGeom prst="chevron">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Continuously refine your strategy based on data insights.</a:t>
          </a:r>
          <a:endParaRPr lang="en-GB" sz="2900" kern="1200" dirty="0"/>
        </a:p>
      </dsp:txBody>
      <dsp:txXfrm>
        <a:off x="3926546" y="3547232"/>
        <a:ext cx="7570351" cy="86050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8F35AE-0482-3140-9574-7E50E9CC91D5}">
      <dsp:nvSpPr>
        <dsp:cNvPr id="0" name=""/>
        <dsp:cNvSpPr/>
      </dsp:nvSpPr>
      <dsp:spPr>
        <a:xfrm>
          <a:off x="1324" y="1686262"/>
          <a:ext cx="3831913" cy="1036752"/>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Industry News</a:t>
          </a:r>
          <a:endParaRPr lang="en-GB" sz="2800" kern="1200" dirty="0"/>
        </a:p>
      </dsp:txBody>
      <dsp:txXfrm>
        <a:off x="519700" y="1686262"/>
        <a:ext cx="2795161" cy="1036752"/>
      </dsp:txXfrm>
    </dsp:sp>
    <dsp:sp modelId="{40BA5ECF-D7AA-1747-9B44-8CB9F1035596}">
      <dsp:nvSpPr>
        <dsp:cNvPr id="0" name=""/>
        <dsp:cNvSpPr/>
      </dsp:nvSpPr>
      <dsp:spPr>
        <a:xfrm>
          <a:off x="3496294" y="1774386"/>
          <a:ext cx="8430855" cy="860504"/>
        </a:xfrm>
        <a:prstGeom prst="chevron">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Keep up with the latest trends and changes in social media.</a:t>
          </a:r>
          <a:endParaRPr lang="en-GB" sz="2900" kern="1200" dirty="0"/>
        </a:p>
      </dsp:txBody>
      <dsp:txXfrm>
        <a:off x="3926546" y="1774386"/>
        <a:ext cx="7570351" cy="860504"/>
      </dsp:txXfrm>
    </dsp:sp>
    <dsp:sp modelId="{0BF1E616-3C10-7D49-ACFC-94AFA41E16C2}">
      <dsp:nvSpPr>
        <dsp:cNvPr id="0" name=""/>
        <dsp:cNvSpPr/>
      </dsp:nvSpPr>
      <dsp:spPr>
        <a:xfrm>
          <a:off x="1324" y="2868160"/>
          <a:ext cx="3831913" cy="1036752"/>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Platform Updates</a:t>
          </a:r>
          <a:endParaRPr lang="en-GB" sz="2800" kern="1200" dirty="0"/>
        </a:p>
      </dsp:txBody>
      <dsp:txXfrm>
        <a:off x="519700" y="2868160"/>
        <a:ext cx="2795161" cy="1036752"/>
      </dsp:txXfrm>
    </dsp:sp>
    <dsp:sp modelId="{969A6578-FBEE-9445-BDF8-F946B71A4859}">
      <dsp:nvSpPr>
        <dsp:cNvPr id="0" name=""/>
        <dsp:cNvSpPr/>
      </dsp:nvSpPr>
      <dsp:spPr>
        <a:xfrm>
          <a:off x="3496294" y="2956284"/>
          <a:ext cx="8430855" cy="860504"/>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Stay informed about new features and algorithm changes on social media platforms.</a:t>
          </a:r>
          <a:endParaRPr lang="en-GB" sz="2900" kern="1200" dirty="0"/>
        </a:p>
      </dsp:txBody>
      <dsp:txXfrm>
        <a:off x="3926546" y="2956284"/>
        <a:ext cx="7570351" cy="86050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8F35AE-0482-3140-9574-7E50E9CC91D5}">
      <dsp:nvSpPr>
        <dsp:cNvPr id="0" name=""/>
        <dsp:cNvSpPr/>
      </dsp:nvSpPr>
      <dsp:spPr>
        <a:xfrm>
          <a:off x="1324" y="1686262"/>
          <a:ext cx="3831913" cy="1036752"/>
        </a:xfrm>
        <a:prstGeom prst="chevron">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Brand Voice</a:t>
          </a:r>
          <a:endParaRPr lang="en-GB" sz="2800" kern="1200" dirty="0"/>
        </a:p>
      </dsp:txBody>
      <dsp:txXfrm>
        <a:off x="519700" y="1686262"/>
        <a:ext cx="2795161" cy="1036752"/>
      </dsp:txXfrm>
    </dsp:sp>
    <dsp:sp modelId="{40BA5ECF-D7AA-1747-9B44-8CB9F1035596}">
      <dsp:nvSpPr>
        <dsp:cNvPr id="0" name=""/>
        <dsp:cNvSpPr/>
      </dsp:nvSpPr>
      <dsp:spPr>
        <a:xfrm>
          <a:off x="3496294" y="1774386"/>
          <a:ext cx="8430855" cy="860504"/>
        </a:xfrm>
        <a:prstGeom prst="chevron">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Ensure your content reflects your brand’s voice and values.</a:t>
          </a:r>
          <a:endParaRPr lang="en-GB" sz="2900" kern="1200" dirty="0"/>
        </a:p>
      </dsp:txBody>
      <dsp:txXfrm>
        <a:off x="3926546" y="1774386"/>
        <a:ext cx="7570351" cy="860504"/>
      </dsp:txXfrm>
    </dsp:sp>
    <dsp:sp modelId="{0BF1E616-3C10-7D49-ACFC-94AFA41E16C2}">
      <dsp:nvSpPr>
        <dsp:cNvPr id="0" name=""/>
        <dsp:cNvSpPr/>
      </dsp:nvSpPr>
      <dsp:spPr>
        <a:xfrm>
          <a:off x="1324" y="2868160"/>
          <a:ext cx="3831913" cy="1036752"/>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560" tIns="17780" rIns="0" bIns="17780" numCol="1" spcCol="1270" anchor="ctr" anchorCtr="0">
          <a:noAutofit/>
        </a:bodyPr>
        <a:lstStyle/>
        <a:p>
          <a:pPr marL="0" lvl="0" indent="0" algn="ctr" defTabSz="1244600">
            <a:lnSpc>
              <a:spcPct val="90000"/>
            </a:lnSpc>
            <a:spcBef>
              <a:spcPct val="0"/>
            </a:spcBef>
            <a:spcAft>
              <a:spcPct val="35000"/>
            </a:spcAft>
            <a:buNone/>
          </a:pPr>
          <a:r>
            <a:rPr lang="en-IN" sz="2800" b="1" i="0" u="none" kern="1200" dirty="0"/>
            <a:t>Posting Schedule</a:t>
          </a:r>
          <a:endParaRPr lang="en-GB" sz="2800" kern="1200" dirty="0"/>
        </a:p>
      </dsp:txBody>
      <dsp:txXfrm>
        <a:off x="519700" y="2868160"/>
        <a:ext cx="2795161" cy="1036752"/>
      </dsp:txXfrm>
    </dsp:sp>
    <dsp:sp modelId="{969A6578-FBEE-9445-BDF8-F946B71A4859}">
      <dsp:nvSpPr>
        <dsp:cNvPr id="0" name=""/>
        <dsp:cNvSpPr/>
      </dsp:nvSpPr>
      <dsp:spPr>
        <a:xfrm>
          <a:off x="3496294" y="2956284"/>
          <a:ext cx="8430855" cy="860504"/>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6830" tIns="18415" rIns="0" bIns="18415" numCol="1" spcCol="1270" anchor="ctr" anchorCtr="0">
          <a:noAutofit/>
        </a:bodyPr>
        <a:lstStyle/>
        <a:p>
          <a:pPr marL="0" lvl="0" indent="0" algn="ctr" defTabSz="1289050">
            <a:lnSpc>
              <a:spcPct val="90000"/>
            </a:lnSpc>
            <a:spcBef>
              <a:spcPct val="0"/>
            </a:spcBef>
            <a:spcAft>
              <a:spcPct val="35000"/>
            </a:spcAft>
            <a:buNone/>
          </a:pPr>
          <a:r>
            <a:rPr lang="en-IN" sz="2900" b="0" i="0" u="none" kern="1200" dirty="0"/>
            <a:t>Maintain a consistent posting schedule to keep your audience engaged.</a:t>
          </a:r>
          <a:endParaRPr lang="en-GB" sz="2900" kern="1200" dirty="0"/>
        </a:p>
      </dsp:txBody>
      <dsp:txXfrm>
        <a:off x="3926546" y="2956284"/>
        <a:ext cx="7570351" cy="860504"/>
      </dsp:txXfrm>
    </dsp:sp>
  </dsp:spTree>
</dsp:drawing>
</file>

<file path=ppt/diagrams/layout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B167497-6C63-3B9D-01ED-0ED2D567C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2346605-F242-407E-CD28-58546B9017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B4DF528-62A2-A648-BB90-693EA07704A6}" type="datetimeFigureOut">
              <a:rPr lang="en-US" smtClean="0"/>
              <a:t>8/21/2026</a:t>
            </a:fld>
            <a:endParaRPr lang="en-US"/>
          </a:p>
        </p:txBody>
      </p:sp>
      <p:sp>
        <p:nvSpPr>
          <p:cNvPr id="4" name="Footer Placeholder 3">
            <a:extLst>
              <a:ext uri="{FF2B5EF4-FFF2-40B4-BE49-F238E27FC236}">
                <a16:creationId xmlns:a16="http://schemas.microsoft.com/office/drawing/2014/main" id="{C5490F15-0AF7-792D-6028-22E97290FA6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5D53349-F41C-DB6A-857A-395EB2E073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640CAEB-34EF-394E-B2B5-44CDCC70A0E7}" type="slidenum">
              <a:rPr lang="en-US" smtClean="0"/>
              <a:t>‹#›</a:t>
            </a:fld>
            <a:endParaRPr lang="en-US"/>
          </a:p>
        </p:txBody>
      </p:sp>
    </p:spTree>
    <p:extLst>
      <p:ext uri="{BB962C8B-B14F-4D97-AF65-F5344CB8AC3E}">
        <p14:creationId xmlns:p14="http://schemas.microsoft.com/office/powerpoint/2010/main" val="2375487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8/21/2026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5.png"/><Relationship Id="rId7" Type="http://schemas.microsoft.com/office/2007/relationships/hdphoto" Target="../media/hdphoto3.wdp"/><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microsoft.com/office/2007/relationships/hdphoto" Target="../media/hdphoto2.wdp"/><Relationship Id="rId9" Type="http://schemas.microsoft.com/office/2007/relationships/hdphoto" Target="../media/hdphoto1.wdp"/></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jpe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jpeg"/><Relationship Id="rId11" Type="http://schemas.openxmlformats.org/officeDocument/2006/relationships/image" Target="../media/image16.png"/><Relationship Id="rId5" Type="http://schemas.openxmlformats.org/officeDocument/2006/relationships/image" Target="../media/image11.png"/><Relationship Id="rId10" Type="http://schemas.microsoft.com/office/2007/relationships/hdphoto" Target="../media/hdphoto4.wdp"/><Relationship Id="rId4" Type="http://schemas.openxmlformats.org/officeDocument/2006/relationships/image" Target="../media/image10.png"/><Relationship Id="rId9"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6.png"/><Relationship Id="rId7" Type="http://schemas.microsoft.com/office/2007/relationships/hdphoto" Target="../media/hdphoto5.wdp"/><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Maulik</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D. Trivedi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#2105CS412(CN)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of Computer Network</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4" name="Rectangle: Rounded Corners 16">
            <a:extLst>
              <a:ext uri="{FF2B5EF4-FFF2-40B4-BE49-F238E27FC236}">
                <a16:creationId xmlns:a16="http://schemas.microsoft.com/office/drawing/2014/main" id="{A0E5757A-626F-9E90-EB72-AEFA31AC5748}"/>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1">
            <a:extLst>
              <a:ext uri="{FF2B5EF4-FFF2-40B4-BE49-F238E27FC236}">
                <a16:creationId xmlns:a16="http://schemas.microsoft.com/office/drawing/2014/main" id="{8A52970D-1B8D-45B2-FED4-AA035898E9F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Mr. Prashant Parmar</a:t>
            </a:r>
          </a:p>
        </p:txBody>
      </p:sp>
      <p:sp>
        <p:nvSpPr>
          <p:cNvPr id="6" name="Footer Placeholder 2">
            <a:extLst>
              <a:ext uri="{FF2B5EF4-FFF2-40B4-BE49-F238E27FC236}">
                <a16:creationId xmlns:a16="http://schemas.microsoft.com/office/drawing/2014/main" id="{8E6A207D-27E7-9773-4C8C-30A9C4104890}"/>
              </a:ext>
            </a:extLst>
          </p:cNvPr>
          <p:cNvSpPr txBox="1">
            <a:spLocks/>
          </p:cNvSpPr>
          <p:nvPr userDrawn="1"/>
        </p:nvSpPr>
        <p:spPr>
          <a:xfrm>
            <a:off x="4038599" y="6604000"/>
            <a:ext cx="5406615"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#2505CS313 (DM &amp; SEO)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sz="1200" dirty="0"/>
              <a:t>Meta Advertising – Facebook &amp; Instagram Ads </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7" name="Slide Number Placeholder 3">
            <a:extLst>
              <a:ext uri="{FF2B5EF4-FFF2-40B4-BE49-F238E27FC236}">
                <a16:creationId xmlns:a16="http://schemas.microsoft.com/office/drawing/2014/main" id="{5C3F630E-0737-1001-153E-EBCFAD739007}"/>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bg2">
                    <a:lumMod val="50000"/>
                  </a:schemeClr>
                </a:solidFill>
                <a:latin typeface="+mn-lt"/>
              </a:rPr>
              <a:pPr/>
              <a:t>‹#›</a:t>
            </a:fld>
            <a:endParaRPr lang="en-US" b="0" dirty="0">
              <a:solidFill>
                <a:schemeClr val="bg2">
                  <a:lumMod val="50000"/>
                </a:schemeClr>
              </a:solidFill>
              <a:latin typeface="+mn-lt"/>
            </a:endParaRPr>
          </a:p>
        </p:txBody>
      </p:sp>
      <p:pic>
        <p:nvPicPr>
          <p:cNvPr id="8" name="Shape 56">
            <a:extLst>
              <a:ext uri="{FF2B5EF4-FFF2-40B4-BE49-F238E27FC236}">
                <a16:creationId xmlns:a16="http://schemas.microsoft.com/office/drawing/2014/main" id="{528A20EE-6320-A145-2D8C-D1665FC0099E}"/>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cxnSp>
        <p:nvCxnSpPr>
          <p:cNvPr id="9" name="Straight Connector 8">
            <a:extLst>
              <a:ext uri="{FF2B5EF4-FFF2-40B4-BE49-F238E27FC236}">
                <a16:creationId xmlns:a16="http://schemas.microsoft.com/office/drawing/2014/main" id="{CC816A36-57ED-3600-A522-E042E8EE539E}"/>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9DA6401-5849-8984-FC24-478D5C973CD1}"/>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2238328-08EA-AB24-DB03-4BFDC7A6035C}"/>
              </a:ext>
            </a:extLst>
          </p:cNvPr>
          <p:cNvPicPr>
            <a:picLocks noChangeAspect="1"/>
          </p:cNvPicPr>
          <p:nvPr userDrawn="1"/>
        </p:nvPicPr>
        <p:blipFill>
          <a:blip r:embed="rId4" cstate="hqprint">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0408644" y="6026765"/>
            <a:ext cx="1652177" cy="502240"/>
          </a:xfrm>
          <a:prstGeom prst="rect">
            <a:avLst/>
          </a:prstGeom>
        </p:spPr>
      </p:pic>
    </p:spTree>
    <p:extLst>
      <p:ext uri="{BB962C8B-B14F-4D97-AF65-F5344CB8AC3E}">
        <p14:creationId xmlns:p14="http://schemas.microsoft.com/office/powerpoint/2010/main" val="1165859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Maulik</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D. Trivedi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p:nvSpPr>
        <p:spPr>
          <a:xfrm>
            <a:off x="4038600" y="6604000"/>
            <a:ext cx="5257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#2105CS412(CN)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of Computer Network</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GB"/>
              <a:t>Click to edit Master title style</a:t>
            </a:r>
            <a:endParaRPr lang="en-US" dirty="0"/>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cxnSp>
        <p:nvCxnSpPr>
          <p:cNvPr id="20" name="Straight Connector 19">
            <a:extLst>
              <a:ext uri="{FF2B5EF4-FFF2-40B4-BE49-F238E27FC236}">
                <a16:creationId xmlns:a16="http://schemas.microsoft.com/office/drawing/2014/main" id="{05596C8C-2163-45E8-B709-8118C381771F}"/>
              </a:ext>
            </a:extLst>
          </p:cNvPr>
          <p:cNvCxnSpPr/>
          <p:nvPr/>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4" name="Rectangle: Rounded Corners 16">
            <a:extLst>
              <a:ext uri="{FF2B5EF4-FFF2-40B4-BE49-F238E27FC236}">
                <a16:creationId xmlns:a16="http://schemas.microsoft.com/office/drawing/2014/main" id="{A0E5757A-626F-9E90-EB72-AEFA31AC5748}"/>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1">
            <a:extLst>
              <a:ext uri="{FF2B5EF4-FFF2-40B4-BE49-F238E27FC236}">
                <a16:creationId xmlns:a16="http://schemas.microsoft.com/office/drawing/2014/main" id="{8A52970D-1B8D-45B2-FED4-AA035898E9F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Mr. Prashant Parmar</a:t>
            </a:r>
          </a:p>
        </p:txBody>
      </p:sp>
      <p:sp>
        <p:nvSpPr>
          <p:cNvPr id="6" name="Footer Placeholder 2">
            <a:extLst>
              <a:ext uri="{FF2B5EF4-FFF2-40B4-BE49-F238E27FC236}">
                <a16:creationId xmlns:a16="http://schemas.microsoft.com/office/drawing/2014/main" id="{8E6A207D-27E7-9773-4C8C-30A9C4104890}"/>
              </a:ext>
            </a:extLst>
          </p:cNvPr>
          <p:cNvSpPr txBox="1">
            <a:spLocks/>
          </p:cNvSpPr>
          <p:nvPr userDrawn="1"/>
        </p:nvSpPr>
        <p:spPr>
          <a:xfrm>
            <a:off x="4038599" y="6604000"/>
            <a:ext cx="5406615" cy="253999"/>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#2505CS313 (DM &amp; SEO)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sz="1200" dirty="0"/>
              <a:t>Meta Advertising – Facebook &amp; Instagram Ads </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7" name="Slide Number Placeholder 3">
            <a:extLst>
              <a:ext uri="{FF2B5EF4-FFF2-40B4-BE49-F238E27FC236}">
                <a16:creationId xmlns:a16="http://schemas.microsoft.com/office/drawing/2014/main" id="{5C3F630E-0737-1001-153E-EBCFAD739007}"/>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bg2">
                    <a:lumMod val="50000"/>
                  </a:schemeClr>
                </a:solidFill>
                <a:latin typeface="+mn-lt"/>
              </a:rPr>
              <a:pPr/>
              <a:t>‹#›</a:t>
            </a:fld>
            <a:endParaRPr lang="en-US" b="0" dirty="0">
              <a:solidFill>
                <a:schemeClr val="bg2">
                  <a:lumMod val="50000"/>
                </a:schemeClr>
              </a:solidFill>
              <a:latin typeface="+mn-lt"/>
            </a:endParaRPr>
          </a:p>
        </p:txBody>
      </p:sp>
      <p:pic>
        <p:nvPicPr>
          <p:cNvPr id="8" name="Shape 56">
            <a:extLst>
              <a:ext uri="{FF2B5EF4-FFF2-40B4-BE49-F238E27FC236}">
                <a16:creationId xmlns:a16="http://schemas.microsoft.com/office/drawing/2014/main" id="{528A20EE-6320-A145-2D8C-D1665FC0099E}"/>
              </a:ext>
            </a:extLst>
          </p:cNvPr>
          <p:cNvPicPr preferRelativeResize="0"/>
          <p:nvPr userDrawn="1"/>
        </p:nvPicPr>
        <p:blipFill rotWithShape="1">
          <a:blip r:embed="rId3">
            <a:alphaModFix/>
          </a:blip>
          <a:srcRect t="86739" r="1768" b="3535"/>
          <a:stretch/>
        </p:blipFill>
        <p:spPr>
          <a:xfrm>
            <a:off x="0" y="0"/>
            <a:ext cx="12192000" cy="711201"/>
          </a:xfrm>
          <a:prstGeom prst="rect">
            <a:avLst/>
          </a:prstGeom>
          <a:noFill/>
          <a:ln>
            <a:noFill/>
          </a:ln>
          <a:effectLst/>
        </p:spPr>
      </p:pic>
      <p:cxnSp>
        <p:nvCxnSpPr>
          <p:cNvPr id="9" name="Straight Connector 8">
            <a:extLst>
              <a:ext uri="{FF2B5EF4-FFF2-40B4-BE49-F238E27FC236}">
                <a16:creationId xmlns:a16="http://schemas.microsoft.com/office/drawing/2014/main" id="{CC816A36-57ED-3600-A522-E042E8EE539E}"/>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9DA6401-5849-8984-FC24-478D5C973CD1}"/>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A2238328-08EA-AB24-DB03-4BFDC7A6035C}"/>
              </a:ext>
            </a:extLst>
          </p:cNvPr>
          <p:cNvPicPr>
            <a:picLocks noChangeAspect="1"/>
          </p:cNvPicPr>
          <p:nvPr userDrawn="1"/>
        </p:nvPicPr>
        <p:blipFill>
          <a:blip r:embed="rId4" cstate="hqprint">
            <a:extLst>
              <a:ext uri="{BEBA8EAE-BF5A-486C-A8C5-ECC9F3942E4B}">
                <a14:imgProps xmlns:a14="http://schemas.microsoft.com/office/drawing/2010/main">
                  <a14:imgLayer r:embed="rId5">
                    <a14:imgEffect>
                      <a14:artisticPhotocopy/>
                    </a14:imgEffect>
                  </a14:imgLayer>
                </a14:imgProps>
              </a:ext>
              <a:ext uri="{28A0092B-C50C-407E-A947-70E740481C1C}">
                <a14:useLocalDpi xmlns:a14="http://schemas.microsoft.com/office/drawing/2010/main" val="0"/>
              </a:ext>
            </a:extLst>
          </a:blip>
          <a:stretch>
            <a:fillRect/>
          </a:stretch>
        </p:blipFill>
        <p:spPr>
          <a:xfrm>
            <a:off x="131179" y="6026765"/>
            <a:ext cx="1652177" cy="502240"/>
          </a:xfrm>
          <a:prstGeom prst="rect">
            <a:avLst/>
          </a:prstGeom>
        </p:spPr>
      </p:pic>
    </p:spTree>
    <p:extLst>
      <p:ext uri="{BB962C8B-B14F-4D97-AF65-F5344CB8AC3E}">
        <p14:creationId xmlns:p14="http://schemas.microsoft.com/office/powerpoint/2010/main" val="6860686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a:ext>
            </a:extLst>
          </a:blip>
          <a:srcRect/>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a:noFill/>
        </p:spPr>
        <p:txBody>
          <a:bodyPr anchor="b">
            <a:normAutofit/>
          </a:bodyPr>
          <a:lstStyle>
            <a:lvl1pPr>
              <a:defRPr lang="en-US" sz="60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marL="0" lvl="0" indent="0" algn="l" defTabSz="914400" rtl="0" eaLnBrk="1" latinLnBrk="0" hangingPunct="1">
              <a:lnSpc>
                <a:spcPct val="90000"/>
              </a:lnSpc>
              <a:spcBef>
                <a:spcPct val="0"/>
              </a:spcBef>
              <a:buFont typeface="Arial" panose="020B0604020202020204" pitchFamily="34" charset="0"/>
              <a:buNone/>
            </a:pPr>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15"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4" name="Picture 3">
            <a:extLst>
              <a:ext uri="{FF2B5EF4-FFF2-40B4-BE49-F238E27FC236}">
                <a16:creationId xmlns:a16="http://schemas.microsoft.com/office/drawing/2014/main" id="{C6AEF3D5-CEE3-174A-C4FB-8DD8AF8D1FBB}"/>
              </a:ext>
            </a:extLst>
          </p:cNvPr>
          <p:cNvPicPr>
            <a:picLocks noChangeAspect="1"/>
          </p:cNvPicPr>
          <p:nvPr userDrawn="1"/>
        </p:nvPicPr>
        <p:blipFill rotWithShape="1">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5" name="Picture 4">
            <a:extLst>
              <a:ext uri="{FF2B5EF4-FFF2-40B4-BE49-F238E27FC236}">
                <a16:creationId xmlns:a16="http://schemas.microsoft.com/office/drawing/2014/main" id="{39DD5D89-BABA-FF4D-D627-40AE8B25CAC9}"/>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pic>
        <p:nvPicPr>
          <p:cNvPr id="7" name="Picture 6">
            <a:extLst>
              <a:ext uri="{FF2B5EF4-FFF2-40B4-BE49-F238E27FC236}">
                <a16:creationId xmlns:a16="http://schemas.microsoft.com/office/drawing/2014/main" id="{F8285B94-643E-B844-456B-FD4303B79844}"/>
              </a:ext>
            </a:extLst>
          </p:cNvPr>
          <p:cNvPicPr>
            <a:picLocks noChangeAspect="1"/>
          </p:cNvPicPr>
          <p:nvPr userDrawn="1"/>
        </p:nvPicPr>
        <p:blipFill>
          <a:blip r:embed="rId8" cstate="hqprint">
            <a:extLst>
              <a:ext uri="{BEBA8EAE-BF5A-486C-A8C5-ECC9F3942E4B}">
                <a14:imgProps xmlns:a14="http://schemas.microsoft.com/office/drawing/2010/main">
                  <a14:imgLayer r:embed="rId9">
                    <a14:imgEffect>
                      <a14:artisticPhotocopy/>
                    </a14:imgEffect>
                  </a14:imgLayer>
                </a14:imgProps>
              </a:ext>
              <a:ext uri="{28A0092B-C50C-407E-A947-70E740481C1C}">
                <a14:useLocalDpi xmlns:a14="http://schemas.microsoft.com/office/drawing/2010/main" val="0"/>
              </a:ext>
            </a:extLst>
          </a:blip>
          <a:stretch>
            <a:fillRect/>
          </a:stretch>
        </p:blipFill>
        <p:spPr>
          <a:xfrm>
            <a:off x="10331370" y="6194192"/>
            <a:ext cx="1652177" cy="502240"/>
          </a:xfrm>
          <a:prstGeom prst="rect">
            <a:avLst/>
          </a:prstGeom>
        </p:spPr>
      </p:pic>
    </p:spTree>
    <p:extLst>
      <p:ext uri="{BB962C8B-B14F-4D97-AF65-F5344CB8AC3E}">
        <p14:creationId xmlns:p14="http://schemas.microsoft.com/office/powerpoint/2010/main" val="40635557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Jay R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Dhamsaniya</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2" name="Rectangle: Rounded Corners 10">
            <a:extLst>
              <a:ext uri="{FF2B5EF4-FFF2-40B4-BE49-F238E27FC236}">
                <a16:creationId xmlns:a16="http://schemas.microsoft.com/office/drawing/2014/main" id="{6ACFA91B-F553-200F-0073-5444ABFE0475}"/>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Date Placeholder 1">
            <a:extLst>
              <a:ext uri="{FF2B5EF4-FFF2-40B4-BE49-F238E27FC236}">
                <a16:creationId xmlns:a16="http://schemas.microsoft.com/office/drawing/2014/main" id="{86B422CE-C616-7E33-D063-9FFF0DEB3B7A}"/>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Mr. Prashant Parmar</a:t>
            </a:r>
          </a:p>
        </p:txBody>
      </p:sp>
      <p:sp>
        <p:nvSpPr>
          <p:cNvPr id="4" name="Slide Number Placeholder 3">
            <a:extLst>
              <a:ext uri="{FF2B5EF4-FFF2-40B4-BE49-F238E27FC236}">
                <a16:creationId xmlns:a16="http://schemas.microsoft.com/office/drawing/2014/main" id="{C1026564-E7BB-67DB-5DFF-A2BA8FDE12D4}"/>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0" smtClean="0">
                <a:solidFill>
                  <a:schemeClr val="bg2">
                    <a:lumMod val="50000"/>
                  </a:schemeClr>
                </a:solidFill>
                <a:latin typeface="+mn-lt"/>
              </a:rPr>
              <a:pPr/>
              <a:t>‹#›</a:t>
            </a:fld>
            <a:endParaRPr lang="en-US" b="0" dirty="0">
              <a:solidFill>
                <a:schemeClr val="bg2">
                  <a:lumMod val="50000"/>
                </a:schemeClr>
              </a:solidFill>
              <a:latin typeface="+mn-lt"/>
            </a:endParaRPr>
          </a:p>
        </p:txBody>
      </p:sp>
      <p:cxnSp>
        <p:nvCxnSpPr>
          <p:cNvPr id="5" name="Straight Connector 4">
            <a:extLst>
              <a:ext uri="{FF2B5EF4-FFF2-40B4-BE49-F238E27FC236}">
                <a16:creationId xmlns:a16="http://schemas.microsoft.com/office/drawing/2014/main" id="{B24C1DD5-F381-005B-0FC3-D09599906A7C}"/>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1F34E65D-34E2-B986-E813-9E82CFF88956}"/>
              </a:ext>
            </a:extLst>
          </p:cNvPr>
          <p:cNvPicPr>
            <a:picLocks noChangeAspect="1"/>
          </p:cNvPicPr>
          <p:nvPr userDrawn="1"/>
        </p:nvPicPr>
        <p:blipFill>
          <a:blip r:embed="rId2" cstate="hqprint">
            <a:extLst>
              <a:ext uri="{BEBA8EAE-BF5A-486C-A8C5-ECC9F3942E4B}">
                <a14:imgProps xmlns:a14="http://schemas.microsoft.com/office/drawing/2010/main">
                  <a14:imgLayer r:embed="rId3">
                    <a14:imgEffect>
                      <a14:artisticPhotocopy/>
                    </a14:imgEffect>
                  </a14:imgLayer>
                </a14:imgProps>
              </a:ext>
              <a:ext uri="{28A0092B-C50C-407E-A947-70E740481C1C}">
                <a14:useLocalDpi xmlns:a14="http://schemas.microsoft.com/office/drawing/2010/main" val="0"/>
              </a:ext>
            </a:extLst>
          </a:blip>
          <a:stretch>
            <a:fillRect/>
          </a:stretch>
        </p:blipFill>
        <p:spPr>
          <a:xfrm>
            <a:off x="10408644" y="6026765"/>
            <a:ext cx="1652177" cy="502240"/>
          </a:xfrm>
          <a:prstGeom prst="rect">
            <a:avLst/>
          </a:prstGeom>
        </p:spPr>
      </p:pic>
      <p:sp>
        <p:nvSpPr>
          <p:cNvPr id="7" name="Footer Placeholder 2">
            <a:extLst>
              <a:ext uri="{FF2B5EF4-FFF2-40B4-BE49-F238E27FC236}">
                <a16:creationId xmlns:a16="http://schemas.microsoft.com/office/drawing/2014/main" id="{2683CD5F-BAC8-CACA-13AA-AEE36B1226C9}"/>
              </a:ext>
            </a:extLst>
          </p:cNvPr>
          <p:cNvSpPr txBox="1">
            <a:spLocks/>
          </p:cNvSpPr>
          <p:nvPr userDrawn="1"/>
        </p:nvSpPr>
        <p:spPr>
          <a:xfrm>
            <a:off x="4038599" y="6604000"/>
            <a:ext cx="5352827"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#2505CS313 (DM &amp; SEO)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sz="1200"/>
              <a:t>Meta Advertising – Facebook &amp; Instagram Ads </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Tree>
    <p:extLst>
      <p:ext uri="{BB962C8B-B14F-4D97-AF65-F5344CB8AC3E}">
        <p14:creationId xmlns:p14="http://schemas.microsoft.com/office/powerpoint/2010/main" val="4166935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p:nvSpPr>
        <p:spPr>
          <a:xfrm>
            <a:off x="1837677" y="5802204"/>
            <a:ext cx="2287806" cy="338554"/>
          </a:xfrm>
          <a:prstGeom prst="rect">
            <a:avLst/>
          </a:prstGeom>
          <a:noFill/>
        </p:spPr>
        <p:txBody>
          <a:bodyPr wrap="none" rtlCol="0">
            <a:spAutoFit/>
          </a:bodyPr>
          <a:lstStyle/>
          <a:p>
            <a:r>
              <a:rPr lang="en-US" sz="1600" dirty="0"/>
              <a:t>Darshan University, Rajkot</a:t>
            </a:r>
          </a:p>
        </p:txBody>
      </p:sp>
      <p:sp>
        <p:nvSpPr>
          <p:cNvPr id="22" name="Freeform 13">
            <a:extLst>
              <a:ext uri="{FF2B5EF4-FFF2-40B4-BE49-F238E27FC236}">
                <a16:creationId xmlns:a16="http://schemas.microsoft.com/office/drawing/2014/main" id="{EB889181-F145-4E62-A282-E5B77978D1F3}"/>
              </a:ext>
            </a:extLst>
          </p:cNvPr>
          <p:cNvSpPr>
            <a:spLocks/>
          </p:cNvSpPr>
          <p:nvPr/>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GB" dirty="0"/>
              <a:t>Click to edit Master title style</a:t>
            </a:r>
            <a:endParaRPr lang="en-US" dirty="0"/>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p:nvPicPr>
        <p:blipFill>
          <a:blip r:embed="rId6" cstate="screen">
            <a:extLst>
              <a:ext uri="{28A0092B-C50C-407E-A947-70E740481C1C}">
                <a14:useLocalDpi xmlns:a14="http://schemas.microsoft.com/office/drawing/2010/main"/>
              </a:ext>
            </a:extLst>
          </a:blip>
          <a:srcRect/>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p:nvPicPr>
        <p:blipFill>
          <a:blip r:embed="rId7"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r>
              <a:rPr lang="en-GB" dirty="0"/>
              <a:t>Click icon to add picture</a:t>
            </a:r>
            <a:endParaRPr lang="en-US" dirty="0"/>
          </a:p>
        </p:txBody>
      </p:sp>
      <p:pic>
        <p:nvPicPr>
          <p:cNvPr id="4" name="Picture 3">
            <a:extLst>
              <a:ext uri="{FF2B5EF4-FFF2-40B4-BE49-F238E27FC236}">
                <a16:creationId xmlns:a16="http://schemas.microsoft.com/office/drawing/2014/main" id="{DC31E58F-1F16-7113-98CC-E351FD2C4EF3}"/>
              </a:ext>
            </a:extLst>
          </p:cNvPr>
          <p:cNvPicPr>
            <a:picLocks noChangeAspect="1"/>
          </p:cNvPicPr>
          <p:nvPr userDrawn="1"/>
        </p:nvPicPr>
        <p:blipFill>
          <a:blip r:embed="rId8" cstate="hqprint">
            <a:extLst>
              <a:ext uri="{28A0092B-C50C-407E-A947-70E740481C1C}">
                <a14:useLocalDpi xmlns:a14="http://schemas.microsoft.com/office/drawing/2010/main" val="0"/>
              </a:ext>
            </a:extLst>
          </a:blip>
          <a:stretch>
            <a:fillRect/>
          </a:stretch>
        </p:blipFill>
        <p:spPr>
          <a:xfrm>
            <a:off x="9379541" y="221286"/>
            <a:ext cx="2429517" cy="738541"/>
          </a:xfrm>
          <a:prstGeom prst="rect">
            <a:avLst/>
          </a:prstGeom>
        </p:spPr>
      </p:pic>
      <p:pic>
        <p:nvPicPr>
          <p:cNvPr id="6" name="Picture 5">
            <a:extLst>
              <a:ext uri="{FF2B5EF4-FFF2-40B4-BE49-F238E27FC236}">
                <a16:creationId xmlns:a16="http://schemas.microsoft.com/office/drawing/2014/main" id="{51B8F677-2BEE-E410-A927-6BBF62BB8A76}"/>
              </a:ext>
            </a:extLst>
          </p:cNvPr>
          <p:cNvPicPr>
            <a:picLocks noChangeAspect="1"/>
          </p:cNvPicPr>
          <p:nvPr userDrawn="1"/>
        </p:nvPicPr>
        <p:blipFill rotWithShape="1">
          <a:blip r:embed="rId9" cstate="print">
            <a:extLst>
              <a:ext uri="{BEBA8EAE-BF5A-486C-A8C5-ECC9F3942E4B}">
                <a14:imgProps xmlns:a14="http://schemas.microsoft.com/office/drawing/2010/main">
                  <a14:imgLayer r:embed="rId10">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pic>
        <p:nvPicPr>
          <p:cNvPr id="5" name="Picture 2" descr="Best Digital Marketing Agency India | Top Digital Marketing Company India">
            <a:extLst>
              <a:ext uri="{FF2B5EF4-FFF2-40B4-BE49-F238E27FC236}">
                <a16:creationId xmlns:a16="http://schemas.microsoft.com/office/drawing/2014/main" id="{87B51A84-0CAF-0E79-6BD4-2B660E2FA0B6}"/>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8808334" y="1361993"/>
            <a:ext cx="2429517" cy="20995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342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screen">
            <a:duotone>
              <a:schemeClr val="accent1">
                <a:shade val="45000"/>
                <a:satMod val="135000"/>
              </a:schemeClr>
              <a:prstClr val="white"/>
            </a:duotone>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1447832" cy="338554"/>
          </a:xfrm>
          <a:prstGeom prst="rect">
            <a:avLst/>
          </a:prstGeom>
          <a:noFill/>
        </p:spPr>
        <p:txBody>
          <a:bodyPr wrap="none" rtlCol="0">
            <a:spAutoFit/>
          </a:bodyPr>
          <a:lstStyle/>
          <a:p>
            <a:r>
              <a:rPr lang="en-US" sz="1600" dirty="0"/>
              <a:t>Darshan,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screen">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screen">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rc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8" cstate="screen">
            <a:lum bright="70000" contrast="-70000"/>
            <a:extLst>
              <a:ext uri="{28A0092B-C50C-407E-A947-70E740481C1C}">
                <a14:useLocalDpi xmlns:a14="http://schemas.microsoft.com/office/drawing/2010/main"/>
              </a:ext>
            </a:extLst>
          </a:blip>
          <a:srcRect/>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dirty="0"/>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
        <p:nvSpPr>
          <p:cNvPr id="41" name="Rectangle 40"/>
          <p:cNvSpPr/>
          <p:nvPr userDrawn="1"/>
        </p:nvSpPr>
        <p:spPr>
          <a:xfrm>
            <a:off x="7678346" y="2221532"/>
            <a:ext cx="4513654"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sp>
        <p:nvSpPr>
          <p:cNvPr id="42" name="Rectangle 41"/>
          <p:cNvSpPr/>
          <p:nvPr userDrawn="1"/>
        </p:nvSpPr>
        <p:spPr>
          <a:xfrm>
            <a:off x="0" y="2221532"/>
            <a:ext cx="4402106" cy="1951692"/>
          </a:xfrm>
          <a:prstGeom prst="rect">
            <a:avLst/>
          </a:pr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pic>
        <p:nvPicPr>
          <p:cNvPr id="2" name="Picture 1">
            <a:extLst>
              <a:ext uri="{FF2B5EF4-FFF2-40B4-BE49-F238E27FC236}">
                <a16:creationId xmlns:a16="http://schemas.microsoft.com/office/drawing/2014/main" id="{9F28A54A-6576-43EC-B296-5FCA8F873C3B}"/>
              </a:ext>
            </a:extLst>
          </p:cNvPr>
          <p:cNvPicPr>
            <a:picLocks noChangeAspect="1"/>
          </p:cNvPicPr>
          <p:nvPr userDrawn="1"/>
        </p:nvPicPr>
        <p:blipFill>
          <a:blip r:embed="rId9" cstate="hqprint">
            <a:extLst>
              <a:ext uri="{28A0092B-C50C-407E-A947-70E740481C1C}">
                <a14:useLocalDpi xmlns:a14="http://schemas.microsoft.com/office/drawing/2010/main" val="0"/>
              </a:ext>
            </a:extLst>
          </a:blip>
          <a:stretch>
            <a:fillRect/>
          </a:stretch>
        </p:blipFill>
        <p:spPr>
          <a:xfrm>
            <a:off x="9401577" y="322336"/>
            <a:ext cx="2429517" cy="738541"/>
          </a:xfrm>
          <a:prstGeom prst="rect">
            <a:avLst/>
          </a:prstGeom>
        </p:spPr>
      </p:pic>
    </p:spTree>
    <p:extLst>
      <p:ext uri="{BB962C8B-B14F-4D97-AF65-F5344CB8AC3E}">
        <p14:creationId xmlns:p14="http://schemas.microsoft.com/office/powerpoint/2010/main" val="22676706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8/21/2026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1528757233"/>
      </p:ext>
    </p:extLst>
  </p:cSld>
  <p:clrMap bg1="lt1" tx1="dk1" bg2="lt2" tx2="dk2" accent1="accent1" accent2="accent2" accent3="accent3" accent4="accent4" accent5="accent5" accent6="accent6" hlink="hlink" folHlink="folHlink"/>
  <p:sldLayoutIdLst>
    <p:sldLayoutId id="2147483695" r:id="rId1"/>
    <p:sldLayoutId id="2147483715" r:id="rId2"/>
    <p:sldLayoutId id="2147483697" r:id="rId3"/>
    <p:sldLayoutId id="2147483699" r:id="rId4"/>
    <p:sldLayoutId id="2147483712" r:id="rId5"/>
    <p:sldLayoutId id="214748371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hyperlink" Target="https://www.linkedin.com/posts/darshanuniversity_activity-7486006642640146432-D0Tb" TargetMode="External"/><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hyperlink" Target="https://www.facebook.com/DarshanUniversity/videos/-bba-in-digital-marketing-darshan-university-rajkot-learn-trending-skills-seo-so/1316103337070056/" TargetMode="External"/><Relationship Id="rId1" Type="http://schemas.openxmlformats.org/officeDocument/2006/relationships/slideLayout" Target="../slideLayouts/slideLayout1.xml"/><Relationship Id="rId6" Type="http://schemas.openxmlformats.org/officeDocument/2006/relationships/hyperlink" Target="https://x.com/DarshanUniv" TargetMode="External"/><Relationship Id="rId5" Type="http://schemas.openxmlformats.org/officeDocument/2006/relationships/image" Target="../media/image22.png"/><Relationship Id="rId10" Type="http://schemas.openxmlformats.org/officeDocument/2006/relationships/image" Target="../media/image31.jpeg"/><Relationship Id="rId4" Type="http://schemas.openxmlformats.org/officeDocument/2006/relationships/hyperlink" Target="https://www.instagram.com/reel/DX5wwLnqdMl/?igsh=MWw3aGx1eGZ4c3o5ag%3D%3D" TargetMode="External"/><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hyperlink" Target="https://www.instagram.com/reel/C75uiProYNm/" TargetMode="External"/><Relationship Id="rId2" Type="http://schemas.openxmlformats.org/officeDocument/2006/relationships/hyperlink" Target="https://www.instagram.com/reel/Cxr57tctKCu/" TargetMode="Externa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hyperlink" Target="https://www.facebook.com/DarshanUniversity/videos/-frolic-2025-is-here-6th-september-2025-saturday-darshan-university-rajkot-morbi/720714174346487/"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1.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jpe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44.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89" y="1122364"/>
            <a:ext cx="7721599" cy="2578780"/>
          </a:xfrm>
        </p:spPr>
        <p:txBody>
          <a:bodyPr/>
          <a:lstStyle/>
          <a:p>
            <a:r>
              <a:rPr lang="en-US" sz="4800" b="0" dirty="0">
                <a:latin typeface="Roboto Condensed Light" panose="02000000000000000000" pitchFamily="2" charset="0"/>
                <a:ea typeface="Roboto Condensed Light" panose="02000000000000000000" pitchFamily="2" charset="0"/>
              </a:rPr>
              <a:t>Unit-3 </a:t>
            </a:r>
            <a:r>
              <a:rPr lang="en-US" dirty="0"/>
              <a:t> </a:t>
            </a:r>
            <a:br>
              <a:rPr lang="en-US" dirty="0"/>
            </a:br>
            <a:r>
              <a:rPr lang="en-US" sz="4800" dirty="0"/>
              <a:t>Meta Advertising – Facebook &amp; Instagram Ads </a:t>
            </a:r>
            <a:br>
              <a:rPr lang="en-US" sz="4800" dirty="0"/>
            </a:br>
            <a:br>
              <a:rPr kumimoji="0" lang="en-US" sz="2400" b="1" i="0" u="none" strike="noStrike" kern="1200" cap="none" spc="0" normalizeH="0" baseline="0" noProof="0" dirty="0">
                <a:ln>
                  <a:noFill/>
                </a:ln>
                <a:solidFill>
                  <a:srgbClr val="212121">
                    <a:lumMod val="90000"/>
                    <a:lumOff val="10000"/>
                  </a:srgbClr>
                </a:solidFill>
                <a:effectLst>
                  <a:outerShdw blurRad="50800" dist="38100" dir="2700000" algn="tl" rotWithShape="0">
                    <a:prstClr val="black">
                      <a:alpha val="40000"/>
                    </a:prstClr>
                  </a:outerShdw>
                </a:effectLst>
                <a:uLnTx/>
                <a:uFillTx/>
                <a:latin typeface="Roboto Condensed"/>
                <a:ea typeface="Segoe UI Black" panose="020B0A02040204020203" pitchFamily="34" charset="0"/>
                <a:cs typeface="+mn-cs"/>
              </a:rPr>
            </a:br>
            <a:r>
              <a:rPr kumimoji="0" lang="en-US" sz="2400" i="0" u="none" strike="noStrike" kern="1200" cap="none" spc="0" normalizeH="0" baseline="0" noProof="0" dirty="0">
                <a:ln>
                  <a:noFill/>
                </a:ln>
                <a:solidFill>
                  <a:srgbClr val="212121">
                    <a:lumMod val="90000"/>
                    <a:lumOff val="10000"/>
                  </a:srgbClr>
                </a:solidFill>
                <a:effectLst/>
                <a:uLnTx/>
                <a:uFillTx/>
                <a:latin typeface="Roboto Condensed"/>
                <a:ea typeface="Segoe UI Black" panose="020B0A02040204020203" pitchFamily="34" charset="0"/>
                <a:cs typeface="+mn-cs"/>
              </a:rPr>
              <a:t>CO3 perform and optimize targeted advertising campaigns across the Meta (Facebook/Instagram) ecosystem.</a:t>
            </a:r>
            <a:br>
              <a:rPr kumimoji="0" lang="en-US" sz="2400" i="0" u="none" strike="noStrike" kern="1200" cap="none" spc="0" normalizeH="0" baseline="0" noProof="0" dirty="0">
                <a:ln>
                  <a:noFill/>
                </a:ln>
                <a:solidFill>
                  <a:srgbClr val="212121">
                    <a:lumMod val="90000"/>
                    <a:lumOff val="10000"/>
                  </a:srgbClr>
                </a:solidFill>
                <a:effectLst/>
                <a:uLnTx/>
                <a:uFillTx/>
                <a:latin typeface="Roboto Condensed"/>
                <a:ea typeface="Segoe UI Black" panose="020B0A02040204020203" pitchFamily="34" charset="0"/>
                <a:cs typeface="+mn-cs"/>
              </a:rPr>
            </a:br>
            <a:endParaRPr lang="en-US" sz="4800" dirty="0"/>
          </a:p>
        </p:txBody>
      </p:sp>
      <p:sp>
        <p:nvSpPr>
          <p:cNvPr id="3" name="Text Placeholder 2">
            <a:extLst>
              <a:ext uri="{FF2B5EF4-FFF2-40B4-BE49-F238E27FC236}">
                <a16:creationId xmlns:a16="http://schemas.microsoft.com/office/drawing/2014/main" id="{E4D4005A-4647-4086-9144-7BCC7DFEFB1B}"/>
              </a:ext>
            </a:extLst>
          </p:cNvPr>
          <p:cNvSpPr>
            <a:spLocks noGrp="1"/>
          </p:cNvSpPr>
          <p:nvPr>
            <p:ph type="body" sz="quarter" idx="11"/>
          </p:nvPr>
        </p:nvSpPr>
        <p:spPr/>
        <p:txBody>
          <a:bodyPr/>
          <a:lstStyle/>
          <a:p>
            <a:r>
              <a:rPr lang="en-US" dirty="0"/>
              <a:t>prashant.parmar@darshan.ac.in</a:t>
            </a:r>
          </a:p>
        </p:txBody>
      </p:sp>
      <p:sp>
        <p:nvSpPr>
          <p:cNvPr id="4" name="Text Placeholder 3">
            <a:extLst>
              <a:ext uri="{FF2B5EF4-FFF2-40B4-BE49-F238E27FC236}">
                <a16:creationId xmlns:a16="http://schemas.microsoft.com/office/drawing/2014/main" id="{6F817D43-889A-4049-ACFD-9B3B648B6A91}"/>
              </a:ext>
            </a:extLst>
          </p:cNvPr>
          <p:cNvSpPr>
            <a:spLocks noGrp="1"/>
          </p:cNvSpPr>
          <p:nvPr>
            <p:ph type="body" sz="quarter" idx="12"/>
          </p:nvPr>
        </p:nvSpPr>
        <p:spPr/>
        <p:txBody>
          <a:bodyPr/>
          <a:lstStyle/>
          <a:p>
            <a:r>
              <a:rPr lang="en-US" dirty="0"/>
              <a:t>9586371604</a:t>
            </a:r>
          </a:p>
        </p:txBody>
      </p:sp>
      <p:sp>
        <p:nvSpPr>
          <p:cNvPr id="7" name="Text Placeholder 6"/>
          <p:cNvSpPr>
            <a:spLocks noGrp="1"/>
          </p:cNvSpPr>
          <p:nvPr>
            <p:ph type="body" sz="quarter" idx="16"/>
          </p:nvPr>
        </p:nvSpPr>
        <p:spPr>
          <a:xfrm>
            <a:off x="2622014" y="16125"/>
            <a:ext cx="4796701" cy="734653"/>
          </a:xfrm>
        </p:spPr>
        <p:txBody>
          <a:bodyPr/>
          <a:lstStyle/>
          <a:p>
            <a:r>
              <a:rPr lang="en-US" b="1" dirty="0"/>
              <a:t>Digital Marketing </a:t>
            </a:r>
            <a:r>
              <a:rPr lang="en-US" b="1" dirty="0">
                <a:latin typeface="Roboto Condensed Light" panose="02000000000000000000" pitchFamily="2" charset="0"/>
                <a:ea typeface="Roboto Condensed Light" panose="02000000000000000000" pitchFamily="2" charset="0"/>
              </a:rPr>
              <a:t>&amp; SEO</a:t>
            </a:r>
            <a:endParaRPr lang="en-US" dirty="0">
              <a:latin typeface="Roboto Condensed Light" panose="02000000000000000000" pitchFamily="2" charset="0"/>
              <a:ea typeface="Roboto Condensed Light" panose="02000000000000000000" pitchFamily="2" charset="0"/>
            </a:endParaRPr>
          </a:p>
          <a:p>
            <a:r>
              <a:rPr lang="en-US" dirty="0">
                <a:latin typeface="Roboto Condensed Light" panose="02000000000000000000" pitchFamily="2" charset="0"/>
                <a:ea typeface="Roboto Condensed Light" panose="02000000000000000000" pitchFamily="2" charset="0"/>
              </a:rPr>
              <a:t>2505CS313 </a:t>
            </a:r>
          </a:p>
        </p:txBody>
      </p:sp>
      <p:pic>
        <p:nvPicPr>
          <p:cNvPr id="9" name="Picture Placeholder 8">
            <a:extLst>
              <a:ext uri="{FF2B5EF4-FFF2-40B4-BE49-F238E27FC236}">
                <a16:creationId xmlns:a16="http://schemas.microsoft.com/office/drawing/2014/main" id="{584A57FF-19EF-43E1-91D9-088BF9610532}"/>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3457" b="13457"/>
          <a:stretch>
            <a:fillRect/>
          </a:stretch>
        </p:blipFill>
        <p:spPr/>
      </p:pic>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Text Placeholder 14">
            <a:extLst>
              <a:ext uri="{FF2B5EF4-FFF2-40B4-BE49-F238E27FC236}">
                <a16:creationId xmlns:a16="http://schemas.microsoft.com/office/drawing/2014/main" id="{212E439E-AF22-4AAF-4C3A-2D32858B9C3E}"/>
              </a:ext>
            </a:extLst>
          </p:cNvPr>
          <p:cNvSpPr>
            <a:spLocks noGrp="1"/>
          </p:cNvSpPr>
          <p:nvPr>
            <p:ph type="body" sz="quarter" idx="13"/>
          </p:nvPr>
        </p:nvSpPr>
        <p:spPr/>
        <p:txBody>
          <a:bodyPr/>
          <a:lstStyle/>
          <a:p>
            <a:r>
              <a:rPr lang="en-US" dirty="0"/>
              <a:t>Darshan Institute of Management</a:t>
            </a:r>
          </a:p>
        </p:txBody>
      </p:sp>
      <p:sp>
        <p:nvSpPr>
          <p:cNvPr id="17" name="Text Placeholder 16">
            <a:extLst>
              <a:ext uri="{FF2B5EF4-FFF2-40B4-BE49-F238E27FC236}">
                <a16:creationId xmlns:a16="http://schemas.microsoft.com/office/drawing/2014/main" id="{748DDFB4-80CE-5831-5B54-23E2F30A4E8D}"/>
              </a:ext>
            </a:extLst>
          </p:cNvPr>
          <p:cNvSpPr>
            <a:spLocks noGrp="1"/>
          </p:cNvSpPr>
          <p:nvPr>
            <p:ph type="body" sz="quarter" idx="14"/>
          </p:nvPr>
        </p:nvSpPr>
        <p:spPr/>
        <p:txBody>
          <a:bodyPr/>
          <a:lstStyle/>
          <a:p>
            <a:r>
              <a:rPr lang="en-US" dirty="0"/>
              <a:t>Mr. Prashant Parmar</a:t>
            </a:r>
          </a:p>
        </p:txBody>
      </p:sp>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397907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E4EC5A7-E618-43A1-BC52-AA43122F9287}"/>
              </a:ext>
            </a:extLst>
          </p:cNvPr>
          <p:cNvSpPr txBox="1"/>
          <p:nvPr/>
        </p:nvSpPr>
        <p:spPr>
          <a:xfrm>
            <a:off x="1191446" y="341453"/>
            <a:ext cx="10408280" cy="6350456"/>
          </a:xfrm>
          <a:prstGeom prst="rect">
            <a:avLst/>
          </a:prstGeom>
          <a:noFill/>
        </p:spPr>
        <p:txBody>
          <a:bodyPr wrap="square" rtlCol="0">
            <a:spAutoFit/>
          </a:bodyPr>
          <a:lstStyle/>
          <a:p>
            <a:r>
              <a:rPr lang="en-US" sz="2000" b="1" dirty="0"/>
              <a:t>Outline</a:t>
            </a:r>
          </a:p>
          <a:p>
            <a:pPr marL="742950" lvl="1" indent="-285750">
              <a:lnSpc>
                <a:spcPct val="150000"/>
              </a:lnSpc>
              <a:buFont typeface="Arial" panose="020B0604020202020204" pitchFamily="34" charset="0"/>
              <a:buChar char="•"/>
            </a:pPr>
            <a:r>
              <a:rPr lang="en-US" sz="2000" b="1" dirty="0"/>
              <a:t>Introduction to Social Media Marketing, Importance and benefits of SMM</a:t>
            </a:r>
          </a:p>
          <a:p>
            <a:pPr marL="742950" lvl="1" indent="-285750">
              <a:lnSpc>
                <a:spcPct val="150000"/>
              </a:lnSpc>
              <a:buFont typeface="Arial" panose="020B0604020202020204" pitchFamily="34" charset="0"/>
              <a:buChar char="•"/>
            </a:pPr>
            <a:r>
              <a:rPr lang="en-US" sz="2000" b="1" dirty="0"/>
              <a:t>Types of Social Media Marketing</a:t>
            </a:r>
          </a:p>
          <a:p>
            <a:pPr marL="742950" lvl="1" indent="-285750">
              <a:lnSpc>
                <a:spcPct val="150000"/>
              </a:lnSpc>
              <a:buFont typeface="Arial" panose="020B0604020202020204" pitchFamily="34" charset="0"/>
              <a:buChar char="•"/>
            </a:pPr>
            <a:r>
              <a:rPr lang="en-US" sz="2000" b="1" dirty="0"/>
              <a:t>Building a better Social Media Marketing Strategy (Facebook)</a:t>
            </a:r>
          </a:p>
          <a:p>
            <a:pPr marL="742950" lvl="1" indent="-285750">
              <a:lnSpc>
                <a:spcPct val="150000"/>
              </a:lnSpc>
              <a:buFont typeface="Arial" panose="020B0604020202020204" pitchFamily="34" charset="0"/>
              <a:buChar char="•"/>
            </a:pPr>
            <a:r>
              <a:rPr lang="en-US" sz="2000" b="1" dirty="0"/>
              <a:t>Introduction to Facebook Marketing</a:t>
            </a:r>
          </a:p>
          <a:p>
            <a:pPr marL="742950" lvl="1" indent="-285750">
              <a:lnSpc>
                <a:spcPct val="150000"/>
              </a:lnSpc>
              <a:buFont typeface="Arial" panose="020B0604020202020204" pitchFamily="34" charset="0"/>
              <a:buChar char="•"/>
            </a:pPr>
            <a:r>
              <a:rPr lang="en-US" sz="2000" b="1" dirty="0"/>
              <a:t>Understanding the Facebook Algorithm for delivery of Ads</a:t>
            </a:r>
          </a:p>
          <a:p>
            <a:pPr marL="742950" lvl="1" indent="-285750">
              <a:lnSpc>
                <a:spcPct val="150000"/>
              </a:lnSpc>
              <a:buFont typeface="Arial" panose="020B0604020202020204" pitchFamily="34" charset="0"/>
              <a:buChar char="•"/>
            </a:pPr>
            <a:r>
              <a:rPr lang="en-US" sz="2000" b="1" dirty="0"/>
              <a:t>Facebook Marketing Assets Facebook Page, Facebook Ads, Facebook Groups, Facebook Events, Facebook Ads Manager</a:t>
            </a:r>
          </a:p>
          <a:p>
            <a:pPr marL="742950" lvl="1" indent="-285750">
              <a:lnSpc>
                <a:spcPct val="150000"/>
              </a:lnSpc>
              <a:buFont typeface="Arial" panose="020B0604020202020204" pitchFamily="34" charset="0"/>
              <a:buChar char="•"/>
            </a:pPr>
            <a:r>
              <a:rPr lang="en-US" sz="2000" b="1" dirty="0"/>
              <a:t>Facebook Ads</a:t>
            </a:r>
          </a:p>
          <a:p>
            <a:pPr marL="742950" lvl="1" indent="-285750">
              <a:lnSpc>
                <a:spcPct val="150000"/>
              </a:lnSpc>
              <a:buFont typeface="Arial" panose="020B0604020202020204" pitchFamily="34" charset="0"/>
              <a:buChar char="•"/>
            </a:pPr>
            <a:r>
              <a:rPr lang="en-US" sz="2000" b="1" dirty="0"/>
              <a:t>Creating &amp; Optimizing Advertising Campaigns Facebook Insights</a:t>
            </a:r>
          </a:p>
          <a:p>
            <a:pPr marL="742950" lvl="1" indent="-285750">
              <a:lnSpc>
                <a:spcPct val="150000"/>
              </a:lnSpc>
              <a:buFont typeface="Arial" panose="020B0604020202020204" pitchFamily="34" charset="0"/>
              <a:buChar char="•"/>
            </a:pPr>
            <a:r>
              <a:rPr lang="en-US" sz="2000" b="1" dirty="0"/>
              <a:t>Introduction of digital marketing Strategies through Instagram</a:t>
            </a:r>
          </a:p>
          <a:p>
            <a:pPr marL="742950" lvl="1" indent="-285750">
              <a:lnSpc>
                <a:spcPct val="150000"/>
              </a:lnSpc>
              <a:buFont typeface="Arial" panose="020B0604020202020204" pitchFamily="34" charset="0"/>
              <a:buChar char="•"/>
            </a:pPr>
            <a:r>
              <a:rPr lang="en-US" sz="2000" b="1" dirty="0"/>
              <a:t>Types of Instagram Content</a:t>
            </a:r>
          </a:p>
          <a:p>
            <a:pPr marL="742950" lvl="1" indent="-285750">
              <a:lnSpc>
                <a:spcPct val="150000"/>
              </a:lnSpc>
              <a:buFont typeface="Arial" panose="020B0604020202020204" pitchFamily="34" charset="0"/>
              <a:buChar char="•"/>
            </a:pPr>
            <a:r>
              <a:rPr lang="en-US" sz="2000" b="1" dirty="0"/>
              <a:t>Instagram Ads</a:t>
            </a:r>
          </a:p>
          <a:p>
            <a:pPr marL="742950" lvl="1" indent="-285750">
              <a:lnSpc>
                <a:spcPct val="150000"/>
              </a:lnSpc>
              <a:buFont typeface="Arial" panose="020B0604020202020204" pitchFamily="34" charset="0"/>
              <a:buChar char="•"/>
            </a:pPr>
            <a:r>
              <a:rPr lang="en-US" sz="2000" b="1" dirty="0"/>
              <a:t>Instagram Insights. </a:t>
            </a:r>
          </a:p>
        </p:txBody>
      </p:sp>
    </p:spTree>
    <p:extLst>
      <p:ext uri="{BB962C8B-B14F-4D97-AF65-F5344CB8AC3E}">
        <p14:creationId xmlns:p14="http://schemas.microsoft.com/office/powerpoint/2010/main" val="1456441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childTnLst>
                          </p:cTn>
                        </p:par>
                        <p:par>
                          <p:cTn id="14" fill="hold">
                            <p:stCondLst>
                              <p:cond delay="1000"/>
                            </p:stCondLst>
                            <p:childTnLst>
                              <p:par>
                                <p:cTn id="15" presetID="22" presetClass="entr" presetSubtype="1"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up)">
                                      <p:cBhvr>
                                        <p:cTn id="21" dur="500"/>
                                        <p:tgtEl>
                                          <p:spTgt spid="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01C48-80CA-4225-9506-AFA65ED20B50}"/>
              </a:ext>
            </a:extLst>
          </p:cNvPr>
          <p:cNvSpPr>
            <a:spLocks noGrp="1"/>
          </p:cNvSpPr>
          <p:nvPr>
            <p:ph type="title"/>
          </p:nvPr>
        </p:nvSpPr>
        <p:spPr/>
        <p:txBody>
          <a:bodyPr/>
          <a:lstStyle/>
          <a:p>
            <a:r>
              <a:rPr lang="en-US" sz="6000" dirty="0"/>
              <a:t>Introduction to Social Media Marketing</a:t>
            </a:r>
            <a:endParaRPr lang="en-US" dirty="0"/>
          </a:p>
        </p:txBody>
      </p:sp>
      <p:sp>
        <p:nvSpPr>
          <p:cNvPr id="3" name="Text Placeholder 2">
            <a:extLst>
              <a:ext uri="{FF2B5EF4-FFF2-40B4-BE49-F238E27FC236}">
                <a16:creationId xmlns:a16="http://schemas.microsoft.com/office/drawing/2014/main" id="{28778C31-CE4C-40D3-990E-B9B6F611F84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474481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DD37B-1CBF-4D0A-9A0A-EE20FB36BB29}"/>
              </a:ext>
            </a:extLst>
          </p:cNvPr>
          <p:cNvSpPr>
            <a:spLocks noGrp="1"/>
          </p:cNvSpPr>
          <p:nvPr>
            <p:ph type="title"/>
          </p:nvPr>
        </p:nvSpPr>
        <p:spPr/>
        <p:txBody>
          <a:bodyPr>
            <a:normAutofit/>
          </a:bodyPr>
          <a:lstStyle/>
          <a:p>
            <a:r>
              <a:rPr lang="en-US" sz="3200" dirty="0"/>
              <a:t>Introduction to Social Media Marketing</a:t>
            </a:r>
          </a:p>
        </p:txBody>
      </p:sp>
      <p:sp>
        <p:nvSpPr>
          <p:cNvPr id="3" name="Content Placeholder 2">
            <a:extLst>
              <a:ext uri="{FF2B5EF4-FFF2-40B4-BE49-F238E27FC236}">
                <a16:creationId xmlns:a16="http://schemas.microsoft.com/office/drawing/2014/main" id="{A0EE681D-FBF8-44CF-BD1F-0DD1382C1D9F}"/>
              </a:ext>
            </a:extLst>
          </p:cNvPr>
          <p:cNvSpPr>
            <a:spLocks noGrp="1"/>
          </p:cNvSpPr>
          <p:nvPr>
            <p:ph idx="1"/>
          </p:nvPr>
        </p:nvSpPr>
        <p:spPr>
          <a:xfrm>
            <a:off x="131179" y="986589"/>
            <a:ext cx="11929641" cy="5590565"/>
          </a:xfrm>
        </p:spPr>
        <p:txBody>
          <a:bodyPr/>
          <a:lstStyle/>
          <a:p>
            <a:r>
              <a:rPr lang="en-US" b="1" dirty="0">
                <a:solidFill>
                  <a:srgbClr val="C00000"/>
                </a:solidFill>
              </a:rPr>
              <a:t>Social Media Marketing </a:t>
            </a:r>
            <a:r>
              <a:rPr lang="en-US" dirty="0"/>
              <a:t>(SMM) is a digital marketing strategy that uses social media platforms to reach and engage with your target audience. </a:t>
            </a:r>
          </a:p>
          <a:p>
            <a:r>
              <a:rPr lang="en-US" dirty="0"/>
              <a:t>By </a:t>
            </a:r>
            <a:r>
              <a:rPr lang="en-US" b="1" dirty="0"/>
              <a:t>creating and sharing</a:t>
            </a:r>
            <a:r>
              <a:rPr lang="en-US" dirty="0"/>
              <a:t> valuable content </a:t>
            </a:r>
            <a:r>
              <a:rPr lang="en-IN" dirty="0"/>
              <a:t>to promote </a:t>
            </a:r>
          </a:p>
          <a:p>
            <a:pPr lvl="1"/>
            <a:r>
              <a:rPr lang="en-IN" dirty="0"/>
              <a:t>Products</a:t>
            </a:r>
          </a:p>
          <a:p>
            <a:pPr lvl="1"/>
            <a:r>
              <a:rPr lang="en-IN" dirty="0"/>
              <a:t>Services</a:t>
            </a:r>
          </a:p>
          <a:p>
            <a:pPr lvl="1"/>
            <a:r>
              <a:rPr lang="en-IN" dirty="0"/>
              <a:t>Brands </a:t>
            </a:r>
          </a:p>
          <a:p>
            <a:r>
              <a:rPr lang="en-IN" b="1" dirty="0"/>
              <a:t>Engage</a:t>
            </a:r>
            <a:r>
              <a:rPr lang="en-IN" dirty="0"/>
              <a:t> with target audiences.</a:t>
            </a:r>
          </a:p>
          <a:p>
            <a:endParaRPr lang="en-US" dirty="0"/>
          </a:p>
        </p:txBody>
      </p:sp>
      <p:pic>
        <p:nvPicPr>
          <p:cNvPr id="4" name="Picture 2" descr="Must Know Facts about Social Media For Businesses - Whiz Solutions">
            <a:extLst>
              <a:ext uri="{FF2B5EF4-FFF2-40B4-BE49-F238E27FC236}">
                <a16:creationId xmlns:a16="http://schemas.microsoft.com/office/drawing/2014/main" id="{188796D2-3C30-4F26-8EB0-93D948E8CE5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 r="352" b="21998"/>
          <a:stretch/>
        </p:blipFill>
        <p:spPr bwMode="auto">
          <a:xfrm>
            <a:off x="3820344" y="3974432"/>
            <a:ext cx="4551309" cy="2442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6245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97AD8-C1B0-4C35-8794-215ADDDD7987}"/>
              </a:ext>
            </a:extLst>
          </p:cNvPr>
          <p:cNvSpPr>
            <a:spLocks noGrp="1"/>
          </p:cNvSpPr>
          <p:nvPr>
            <p:ph type="title"/>
          </p:nvPr>
        </p:nvSpPr>
        <p:spPr/>
        <p:txBody>
          <a:bodyPr>
            <a:normAutofit/>
          </a:bodyPr>
          <a:lstStyle/>
          <a:p>
            <a:r>
              <a:rPr lang="en-US" sz="3200" dirty="0"/>
              <a:t>Key Social Media Platforms</a:t>
            </a:r>
          </a:p>
        </p:txBody>
      </p:sp>
      <p:sp>
        <p:nvSpPr>
          <p:cNvPr id="3" name="Content Placeholder 2">
            <a:extLst>
              <a:ext uri="{FF2B5EF4-FFF2-40B4-BE49-F238E27FC236}">
                <a16:creationId xmlns:a16="http://schemas.microsoft.com/office/drawing/2014/main" id="{94FEF014-9E79-43B6-B2EC-C438D85EB21C}"/>
              </a:ext>
            </a:extLst>
          </p:cNvPr>
          <p:cNvSpPr>
            <a:spLocks noGrp="1"/>
          </p:cNvSpPr>
          <p:nvPr>
            <p:ph idx="1"/>
          </p:nvPr>
        </p:nvSpPr>
        <p:spPr>
          <a:xfrm>
            <a:off x="131181" y="863444"/>
            <a:ext cx="9830966" cy="5590565"/>
          </a:xfrm>
        </p:spPr>
        <p:txBody>
          <a:bodyPr/>
          <a:lstStyle/>
          <a:p>
            <a:r>
              <a:rPr lang="en-US" b="1" dirty="0"/>
              <a:t>Facebook: </a:t>
            </a:r>
          </a:p>
          <a:p>
            <a:pPr lvl="1"/>
            <a:r>
              <a:rPr lang="en-US" dirty="0"/>
              <a:t>The largest social network, offering a variety of features like Pages, Groups, and advertising.</a:t>
            </a:r>
          </a:p>
          <a:p>
            <a:pPr lvl="1"/>
            <a:endParaRPr lang="en-US" dirty="0"/>
          </a:p>
          <a:p>
            <a:r>
              <a:rPr lang="en-US" b="1" dirty="0"/>
              <a:t>Instagram: </a:t>
            </a:r>
          </a:p>
          <a:p>
            <a:pPr lvl="1"/>
            <a:r>
              <a:rPr lang="en-US" dirty="0"/>
              <a:t>Primarily a photo and video sharing platform, popular for its visual content and influencer marketing.</a:t>
            </a:r>
          </a:p>
          <a:p>
            <a:pPr lvl="1"/>
            <a:endParaRPr lang="en-US" dirty="0"/>
          </a:p>
          <a:p>
            <a:r>
              <a:rPr lang="en-US" b="1" dirty="0"/>
              <a:t>X (Formally Twitter): </a:t>
            </a:r>
          </a:p>
          <a:p>
            <a:pPr lvl="1"/>
            <a:r>
              <a:rPr lang="en-US" dirty="0"/>
              <a:t>A microblogging platform where users can share short, 280-character messages known as tweets.</a:t>
            </a:r>
          </a:p>
          <a:p>
            <a:pPr lvl="1"/>
            <a:endParaRPr lang="en-US" dirty="0"/>
          </a:p>
          <a:p>
            <a:r>
              <a:rPr lang="en-US" b="1" dirty="0"/>
              <a:t>LinkedIn: </a:t>
            </a:r>
          </a:p>
          <a:p>
            <a:pPr lvl="1"/>
            <a:r>
              <a:rPr lang="en-US" dirty="0"/>
              <a:t>A professional networking platform, ideal for B2B marketing and industry connections.</a:t>
            </a:r>
          </a:p>
          <a:p>
            <a:endParaRPr lang="en-US" dirty="0"/>
          </a:p>
        </p:txBody>
      </p:sp>
      <p:pic>
        <p:nvPicPr>
          <p:cNvPr id="4" name="Picture 2" descr="Facebook icons for free download | Freepik">
            <a:extLst>
              <a:ext uri="{FF2B5EF4-FFF2-40B4-BE49-F238E27FC236}">
                <a16:creationId xmlns:a16="http://schemas.microsoft.com/office/drawing/2014/main" id="{4E8EBB8D-016E-4D18-8487-EE4D059D25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71425" y="826752"/>
            <a:ext cx="828000" cy="82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86E02A4-54A1-4EEC-B2B0-EF8DAF7884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54302" y="1918141"/>
            <a:ext cx="828000" cy="828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Twitter x new logo x rounded Icon - Social media &amp; Logos Icons">
            <a:extLst>
              <a:ext uri="{FF2B5EF4-FFF2-40B4-BE49-F238E27FC236}">
                <a16:creationId xmlns:a16="http://schemas.microsoft.com/office/drawing/2014/main" id="{DBE53EAD-EECC-4C89-B037-A2F57F7A15F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683" r="17939" b="7490"/>
          <a:stretch/>
        </p:blipFill>
        <p:spPr bwMode="auto">
          <a:xfrm>
            <a:off x="10614346" y="2823095"/>
            <a:ext cx="942157" cy="97382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Linkedin - Free social media icons">
            <a:extLst>
              <a:ext uri="{FF2B5EF4-FFF2-40B4-BE49-F238E27FC236}">
                <a16:creationId xmlns:a16="http://schemas.microsoft.com/office/drawing/2014/main" id="{F8EB8745-D12B-48DE-933E-9E39719669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71425" y="4034722"/>
            <a:ext cx="828000" cy="82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9360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CE3B0-3046-62D0-1B7B-0B5D35D5C3B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04C5207-21ED-ED6C-A7A0-E26326C5E139}"/>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1" y="711200"/>
            <a:ext cx="12192000" cy="6146799"/>
          </a:xfrm>
          <a:prstGeom prst="rect">
            <a:avLst/>
          </a:prstGeom>
        </p:spPr>
      </p:pic>
      <p:sp>
        <p:nvSpPr>
          <p:cNvPr id="3" name="Title 2">
            <a:extLst>
              <a:ext uri="{FF2B5EF4-FFF2-40B4-BE49-F238E27FC236}">
                <a16:creationId xmlns:a16="http://schemas.microsoft.com/office/drawing/2014/main" id="{2BDAAFB5-301A-7690-4B44-EEDCF8CBA9FB}"/>
              </a:ext>
            </a:extLst>
          </p:cNvPr>
          <p:cNvSpPr>
            <a:spLocks noGrp="1"/>
          </p:cNvSpPr>
          <p:nvPr>
            <p:ph type="title"/>
          </p:nvPr>
        </p:nvSpPr>
        <p:spPr/>
        <p:txBody>
          <a:bodyPr/>
          <a:lstStyle/>
          <a:p>
            <a:r>
              <a:rPr lang="en-US" dirty="0"/>
              <a:t>Key Social Media Platforms</a:t>
            </a:r>
          </a:p>
        </p:txBody>
      </p:sp>
      <p:pic>
        <p:nvPicPr>
          <p:cNvPr id="4" name="Picture 2" descr="Facebook icons for free download | Freepik">
            <a:extLst>
              <a:ext uri="{FF2B5EF4-FFF2-40B4-BE49-F238E27FC236}">
                <a16:creationId xmlns:a16="http://schemas.microsoft.com/office/drawing/2014/main" id="{7604C168-CC10-2033-75E7-434C8BB479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71425" y="963912"/>
            <a:ext cx="828000" cy="828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CC0B258-77AA-39BD-7B4F-9662A32246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4302" y="2055301"/>
            <a:ext cx="828000" cy="8280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Twitter x new logo x rounded Icon - Social media &amp; Logos Icons">
            <a:extLst>
              <a:ext uri="{FF2B5EF4-FFF2-40B4-BE49-F238E27FC236}">
                <a16:creationId xmlns:a16="http://schemas.microsoft.com/office/drawing/2014/main" id="{69279B38-B9AE-DB44-A02B-EFAC568ADB8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683" r="17939" b="7490"/>
          <a:stretch/>
        </p:blipFill>
        <p:spPr bwMode="auto">
          <a:xfrm>
            <a:off x="10614346" y="2960255"/>
            <a:ext cx="942157" cy="97382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Linkedin - Free social media icons">
            <a:extLst>
              <a:ext uri="{FF2B5EF4-FFF2-40B4-BE49-F238E27FC236}">
                <a16:creationId xmlns:a16="http://schemas.microsoft.com/office/drawing/2014/main" id="{14046604-969E-D2D8-8F05-98089151DE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71425" y="4114732"/>
            <a:ext cx="828000" cy="8280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0" name="Table 9">
            <a:extLst>
              <a:ext uri="{FF2B5EF4-FFF2-40B4-BE49-F238E27FC236}">
                <a16:creationId xmlns:a16="http://schemas.microsoft.com/office/drawing/2014/main" id="{BF7D6863-1CA2-7D10-DF6D-F417EEB23425}"/>
              </a:ext>
            </a:extLst>
          </p:cNvPr>
          <p:cNvGraphicFramePr>
            <a:graphicFrameLocks noGrp="1"/>
          </p:cNvGraphicFramePr>
          <p:nvPr/>
        </p:nvGraphicFramePr>
        <p:xfrm>
          <a:off x="152012" y="841004"/>
          <a:ext cx="10123557" cy="5646827"/>
        </p:xfrm>
        <a:graphic>
          <a:graphicData uri="http://schemas.openxmlformats.org/drawingml/2006/table">
            <a:tbl>
              <a:tblPr/>
              <a:tblGrid>
                <a:gridCol w="2579758">
                  <a:extLst>
                    <a:ext uri="{9D8B030D-6E8A-4147-A177-3AD203B41FA5}">
                      <a16:colId xmlns:a16="http://schemas.microsoft.com/office/drawing/2014/main" val="385944935"/>
                    </a:ext>
                  </a:extLst>
                </a:gridCol>
                <a:gridCol w="3783330">
                  <a:extLst>
                    <a:ext uri="{9D8B030D-6E8A-4147-A177-3AD203B41FA5}">
                      <a16:colId xmlns:a16="http://schemas.microsoft.com/office/drawing/2014/main" val="824024565"/>
                    </a:ext>
                  </a:extLst>
                </a:gridCol>
                <a:gridCol w="3760469">
                  <a:extLst>
                    <a:ext uri="{9D8B030D-6E8A-4147-A177-3AD203B41FA5}">
                      <a16:colId xmlns:a16="http://schemas.microsoft.com/office/drawing/2014/main" val="713150290"/>
                    </a:ext>
                  </a:extLst>
                </a:gridCol>
              </a:tblGrid>
              <a:tr h="538339">
                <a:tc>
                  <a:txBody>
                    <a:bodyPr/>
                    <a:lstStyle/>
                    <a:p>
                      <a:pPr algn="ctr">
                        <a:buNone/>
                      </a:pPr>
                      <a:r>
                        <a:rPr lang="en-US" sz="2400" b="1" dirty="0">
                          <a:solidFill>
                            <a:schemeClr val="bg1"/>
                          </a:solidFill>
                        </a:rPr>
                        <a:t>Platform</a:t>
                      </a:r>
                      <a:endParaRPr lang="en-US" sz="2400" dirty="0">
                        <a:solidFill>
                          <a:schemeClr val="bg1"/>
                        </a:solidFill>
                      </a:endParaRPr>
                    </a:p>
                  </a:txBody>
                  <a:tcPr marL="76339" marR="76339" marT="38170" marB="38170" anchor="ctr">
                    <a:lnL>
                      <a:noFill/>
                    </a:lnL>
                    <a:lnR>
                      <a:noFill/>
                    </a:lnR>
                    <a:lnT>
                      <a:noFill/>
                    </a:lnT>
                    <a:lnB>
                      <a:noFill/>
                    </a:lnB>
                    <a:solidFill>
                      <a:srgbClr val="C00000"/>
                    </a:solidFill>
                  </a:tcPr>
                </a:tc>
                <a:tc>
                  <a:txBody>
                    <a:bodyPr/>
                    <a:lstStyle/>
                    <a:p>
                      <a:pPr algn="ctr">
                        <a:buNone/>
                      </a:pPr>
                      <a:r>
                        <a:rPr lang="en-US" sz="2400" b="1" dirty="0">
                          <a:solidFill>
                            <a:schemeClr val="bg1"/>
                          </a:solidFill>
                        </a:rPr>
                        <a:t>Main Purpose</a:t>
                      </a:r>
                      <a:endParaRPr lang="en-US" sz="2400" dirty="0">
                        <a:solidFill>
                          <a:schemeClr val="bg1"/>
                        </a:solidFill>
                      </a:endParaRPr>
                    </a:p>
                  </a:txBody>
                  <a:tcPr marL="76339" marR="76339" marT="38170" marB="38170" anchor="ctr">
                    <a:lnL>
                      <a:noFill/>
                    </a:lnL>
                    <a:lnR>
                      <a:noFill/>
                    </a:lnR>
                    <a:lnT>
                      <a:noFill/>
                    </a:lnT>
                    <a:lnB>
                      <a:noFill/>
                    </a:lnB>
                    <a:solidFill>
                      <a:srgbClr val="C00000"/>
                    </a:solidFill>
                  </a:tcPr>
                </a:tc>
                <a:tc>
                  <a:txBody>
                    <a:bodyPr/>
                    <a:lstStyle/>
                    <a:p>
                      <a:pPr algn="ctr">
                        <a:buNone/>
                      </a:pPr>
                      <a:r>
                        <a:rPr lang="en-US" sz="2400" b="1" dirty="0">
                          <a:solidFill>
                            <a:schemeClr val="bg1"/>
                          </a:solidFill>
                        </a:rPr>
                        <a:t>Best For</a:t>
                      </a:r>
                      <a:endParaRPr lang="en-US" sz="2400" dirty="0">
                        <a:solidFill>
                          <a:schemeClr val="bg1"/>
                        </a:solidFill>
                      </a:endParaRPr>
                    </a:p>
                  </a:txBody>
                  <a:tcPr marL="76339" marR="76339" marT="38170" marB="38170" anchor="ctr">
                    <a:lnL>
                      <a:noFill/>
                    </a:lnL>
                    <a:lnR>
                      <a:noFill/>
                    </a:lnR>
                    <a:lnT>
                      <a:noFill/>
                    </a:lnT>
                    <a:lnB>
                      <a:noFill/>
                    </a:lnB>
                    <a:solidFill>
                      <a:srgbClr val="C00000"/>
                    </a:solidFill>
                  </a:tcPr>
                </a:tc>
                <a:extLst>
                  <a:ext uri="{0D108BD9-81ED-4DB2-BD59-A6C34878D82A}">
                    <a16:rowId xmlns:a16="http://schemas.microsoft.com/office/drawing/2014/main" val="4251348344"/>
                  </a:ext>
                </a:extLst>
              </a:tr>
              <a:tr h="983717">
                <a:tc>
                  <a:txBody>
                    <a:bodyPr/>
                    <a:lstStyle/>
                    <a:p>
                      <a:pPr algn="ctr">
                        <a:buNone/>
                      </a:pPr>
                      <a:r>
                        <a:rPr lang="en-US" sz="2400" b="1" dirty="0"/>
                        <a:t>Facebook</a:t>
                      </a:r>
                      <a:endParaRPr lang="en-US" sz="2400" dirty="0"/>
                    </a:p>
                  </a:txBody>
                  <a:tcPr marL="76339" marR="76339" marT="38170" marB="38170" anchor="ctr">
                    <a:lnL>
                      <a:noFill/>
                    </a:lnL>
                    <a:lnR>
                      <a:noFill/>
                    </a:lnR>
                    <a:lnT>
                      <a:noFill/>
                    </a:lnT>
                    <a:lnB>
                      <a:noFill/>
                    </a:lnB>
                    <a:noFill/>
                  </a:tcPr>
                </a:tc>
                <a:tc>
                  <a:txBody>
                    <a:bodyPr/>
                    <a:lstStyle/>
                    <a:p>
                      <a:pPr algn="ctr">
                        <a:buNone/>
                      </a:pPr>
                      <a:r>
                        <a:rPr lang="en-US" sz="2400" dirty="0"/>
                        <a:t>Share Posts, Photos, Videos, And Ads</a:t>
                      </a:r>
                    </a:p>
                  </a:txBody>
                  <a:tcPr marL="76339" marR="76339" marT="38170" marB="38170" anchor="ctr">
                    <a:lnL>
                      <a:noFill/>
                    </a:lnL>
                    <a:lnR>
                      <a:noFill/>
                    </a:lnR>
                    <a:lnT>
                      <a:noFill/>
                    </a:lnT>
                    <a:lnB>
                      <a:noFill/>
                    </a:lnB>
                    <a:noFill/>
                  </a:tcPr>
                </a:tc>
                <a:tc>
                  <a:txBody>
                    <a:bodyPr/>
                    <a:lstStyle/>
                    <a:p>
                      <a:pPr algn="ctr">
                        <a:buNone/>
                      </a:pPr>
                      <a:r>
                        <a:rPr lang="en-US" sz="2400" dirty="0"/>
                        <a:t>Brand Awareness, Community Building, Advertising</a:t>
                      </a:r>
                    </a:p>
                  </a:txBody>
                  <a:tcPr marL="76339" marR="76339" marT="38170" marB="38170" anchor="ctr">
                    <a:lnL>
                      <a:noFill/>
                    </a:lnL>
                    <a:lnR>
                      <a:noFill/>
                    </a:lnR>
                    <a:lnT>
                      <a:noFill/>
                    </a:lnT>
                    <a:lnB>
                      <a:noFill/>
                    </a:lnB>
                    <a:noFill/>
                  </a:tcPr>
                </a:tc>
                <a:extLst>
                  <a:ext uri="{0D108BD9-81ED-4DB2-BD59-A6C34878D82A}">
                    <a16:rowId xmlns:a16="http://schemas.microsoft.com/office/drawing/2014/main" val="148222370"/>
                  </a:ext>
                </a:extLst>
              </a:tr>
              <a:tr h="983717">
                <a:tc>
                  <a:txBody>
                    <a:bodyPr/>
                    <a:lstStyle/>
                    <a:p>
                      <a:pPr algn="ctr">
                        <a:buNone/>
                      </a:pPr>
                      <a:r>
                        <a:rPr lang="en-US" sz="2400" b="1" dirty="0"/>
                        <a:t>Instagram</a:t>
                      </a:r>
                      <a:endParaRPr lang="en-US" sz="2400" dirty="0"/>
                    </a:p>
                  </a:txBody>
                  <a:tcPr marL="76339" marR="76339" marT="38170" marB="38170" anchor="ctr">
                    <a:lnL>
                      <a:noFill/>
                    </a:lnL>
                    <a:lnR>
                      <a:noFill/>
                    </a:lnR>
                    <a:lnT>
                      <a:noFill/>
                    </a:lnT>
                    <a:lnB>
                      <a:noFill/>
                    </a:lnB>
                    <a:solidFill>
                      <a:schemeClr val="bg2">
                        <a:lumMod val="95000"/>
                      </a:schemeClr>
                    </a:solidFill>
                  </a:tcPr>
                </a:tc>
                <a:tc>
                  <a:txBody>
                    <a:bodyPr/>
                    <a:lstStyle/>
                    <a:p>
                      <a:pPr algn="ctr">
                        <a:buNone/>
                      </a:pPr>
                      <a:r>
                        <a:rPr lang="en-US" sz="2400" dirty="0"/>
                        <a:t>Share Images, Reels, and Stories</a:t>
                      </a:r>
                    </a:p>
                  </a:txBody>
                  <a:tcPr marL="76339" marR="76339" marT="38170" marB="38170" anchor="ctr">
                    <a:lnL>
                      <a:noFill/>
                    </a:lnL>
                    <a:lnR>
                      <a:noFill/>
                    </a:lnR>
                    <a:lnT>
                      <a:noFill/>
                    </a:lnT>
                    <a:lnB>
                      <a:noFill/>
                    </a:lnB>
                    <a:solidFill>
                      <a:schemeClr val="bg2">
                        <a:lumMod val="95000"/>
                      </a:schemeClr>
                    </a:solidFill>
                  </a:tcPr>
                </a:tc>
                <a:tc>
                  <a:txBody>
                    <a:bodyPr/>
                    <a:lstStyle/>
                    <a:p>
                      <a:pPr algn="ctr">
                        <a:buNone/>
                      </a:pPr>
                      <a:r>
                        <a:rPr lang="en-US" sz="2400" dirty="0"/>
                        <a:t>Visual Marketing, Influencers, Fashion, Lifestyle</a:t>
                      </a:r>
                    </a:p>
                  </a:txBody>
                  <a:tcPr marL="76339" marR="76339" marT="38170" marB="38170" anchor="ctr">
                    <a:lnL>
                      <a:noFill/>
                    </a:lnL>
                    <a:lnR>
                      <a:noFill/>
                    </a:lnR>
                    <a:lnT>
                      <a:noFill/>
                    </a:lnT>
                    <a:lnB>
                      <a:noFill/>
                    </a:lnB>
                    <a:solidFill>
                      <a:schemeClr val="bg2">
                        <a:lumMod val="95000"/>
                      </a:schemeClr>
                    </a:solidFill>
                  </a:tcPr>
                </a:tc>
                <a:extLst>
                  <a:ext uri="{0D108BD9-81ED-4DB2-BD59-A6C34878D82A}">
                    <a16:rowId xmlns:a16="http://schemas.microsoft.com/office/drawing/2014/main" val="2025244963"/>
                  </a:ext>
                </a:extLst>
              </a:tr>
              <a:tr h="983717">
                <a:tc>
                  <a:txBody>
                    <a:bodyPr/>
                    <a:lstStyle/>
                    <a:p>
                      <a:pPr algn="ctr">
                        <a:buNone/>
                      </a:pPr>
                      <a:r>
                        <a:rPr lang="en-US" sz="2400" b="1" dirty="0"/>
                        <a:t>X</a:t>
                      </a:r>
                    </a:p>
                    <a:p>
                      <a:pPr algn="ctr">
                        <a:buNone/>
                      </a:pPr>
                      <a:r>
                        <a:rPr lang="en-US" sz="2400" b="1" dirty="0"/>
                        <a:t>(formerly Twitter)</a:t>
                      </a:r>
                      <a:endParaRPr lang="en-US" sz="2400" dirty="0"/>
                    </a:p>
                  </a:txBody>
                  <a:tcPr marL="76339" marR="76339" marT="38170" marB="38170" anchor="ctr">
                    <a:lnL>
                      <a:noFill/>
                    </a:lnL>
                    <a:lnR>
                      <a:noFill/>
                    </a:lnR>
                    <a:lnT>
                      <a:noFill/>
                    </a:lnT>
                    <a:lnB>
                      <a:noFill/>
                    </a:lnB>
                    <a:noFill/>
                  </a:tcPr>
                </a:tc>
                <a:tc>
                  <a:txBody>
                    <a:bodyPr/>
                    <a:lstStyle/>
                    <a:p>
                      <a:pPr algn="ctr">
                        <a:buNone/>
                      </a:pPr>
                      <a:r>
                        <a:rPr lang="en-US" sz="2400" dirty="0"/>
                        <a:t>Share Short Updates and News (280-character Messages known as tweets) </a:t>
                      </a:r>
                    </a:p>
                  </a:txBody>
                  <a:tcPr marL="76339" marR="76339" marT="38170" marB="38170" anchor="ctr">
                    <a:lnL>
                      <a:noFill/>
                    </a:lnL>
                    <a:lnR>
                      <a:noFill/>
                    </a:lnR>
                    <a:lnT>
                      <a:noFill/>
                    </a:lnT>
                    <a:lnB>
                      <a:noFill/>
                    </a:lnB>
                    <a:noFill/>
                  </a:tcPr>
                </a:tc>
                <a:tc>
                  <a:txBody>
                    <a:bodyPr/>
                    <a:lstStyle/>
                    <a:p>
                      <a:pPr algn="ctr">
                        <a:buNone/>
                      </a:pPr>
                      <a:r>
                        <a:rPr lang="en-US" sz="2400" dirty="0"/>
                        <a:t>Real-time Communication, Customer Engagement</a:t>
                      </a:r>
                    </a:p>
                  </a:txBody>
                  <a:tcPr marL="76339" marR="76339" marT="38170" marB="38170" anchor="ctr">
                    <a:lnL>
                      <a:noFill/>
                    </a:lnL>
                    <a:lnR>
                      <a:noFill/>
                    </a:lnR>
                    <a:lnT>
                      <a:noFill/>
                    </a:lnT>
                    <a:lnB>
                      <a:noFill/>
                    </a:lnB>
                    <a:noFill/>
                  </a:tcPr>
                </a:tc>
                <a:extLst>
                  <a:ext uri="{0D108BD9-81ED-4DB2-BD59-A6C34878D82A}">
                    <a16:rowId xmlns:a16="http://schemas.microsoft.com/office/drawing/2014/main" val="4074286879"/>
                  </a:ext>
                </a:extLst>
              </a:tr>
              <a:tr h="983717">
                <a:tc>
                  <a:txBody>
                    <a:bodyPr/>
                    <a:lstStyle/>
                    <a:p>
                      <a:pPr algn="ctr">
                        <a:buNone/>
                      </a:pPr>
                      <a:r>
                        <a:rPr lang="en-US" sz="2400" b="1" dirty="0"/>
                        <a:t>LinkedIn</a:t>
                      </a:r>
                      <a:endParaRPr lang="en-US" sz="2400" dirty="0"/>
                    </a:p>
                  </a:txBody>
                  <a:tcPr marL="76339" marR="76339" marT="38170" marB="38170" anchor="ctr">
                    <a:lnL>
                      <a:noFill/>
                    </a:lnL>
                    <a:lnR>
                      <a:noFill/>
                    </a:lnR>
                    <a:lnT>
                      <a:noFill/>
                    </a:lnT>
                    <a:lnB>
                      <a:noFill/>
                    </a:lnB>
                    <a:solidFill>
                      <a:schemeClr val="bg2">
                        <a:lumMod val="95000"/>
                      </a:schemeClr>
                    </a:solidFill>
                  </a:tcPr>
                </a:tc>
                <a:tc>
                  <a:txBody>
                    <a:bodyPr/>
                    <a:lstStyle/>
                    <a:p>
                      <a:pPr algn="ctr">
                        <a:buNone/>
                      </a:pPr>
                      <a:r>
                        <a:rPr lang="en-US" sz="2400" dirty="0"/>
                        <a:t>Professional Networking</a:t>
                      </a:r>
                    </a:p>
                  </a:txBody>
                  <a:tcPr marL="76339" marR="76339" marT="38170" marB="38170" anchor="ctr">
                    <a:lnL>
                      <a:noFill/>
                    </a:lnL>
                    <a:lnR>
                      <a:noFill/>
                    </a:lnR>
                    <a:lnT>
                      <a:noFill/>
                    </a:lnT>
                    <a:lnB>
                      <a:noFill/>
                    </a:lnB>
                    <a:solidFill>
                      <a:schemeClr val="bg2">
                        <a:lumMod val="95000"/>
                      </a:schemeClr>
                    </a:solidFill>
                  </a:tcPr>
                </a:tc>
                <a:tc>
                  <a:txBody>
                    <a:bodyPr/>
                    <a:lstStyle/>
                    <a:p>
                      <a:pPr algn="ctr">
                        <a:buNone/>
                      </a:pPr>
                      <a:r>
                        <a:rPr lang="en-US" sz="2400"/>
                        <a:t>B2B Marketing, Recruitment, Business Branding</a:t>
                      </a:r>
                    </a:p>
                  </a:txBody>
                  <a:tcPr marL="76339" marR="76339" marT="38170" marB="38170" anchor="ctr">
                    <a:lnL>
                      <a:noFill/>
                    </a:lnL>
                    <a:lnR>
                      <a:noFill/>
                    </a:lnR>
                    <a:lnT>
                      <a:noFill/>
                    </a:lnT>
                    <a:lnB>
                      <a:noFill/>
                    </a:lnB>
                    <a:solidFill>
                      <a:schemeClr val="bg2">
                        <a:lumMod val="95000"/>
                      </a:schemeClr>
                    </a:solidFill>
                  </a:tcPr>
                </a:tc>
                <a:extLst>
                  <a:ext uri="{0D108BD9-81ED-4DB2-BD59-A6C34878D82A}">
                    <a16:rowId xmlns:a16="http://schemas.microsoft.com/office/drawing/2014/main" val="4198881766"/>
                  </a:ext>
                </a:extLst>
              </a:tr>
              <a:tr h="983717">
                <a:tc>
                  <a:txBody>
                    <a:bodyPr/>
                    <a:lstStyle/>
                    <a:p>
                      <a:pPr algn="ctr">
                        <a:buNone/>
                      </a:pPr>
                      <a:r>
                        <a:rPr lang="en-US" sz="2400" b="1" dirty="0"/>
                        <a:t>YouTube</a:t>
                      </a:r>
                      <a:endParaRPr lang="en-US" sz="2400" dirty="0"/>
                    </a:p>
                  </a:txBody>
                  <a:tcPr marL="76339" marR="76339" marT="38170" marB="38170" anchor="ctr">
                    <a:lnL>
                      <a:noFill/>
                    </a:lnL>
                    <a:lnR>
                      <a:noFill/>
                    </a:lnR>
                    <a:lnT>
                      <a:noFill/>
                    </a:lnT>
                    <a:lnB>
                      <a:noFill/>
                    </a:lnB>
                    <a:noFill/>
                  </a:tcPr>
                </a:tc>
                <a:tc>
                  <a:txBody>
                    <a:bodyPr/>
                    <a:lstStyle/>
                    <a:p>
                      <a:pPr algn="ctr">
                        <a:buNone/>
                      </a:pPr>
                      <a:r>
                        <a:rPr lang="en-US" sz="2400" dirty="0"/>
                        <a:t>Video Sharing Platform</a:t>
                      </a:r>
                    </a:p>
                  </a:txBody>
                  <a:tcPr marL="76339" marR="76339" marT="38170" marB="38170" anchor="ctr">
                    <a:lnL>
                      <a:noFill/>
                    </a:lnL>
                    <a:lnR>
                      <a:noFill/>
                    </a:lnR>
                    <a:lnT>
                      <a:noFill/>
                    </a:lnT>
                    <a:lnB>
                      <a:noFill/>
                    </a:lnB>
                    <a:noFill/>
                  </a:tcPr>
                </a:tc>
                <a:tc>
                  <a:txBody>
                    <a:bodyPr/>
                    <a:lstStyle/>
                    <a:p>
                      <a:pPr algn="ctr">
                        <a:buNone/>
                      </a:pPr>
                      <a:r>
                        <a:rPr lang="en-US" sz="2400" dirty="0"/>
                        <a:t>Video Marketing, Tutorials, Product Demonstrations</a:t>
                      </a:r>
                    </a:p>
                  </a:txBody>
                  <a:tcPr marL="76339" marR="76339" marT="38170" marB="38170" anchor="ctr">
                    <a:lnL>
                      <a:noFill/>
                    </a:lnL>
                    <a:lnR>
                      <a:noFill/>
                    </a:lnR>
                    <a:lnT>
                      <a:noFill/>
                    </a:lnT>
                    <a:lnB>
                      <a:noFill/>
                    </a:lnB>
                    <a:noFill/>
                  </a:tcPr>
                </a:tc>
                <a:extLst>
                  <a:ext uri="{0D108BD9-81ED-4DB2-BD59-A6C34878D82A}">
                    <a16:rowId xmlns:a16="http://schemas.microsoft.com/office/drawing/2014/main" val="898323373"/>
                  </a:ext>
                </a:extLst>
              </a:tr>
            </a:tbl>
          </a:graphicData>
        </a:graphic>
      </p:graphicFrame>
      <p:pic>
        <p:nvPicPr>
          <p:cNvPr id="11" name="Picture 10" descr="Youtube Logo PNGs for Free Download">
            <a:extLst>
              <a:ext uri="{FF2B5EF4-FFF2-40B4-BE49-F238E27FC236}">
                <a16:creationId xmlns:a16="http://schemas.microsoft.com/office/drawing/2014/main" id="{A5C14974-B813-6632-7124-AAF467097BB3}"/>
              </a:ext>
            </a:extLst>
          </p:cNvPr>
          <p:cNvPicPr>
            <a:picLocks noChangeAspect="1"/>
          </p:cNvPicPr>
          <p:nvPr/>
        </p:nvPicPr>
        <p:blipFill>
          <a:blip r:embed="rId7"/>
          <a:stretch>
            <a:fillRect/>
          </a:stretch>
        </p:blipFill>
        <p:spPr>
          <a:xfrm>
            <a:off x="10275569" y="4558457"/>
            <a:ext cx="1657351" cy="1853771"/>
          </a:xfrm>
          <a:prstGeom prst="rect">
            <a:avLst/>
          </a:prstGeom>
        </p:spPr>
      </p:pic>
    </p:spTree>
    <p:extLst>
      <p:ext uri="{BB962C8B-B14F-4D97-AF65-F5344CB8AC3E}">
        <p14:creationId xmlns:p14="http://schemas.microsoft.com/office/powerpoint/2010/main" val="1955414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par>
                          <p:cTn id="8" fill="hold">
                            <p:stCondLst>
                              <p:cond delay="500"/>
                            </p:stCondLst>
                            <p:childTnLst>
                              <p:par>
                                <p:cTn id="9" presetID="1" presetClass="entr" presetSubtype="0"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par>
                          <p:cTn id="14" fill="hold">
                            <p:stCondLst>
                              <p:cond delay="500"/>
                            </p:stCondLst>
                            <p:childTnLst>
                              <p:par>
                                <p:cTn id="15" presetID="1"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par>
                          <p:cTn id="17" fill="hold">
                            <p:stCondLst>
                              <p:cond delay="500"/>
                            </p:stCondLst>
                            <p:childTnLst>
                              <p:par>
                                <p:cTn id="18" presetID="1"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500"/>
                            </p:stCondLst>
                            <p:childTnLst>
                              <p:par>
                                <p:cTn id="21" presetID="1" presetClass="entr" presetSubtype="0"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AA85A0-E16F-4EC9-AE92-3C10BD2C4371}"/>
              </a:ext>
            </a:extLst>
          </p:cNvPr>
          <p:cNvSpPr>
            <a:spLocks noGrp="1"/>
          </p:cNvSpPr>
          <p:nvPr>
            <p:ph type="title"/>
          </p:nvPr>
        </p:nvSpPr>
        <p:spPr/>
        <p:txBody>
          <a:bodyPr>
            <a:normAutofit/>
          </a:bodyPr>
          <a:lstStyle/>
          <a:p>
            <a:r>
              <a:rPr lang="en-US" sz="3200" dirty="0"/>
              <a:t>Benefits of Social Media Marketing</a:t>
            </a:r>
          </a:p>
        </p:txBody>
      </p:sp>
      <p:graphicFrame>
        <p:nvGraphicFramePr>
          <p:cNvPr id="4" name="Content Placeholder 3">
            <a:extLst>
              <a:ext uri="{FF2B5EF4-FFF2-40B4-BE49-F238E27FC236}">
                <a16:creationId xmlns:a16="http://schemas.microsoft.com/office/drawing/2014/main" id="{6C21AAC0-EFED-4C95-BCCC-E4C1FB62438D}"/>
              </a:ext>
            </a:extLst>
          </p:cNvPr>
          <p:cNvGraphicFramePr>
            <a:graphicFrameLocks noGrp="1"/>
          </p:cNvGraphicFramePr>
          <p:nvPr>
            <p:ph idx="1"/>
          </p:nvPr>
        </p:nvGraphicFramePr>
        <p:xfrm>
          <a:off x="131763" y="86360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121152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AB8F35AE-0482-3140-9574-7E50E9CC91D5}"/>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4">
                                            <p:graphicEl>
                                              <a:dgm id="{40BA5ECF-D7AA-1747-9B44-8CB9F1035596}"/>
                                            </p:graphicEl>
                                          </p:spTgt>
                                        </p:tgtEl>
                                        <p:attrNameLst>
                                          <p:attrName>style.visibility</p:attrName>
                                        </p:attrNameLst>
                                      </p:cBhvr>
                                      <p:to>
                                        <p:strVal val="visible"/>
                                      </p:to>
                                    </p:set>
                                    <p:anim calcmode="lin" valueType="num">
                                      <p:cBhvr additive="base">
                                        <p:cTn id="11" dur="500"/>
                                        <p:tgtEl>
                                          <p:spTgt spid="4">
                                            <p:graphicEl>
                                              <a:dgm id="{40BA5ECF-D7AA-1747-9B44-8CB9F1035596}"/>
                                            </p:graphicEl>
                                          </p:spTgt>
                                        </p:tgtEl>
                                        <p:attrNameLst>
                                          <p:attrName>ppt_x</p:attrName>
                                        </p:attrNameLst>
                                      </p:cBhvr>
                                      <p:tavLst>
                                        <p:tav tm="0">
                                          <p:val>
                                            <p:strVal val="#ppt_x-#ppt_w*1.125000"/>
                                          </p:val>
                                        </p:tav>
                                        <p:tav tm="100000">
                                          <p:val>
                                            <p:strVal val="#ppt_x"/>
                                          </p:val>
                                        </p:tav>
                                      </p:tavLst>
                                    </p:anim>
                                    <p:animEffect transition="in" filter="wipe(right)">
                                      <p:cBhvr>
                                        <p:cTn id="12" dur="500"/>
                                        <p:tgtEl>
                                          <p:spTgt spid="4">
                                            <p:graphicEl>
                                              <a:dgm id="{40BA5ECF-D7AA-1747-9B44-8CB9F103559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0BF1E616-3C10-7D49-ACFC-94AFA41E16C2}"/>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4">
                                            <p:graphicEl>
                                              <a:dgm id="{969A6578-FBEE-9445-BDF8-F946B71A4859}"/>
                                            </p:graphicEl>
                                          </p:spTgt>
                                        </p:tgtEl>
                                        <p:attrNameLst>
                                          <p:attrName>style.visibility</p:attrName>
                                        </p:attrNameLst>
                                      </p:cBhvr>
                                      <p:to>
                                        <p:strVal val="visible"/>
                                      </p:to>
                                    </p:set>
                                    <p:anim calcmode="lin" valueType="num">
                                      <p:cBhvr additive="base">
                                        <p:cTn id="21" dur="500"/>
                                        <p:tgtEl>
                                          <p:spTgt spid="4">
                                            <p:graphicEl>
                                              <a:dgm id="{969A6578-FBEE-9445-BDF8-F946B71A4859}"/>
                                            </p:graphicEl>
                                          </p:spTgt>
                                        </p:tgtEl>
                                        <p:attrNameLst>
                                          <p:attrName>ppt_x</p:attrName>
                                        </p:attrNameLst>
                                      </p:cBhvr>
                                      <p:tavLst>
                                        <p:tav tm="0">
                                          <p:val>
                                            <p:strVal val="#ppt_x-#ppt_w*1.125000"/>
                                          </p:val>
                                        </p:tav>
                                        <p:tav tm="100000">
                                          <p:val>
                                            <p:strVal val="#ppt_x"/>
                                          </p:val>
                                        </p:tav>
                                      </p:tavLst>
                                    </p:anim>
                                    <p:animEffect transition="in" filter="wipe(right)">
                                      <p:cBhvr>
                                        <p:cTn id="22" dur="500"/>
                                        <p:tgtEl>
                                          <p:spTgt spid="4">
                                            <p:graphicEl>
                                              <a:dgm id="{969A6578-FBEE-9445-BDF8-F946B71A4859}"/>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graphicEl>
                                              <a:dgm id="{BB77F516-8C3B-034C-9646-3D72F6150A07}"/>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4">
                                            <p:graphicEl>
                                              <a:dgm id="{22435F35-C378-E14C-9713-90207D956007}"/>
                                            </p:graphicEl>
                                          </p:spTgt>
                                        </p:tgtEl>
                                        <p:attrNameLst>
                                          <p:attrName>style.visibility</p:attrName>
                                        </p:attrNameLst>
                                      </p:cBhvr>
                                      <p:to>
                                        <p:strVal val="visible"/>
                                      </p:to>
                                    </p:set>
                                    <p:anim calcmode="lin" valueType="num">
                                      <p:cBhvr additive="base">
                                        <p:cTn id="31" dur="500"/>
                                        <p:tgtEl>
                                          <p:spTgt spid="4">
                                            <p:graphicEl>
                                              <a:dgm id="{22435F35-C378-E14C-9713-90207D956007}"/>
                                            </p:graphicEl>
                                          </p:spTgt>
                                        </p:tgtEl>
                                        <p:attrNameLst>
                                          <p:attrName>ppt_x</p:attrName>
                                        </p:attrNameLst>
                                      </p:cBhvr>
                                      <p:tavLst>
                                        <p:tav tm="0">
                                          <p:val>
                                            <p:strVal val="#ppt_x-#ppt_w*1.125000"/>
                                          </p:val>
                                        </p:tav>
                                        <p:tav tm="100000">
                                          <p:val>
                                            <p:strVal val="#ppt_x"/>
                                          </p:val>
                                        </p:tav>
                                      </p:tavLst>
                                    </p:anim>
                                    <p:animEffect transition="in" filter="wipe(right)">
                                      <p:cBhvr>
                                        <p:cTn id="32" dur="500"/>
                                        <p:tgtEl>
                                          <p:spTgt spid="4">
                                            <p:graphicEl>
                                              <a:dgm id="{22435F35-C378-E14C-9713-90207D956007}"/>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graphicEl>
                                              <a:dgm id="{00507214-5BA2-3649-AE74-104C9D3750D3}"/>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grpId="0" nodeType="clickEffect">
                                  <p:stCondLst>
                                    <p:cond delay="0"/>
                                  </p:stCondLst>
                                  <p:childTnLst>
                                    <p:set>
                                      <p:cBhvr>
                                        <p:cTn id="40" dur="1" fill="hold">
                                          <p:stCondLst>
                                            <p:cond delay="0"/>
                                          </p:stCondLst>
                                        </p:cTn>
                                        <p:tgtEl>
                                          <p:spTgt spid="4">
                                            <p:graphicEl>
                                              <a:dgm id="{5B370A29-2DE8-D24C-9C41-592962F69D3C}"/>
                                            </p:graphicEl>
                                          </p:spTgt>
                                        </p:tgtEl>
                                        <p:attrNameLst>
                                          <p:attrName>style.visibility</p:attrName>
                                        </p:attrNameLst>
                                      </p:cBhvr>
                                      <p:to>
                                        <p:strVal val="visible"/>
                                      </p:to>
                                    </p:set>
                                    <p:anim calcmode="lin" valueType="num">
                                      <p:cBhvr additive="base">
                                        <p:cTn id="41" dur="500"/>
                                        <p:tgtEl>
                                          <p:spTgt spid="4">
                                            <p:graphicEl>
                                              <a:dgm id="{5B370A29-2DE8-D24C-9C41-592962F69D3C}"/>
                                            </p:graphicEl>
                                          </p:spTgt>
                                        </p:tgtEl>
                                        <p:attrNameLst>
                                          <p:attrName>ppt_x</p:attrName>
                                        </p:attrNameLst>
                                      </p:cBhvr>
                                      <p:tavLst>
                                        <p:tav tm="0">
                                          <p:val>
                                            <p:strVal val="#ppt_x-#ppt_w*1.125000"/>
                                          </p:val>
                                        </p:tav>
                                        <p:tav tm="100000">
                                          <p:val>
                                            <p:strVal val="#ppt_x"/>
                                          </p:val>
                                        </p:tav>
                                      </p:tavLst>
                                    </p:anim>
                                    <p:animEffect transition="in" filter="wipe(right)">
                                      <p:cBhvr>
                                        <p:cTn id="42" dur="500"/>
                                        <p:tgtEl>
                                          <p:spTgt spid="4">
                                            <p:graphicEl>
                                              <a:dgm id="{5B370A29-2DE8-D24C-9C41-592962F69D3C}"/>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graphicEl>
                                              <a:dgm id="{B8816093-AB68-7A4F-A083-DFDF641B723E}"/>
                                            </p:graphic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2" presetClass="entr" presetSubtype="8" fill="hold" grpId="0" nodeType="clickEffect">
                                  <p:stCondLst>
                                    <p:cond delay="0"/>
                                  </p:stCondLst>
                                  <p:childTnLst>
                                    <p:set>
                                      <p:cBhvr>
                                        <p:cTn id="50" dur="1" fill="hold">
                                          <p:stCondLst>
                                            <p:cond delay="0"/>
                                          </p:stCondLst>
                                        </p:cTn>
                                        <p:tgtEl>
                                          <p:spTgt spid="4">
                                            <p:graphicEl>
                                              <a:dgm id="{A9246520-4178-234E-8C71-002840D9ECB1}"/>
                                            </p:graphicEl>
                                          </p:spTgt>
                                        </p:tgtEl>
                                        <p:attrNameLst>
                                          <p:attrName>style.visibility</p:attrName>
                                        </p:attrNameLst>
                                      </p:cBhvr>
                                      <p:to>
                                        <p:strVal val="visible"/>
                                      </p:to>
                                    </p:set>
                                    <p:anim calcmode="lin" valueType="num">
                                      <p:cBhvr additive="base">
                                        <p:cTn id="51" dur="500"/>
                                        <p:tgtEl>
                                          <p:spTgt spid="4">
                                            <p:graphicEl>
                                              <a:dgm id="{A9246520-4178-234E-8C71-002840D9ECB1}"/>
                                            </p:graphicEl>
                                          </p:spTgt>
                                        </p:tgtEl>
                                        <p:attrNameLst>
                                          <p:attrName>ppt_x</p:attrName>
                                        </p:attrNameLst>
                                      </p:cBhvr>
                                      <p:tavLst>
                                        <p:tav tm="0">
                                          <p:val>
                                            <p:strVal val="#ppt_x-#ppt_w*1.125000"/>
                                          </p:val>
                                        </p:tav>
                                        <p:tav tm="100000">
                                          <p:val>
                                            <p:strVal val="#ppt_x"/>
                                          </p:val>
                                        </p:tav>
                                      </p:tavLst>
                                    </p:anim>
                                    <p:animEffect transition="in" filter="wipe(right)">
                                      <p:cBhvr>
                                        <p:cTn id="52" dur="500"/>
                                        <p:tgtEl>
                                          <p:spTgt spid="4">
                                            <p:graphicEl>
                                              <a:dgm id="{A9246520-4178-234E-8C71-002840D9ECB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AA85A0-E16F-4EC9-AE92-3C10BD2C4371}"/>
              </a:ext>
            </a:extLst>
          </p:cNvPr>
          <p:cNvSpPr>
            <a:spLocks noGrp="1"/>
          </p:cNvSpPr>
          <p:nvPr>
            <p:ph type="title"/>
          </p:nvPr>
        </p:nvSpPr>
        <p:spPr/>
        <p:txBody>
          <a:bodyPr>
            <a:normAutofit/>
          </a:bodyPr>
          <a:lstStyle/>
          <a:p>
            <a:r>
              <a:rPr lang="en-US" sz="3200" dirty="0"/>
              <a:t>Limitation of Social Media Marketing</a:t>
            </a:r>
          </a:p>
        </p:txBody>
      </p:sp>
      <p:graphicFrame>
        <p:nvGraphicFramePr>
          <p:cNvPr id="6" name="Content Placeholder 3">
            <a:extLst>
              <a:ext uri="{FF2B5EF4-FFF2-40B4-BE49-F238E27FC236}">
                <a16:creationId xmlns:a16="http://schemas.microsoft.com/office/drawing/2014/main" id="{DC30E33D-FB50-4FFD-BB43-BE48C6BB6349}"/>
              </a:ext>
            </a:extLst>
          </p:cNvPr>
          <p:cNvGraphicFramePr>
            <a:graphicFrameLocks noGrp="1"/>
          </p:cNvGraphicFramePr>
          <p:nvPr>
            <p:ph idx="1"/>
            <p:extLst>
              <p:ext uri="{D42A27DB-BD31-4B8C-83A1-F6EECF244321}">
                <p14:modId xmlns:p14="http://schemas.microsoft.com/office/powerpoint/2010/main" val="3782394635"/>
              </p:ext>
            </p:extLst>
          </p:nvPr>
        </p:nvGraphicFramePr>
        <p:xfrm>
          <a:off x="131763" y="86360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1617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AB8F35AE-0482-3140-9574-7E50E9CC91D5}"/>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6">
                                            <p:graphicEl>
                                              <a:dgm id="{40BA5ECF-D7AA-1747-9B44-8CB9F1035596}"/>
                                            </p:graphicEl>
                                          </p:spTgt>
                                        </p:tgtEl>
                                        <p:attrNameLst>
                                          <p:attrName>style.visibility</p:attrName>
                                        </p:attrNameLst>
                                      </p:cBhvr>
                                      <p:to>
                                        <p:strVal val="visible"/>
                                      </p:to>
                                    </p:set>
                                    <p:anim calcmode="lin" valueType="num">
                                      <p:cBhvr additive="base">
                                        <p:cTn id="11" dur="500"/>
                                        <p:tgtEl>
                                          <p:spTgt spid="6">
                                            <p:graphicEl>
                                              <a:dgm id="{40BA5ECF-D7AA-1747-9B44-8CB9F1035596}"/>
                                            </p:graphicEl>
                                          </p:spTgt>
                                        </p:tgtEl>
                                        <p:attrNameLst>
                                          <p:attrName>ppt_x</p:attrName>
                                        </p:attrNameLst>
                                      </p:cBhvr>
                                      <p:tavLst>
                                        <p:tav tm="0">
                                          <p:val>
                                            <p:strVal val="#ppt_x-#ppt_w*1.125000"/>
                                          </p:val>
                                        </p:tav>
                                        <p:tav tm="100000">
                                          <p:val>
                                            <p:strVal val="#ppt_x"/>
                                          </p:val>
                                        </p:tav>
                                      </p:tavLst>
                                    </p:anim>
                                    <p:animEffect transition="in" filter="wipe(right)">
                                      <p:cBhvr>
                                        <p:cTn id="12" dur="500"/>
                                        <p:tgtEl>
                                          <p:spTgt spid="6">
                                            <p:graphicEl>
                                              <a:dgm id="{40BA5ECF-D7AA-1747-9B44-8CB9F103559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graphicEl>
                                              <a:dgm id="{0BF1E616-3C10-7D49-ACFC-94AFA41E16C2}"/>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6">
                                            <p:graphicEl>
                                              <a:dgm id="{969A6578-FBEE-9445-BDF8-F946B71A4859}"/>
                                            </p:graphicEl>
                                          </p:spTgt>
                                        </p:tgtEl>
                                        <p:attrNameLst>
                                          <p:attrName>style.visibility</p:attrName>
                                        </p:attrNameLst>
                                      </p:cBhvr>
                                      <p:to>
                                        <p:strVal val="visible"/>
                                      </p:to>
                                    </p:set>
                                    <p:anim calcmode="lin" valueType="num">
                                      <p:cBhvr additive="base">
                                        <p:cTn id="21" dur="500"/>
                                        <p:tgtEl>
                                          <p:spTgt spid="6">
                                            <p:graphicEl>
                                              <a:dgm id="{969A6578-FBEE-9445-BDF8-F946B71A4859}"/>
                                            </p:graphicEl>
                                          </p:spTgt>
                                        </p:tgtEl>
                                        <p:attrNameLst>
                                          <p:attrName>ppt_x</p:attrName>
                                        </p:attrNameLst>
                                      </p:cBhvr>
                                      <p:tavLst>
                                        <p:tav tm="0">
                                          <p:val>
                                            <p:strVal val="#ppt_x-#ppt_w*1.125000"/>
                                          </p:val>
                                        </p:tav>
                                        <p:tav tm="100000">
                                          <p:val>
                                            <p:strVal val="#ppt_x"/>
                                          </p:val>
                                        </p:tav>
                                      </p:tavLst>
                                    </p:anim>
                                    <p:animEffect transition="in" filter="wipe(right)">
                                      <p:cBhvr>
                                        <p:cTn id="22" dur="500"/>
                                        <p:tgtEl>
                                          <p:spTgt spid="6">
                                            <p:graphicEl>
                                              <a:dgm id="{969A6578-FBEE-9445-BDF8-F946B71A4859}"/>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BB77F516-8C3B-034C-9646-3D72F6150A07}"/>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6">
                                            <p:graphicEl>
                                              <a:dgm id="{22435F35-C378-E14C-9713-90207D956007}"/>
                                            </p:graphicEl>
                                          </p:spTgt>
                                        </p:tgtEl>
                                        <p:attrNameLst>
                                          <p:attrName>style.visibility</p:attrName>
                                        </p:attrNameLst>
                                      </p:cBhvr>
                                      <p:to>
                                        <p:strVal val="visible"/>
                                      </p:to>
                                    </p:set>
                                    <p:anim calcmode="lin" valueType="num">
                                      <p:cBhvr additive="base">
                                        <p:cTn id="31" dur="500"/>
                                        <p:tgtEl>
                                          <p:spTgt spid="6">
                                            <p:graphicEl>
                                              <a:dgm id="{22435F35-C378-E14C-9713-90207D956007}"/>
                                            </p:graphicEl>
                                          </p:spTgt>
                                        </p:tgtEl>
                                        <p:attrNameLst>
                                          <p:attrName>ppt_x</p:attrName>
                                        </p:attrNameLst>
                                      </p:cBhvr>
                                      <p:tavLst>
                                        <p:tav tm="0">
                                          <p:val>
                                            <p:strVal val="#ppt_x-#ppt_w*1.125000"/>
                                          </p:val>
                                        </p:tav>
                                        <p:tav tm="100000">
                                          <p:val>
                                            <p:strVal val="#ppt_x"/>
                                          </p:val>
                                        </p:tav>
                                      </p:tavLst>
                                    </p:anim>
                                    <p:animEffect transition="in" filter="wipe(right)">
                                      <p:cBhvr>
                                        <p:cTn id="32" dur="500"/>
                                        <p:tgtEl>
                                          <p:spTgt spid="6">
                                            <p:graphicEl>
                                              <a:dgm id="{22435F35-C378-E14C-9713-90207D956007}"/>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graphicEl>
                                              <a:dgm id="{00507214-5BA2-3649-AE74-104C9D3750D3}"/>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grpId="0" nodeType="clickEffect">
                                  <p:stCondLst>
                                    <p:cond delay="0"/>
                                  </p:stCondLst>
                                  <p:childTnLst>
                                    <p:set>
                                      <p:cBhvr>
                                        <p:cTn id="40" dur="1" fill="hold">
                                          <p:stCondLst>
                                            <p:cond delay="0"/>
                                          </p:stCondLst>
                                        </p:cTn>
                                        <p:tgtEl>
                                          <p:spTgt spid="6">
                                            <p:graphicEl>
                                              <a:dgm id="{5B370A29-2DE8-D24C-9C41-592962F69D3C}"/>
                                            </p:graphicEl>
                                          </p:spTgt>
                                        </p:tgtEl>
                                        <p:attrNameLst>
                                          <p:attrName>style.visibility</p:attrName>
                                        </p:attrNameLst>
                                      </p:cBhvr>
                                      <p:to>
                                        <p:strVal val="visible"/>
                                      </p:to>
                                    </p:set>
                                    <p:anim calcmode="lin" valueType="num">
                                      <p:cBhvr additive="base">
                                        <p:cTn id="41" dur="500"/>
                                        <p:tgtEl>
                                          <p:spTgt spid="6">
                                            <p:graphicEl>
                                              <a:dgm id="{5B370A29-2DE8-D24C-9C41-592962F69D3C}"/>
                                            </p:graphicEl>
                                          </p:spTgt>
                                        </p:tgtEl>
                                        <p:attrNameLst>
                                          <p:attrName>ppt_x</p:attrName>
                                        </p:attrNameLst>
                                      </p:cBhvr>
                                      <p:tavLst>
                                        <p:tav tm="0">
                                          <p:val>
                                            <p:strVal val="#ppt_x-#ppt_w*1.125000"/>
                                          </p:val>
                                        </p:tav>
                                        <p:tav tm="100000">
                                          <p:val>
                                            <p:strVal val="#ppt_x"/>
                                          </p:val>
                                        </p:tav>
                                      </p:tavLst>
                                    </p:anim>
                                    <p:animEffect transition="in" filter="wipe(right)">
                                      <p:cBhvr>
                                        <p:cTn id="42" dur="500"/>
                                        <p:tgtEl>
                                          <p:spTgt spid="6">
                                            <p:graphicEl>
                                              <a:dgm id="{5B370A29-2DE8-D24C-9C41-592962F69D3C}"/>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graphicEl>
                                              <a:dgm id="{B8816093-AB68-7A4F-A083-DFDF641B723E}"/>
                                            </p:graphic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2" presetClass="entr" presetSubtype="8" fill="hold" grpId="0" nodeType="clickEffect">
                                  <p:stCondLst>
                                    <p:cond delay="0"/>
                                  </p:stCondLst>
                                  <p:childTnLst>
                                    <p:set>
                                      <p:cBhvr>
                                        <p:cTn id="50" dur="1" fill="hold">
                                          <p:stCondLst>
                                            <p:cond delay="0"/>
                                          </p:stCondLst>
                                        </p:cTn>
                                        <p:tgtEl>
                                          <p:spTgt spid="6">
                                            <p:graphicEl>
                                              <a:dgm id="{A9246520-4178-234E-8C71-002840D9ECB1}"/>
                                            </p:graphicEl>
                                          </p:spTgt>
                                        </p:tgtEl>
                                        <p:attrNameLst>
                                          <p:attrName>style.visibility</p:attrName>
                                        </p:attrNameLst>
                                      </p:cBhvr>
                                      <p:to>
                                        <p:strVal val="visible"/>
                                      </p:to>
                                    </p:set>
                                    <p:anim calcmode="lin" valueType="num">
                                      <p:cBhvr additive="base">
                                        <p:cTn id="51" dur="500"/>
                                        <p:tgtEl>
                                          <p:spTgt spid="6">
                                            <p:graphicEl>
                                              <a:dgm id="{A9246520-4178-234E-8C71-002840D9ECB1}"/>
                                            </p:graphicEl>
                                          </p:spTgt>
                                        </p:tgtEl>
                                        <p:attrNameLst>
                                          <p:attrName>ppt_x</p:attrName>
                                        </p:attrNameLst>
                                      </p:cBhvr>
                                      <p:tavLst>
                                        <p:tav tm="0">
                                          <p:val>
                                            <p:strVal val="#ppt_x-#ppt_w*1.125000"/>
                                          </p:val>
                                        </p:tav>
                                        <p:tav tm="100000">
                                          <p:val>
                                            <p:strVal val="#ppt_x"/>
                                          </p:val>
                                        </p:tav>
                                      </p:tavLst>
                                    </p:anim>
                                    <p:animEffect transition="in" filter="wipe(right)">
                                      <p:cBhvr>
                                        <p:cTn id="52" dur="500"/>
                                        <p:tgtEl>
                                          <p:spTgt spid="6">
                                            <p:graphicEl>
                                              <a:dgm id="{A9246520-4178-234E-8C71-002840D9ECB1}"/>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53639-41D9-485C-AA41-D8F59A5AF83D}"/>
              </a:ext>
            </a:extLst>
          </p:cNvPr>
          <p:cNvSpPr>
            <a:spLocks noGrp="1"/>
          </p:cNvSpPr>
          <p:nvPr>
            <p:ph type="title"/>
          </p:nvPr>
        </p:nvSpPr>
        <p:spPr/>
        <p:txBody>
          <a:bodyPr/>
          <a:lstStyle/>
          <a:p>
            <a:r>
              <a:rPr lang="en-US" dirty="0"/>
              <a:t>Types of Social Media Marketing</a:t>
            </a:r>
          </a:p>
        </p:txBody>
      </p:sp>
      <p:sp>
        <p:nvSpPr>
          <p:cNvPr id="3" name="Text Placeholder 2">
            <a:extLst>
              <a:ext uri="{FF2B5EF4-FFF2-40B4-BE49-F238E27FC236}">
                <a16:creationId xmlns:a16="http://schemas.microsoft.com/office/drawing/2014/main" id="{143E58BC-9252-4F32-BFFE-A614F054B31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07205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78A27-63F2-41BF-898E-016F4256CCC3}"/>
              </a:ext>
            </a:extLst>
          </p:cNvPr>
          <p:cNvSpPr>
            <a:spLocks noGrp="1"/>
          </p:cNvSpPr>
          <p:nvPr>
            <p:ph type="title"/>
          </p:nvPr>
        </p:nvSpPr>
        <p:spPr/>
        <p:txBody>
          <a:bodyPr>
            <a:normAutofit/>
          </a:bodyPr>
          <a:lstStyle/>
          <a:p>
            <a:r>
              <a:rPr lang="en-US" sz="3200" dirty="0"/>
              <a:t>Types of Social Media Marketing</a:t>
            </a:r>
          </a:p>
        </p:txBody>
      </p:sp>
      <p:sp>
        <p:nvSpPr>
          <p:cNvPr id="3" name="Content Placeholder 2">
            <a:extLst>
              <a:ext uri="{FF2B5EF4-FFF2-40B4-BE49-F238E27FC236}">
                <a16:creationId xmlns:a16="http://schemas.microsoft.com/office/drawing/2014/main" id="{FF052E14-C96E-4CC1-9BF0-0019029F3B25}"/>
              </a:ext>
            </a:extLst>
          </p:cNvPr>
          <p:cNvSpPr>
            <a:spLocks noGrp="1"/>
          </p:cNvSpPr>
          <p:nvPr>
            <p:ph idx="1"/>
          </p:nvPr>
        </p:nvSpPr>
        <p:spPr>
          <a:xfrm>
            <a:off x="131181" y="863444"/>
            <a:ext cx="5676062" cy="5590565"/>
          </a:xfrm>
        </p:spPr>
        <p:txBody>
          <a:bodyPr/>
          <a:lstStyle/>
          <a:p>
            <a:pPr marL="457200" indent="-457200">
              <a:buClr>
                <a:schemeClr val="tx1"/>
              </a:buClr>
              <a:buFont typeface="+mj-lt"/>
              <a:buAutoNum type="arabicPeriod"/>
            </a:pPr>
            <a:r>
              <a:rPr lang="en-US" dirty="0"/>
              <a:t>Content Marketing</a:t>
            </a:r>
          </a:p>
          <a:p>
            <a:pPr marL="457200" indent="-457200">
              <a:buClr>
                <a:schemeClr val="tx1"/>
              </a:buClr>
              <a:buFont typeface="+mj-lt"/>
              <a:buAutoNum type="arabicPeriod"/>
            </a:pPr>
            <a:r>
              <a:rPr lang="en-US" dirty="0"/>
              <a:t>Paid Advertising</a:t>
            </a:r>
          </a:p>
          <a:p>
            <a:pPr marL="457200" indent="-457200">
              <a:buClr>
                <a:schemeClr val="tx1"/>
              </a:buClr>
              <a:buFont typeface="+mj-lt"/>
              <a:buAutoNum type="arabicPeriod"/>
            </a:pPr>
            <a:r>
              <a:rPr lang="en-US" dirty="0"/>
              <a:t>Influencer Marketing</a:t>
            </a:r>
          </a:p>
          <a:p>
            <a:pPr marL="457200" indent="-457200">
              <a:buClr>
                <a:schemeClr val="tx1"/>
              </a:buClr>
              <a:buFont typeface="+mj-lt"/>
              <a:buAutoNum type="arabicPeriod"/>
            </a:pPr>
            <a:r>
              <a:rPr lang="en-US" dirty="0"/>
              <a:t>Social Media Optimization (SMO)</a:t>
            </a:r>
          </a:p>
          <a:p>
            <a:pPr marL="457200" indent="-457200">
              <a:buClr>
                <a:schemeClr val="tx1"/>
              </a:buClr>
              <a:buFont typeface="+mj-lt"/>
              <a:buAutoNum type="arabicPeriod"/>
            </a:pPr>
            <a:r>
              <a:rPr lang="en-US" dirty="0"/>
              <a:t>Social Media Stories</a:t>
            </a:r>
          </a:p>
          <a:p>
            <a:pPr marL="457200" indent="-457200">
              <a:buClr>
                <a:schemeClr val="tx1"/>
              </a:buClr>
              <a:buFont typeface="+mj-lt"/>
              <a:buAutoNum type="arabicPeriod"/>
            </a:pPr>
            <a:r>
              <a:rPr lang="en-US" dirty="0"/>
              <a:t>Social Media Polls and Surveys</a:t>
            </a:r>
          </a:p>
          <a:p>
            <a:pPr marL="457200" indent="-457200">
              <a:buClr>
                <a:schemeClr val="tx1"/>
              </a:buClr>
              <a:buFont typeface="+mj-lt"/>
              <a:buAutoNum type="arabicPeriod"/>
            </a:pPr>
            <a:r>
              <a:rPr lang="en-US" dirty="0"/>
              <a:t>Social Media Groups and Communities</a:t>
            </a:r>
          </a:p>
          <a:p>
            <a:pPr marL="457200" indent="-457200">
              <a:buClr>
                <a:schemeClr val="tx1"/>
              </a:buClr>
              <a:buFont typeface="+mj-lt"/>
              <a:buAutoNum type="arabicPeriod"/>
            </a:pPr>
            <a:r>
              <a:rPr lang="en-US" dirty="0"/>
              <a:t>Live Streaming</a:t>
            </a:r>
          </a:p>
          <a:p>
            <a:pPr marL="457200" indent="-457200">
              <a:buClr>
                <a:schemeClr val="tx1"/>
              </a:buClr>
              <a:buFont typeface="+mj-lt"/>
              <a:buAutoNum type="arabicPeriod"/>
            </a:pPr>
            <a:r>
              <a:rPr lang="en-US" dirty="0"/>
              <a:t>Social Media Analytics and Reporting</a:t>
            </a:r>
          </a:p>
          <a:p>
            <a:endParaRPr lang="en-US" dirty="0"/>
          </a:p>
        </p:txBody>
      </p:sp>
      <p:pic>
        <p:nvPicPr>
          <p:cNvPr id="7" name="Picture 6">
            <a:extLst>
              <a:ext uri="{FF2B5EF4-FFF2-40B4-BE49-F238E27FC236}">
                <a16:creationId xmlns:a16="http://schemas.microsoft.com/office/drawing/2014/main" id="{8E41DE2E-AD0F-4F78-B2DC-CB207B6F5E92}"/>
              </a:ext>
            </a:extLst>
          </p:cNvPr>
          <p:cNvPicPr>
            <a:picLocks noChangeAspect="1"/>
          </p:cNvPicPr>
          <p:nvPr/>
        </p:nvPicPr>
        <p:blipFill rotWithShape="1">
          <a:blip r:embed="rId2">
            <a:extLst>
              <a:ext uri="{28A0092B-C50C-407E-A947-70E740481C1C}">
                <a14:useLocalDpi xmlns:a14="http://schemas.microsoft.com/office/drawing/2010/main" val="0"/>
              </a:ext>
            </a:extLst>
          </a:blip>
          <a:srcRect l="16160" r="13042"/>
          <a:stretch/>
        </p:blipFill>
        <p:spPr>
          <a:xfrm>
            <a:off x="5859243" y="738932"/>
            <a:ext cx="6201576" cy="5839588"/>
          </a:xfrm>
          <a:prstGeom prst="rect">
            <a:avLst/>
          </a:prstGeom>
        </p:spPr>
      </p:pic>
    </p:spTree>
    <p:extLst>
      <p:ext uri="{BB962C8B-B14F-4D97-AF65-F5344CB8AC3E}">
        <p14:creationId xmlns:p14="http://schemas.microsoft.com/office/powerpoint/2010/main" val="3422224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87268-BBA3-4929-A26E-6D131956C36B}"/>
              </a:ext>
            </a:extLst>
          </p:cNvPr>
          <p:cNvSpPr>
            <a:spLocks noGrp="1"/>
          </p:cNvSpPr>
          <p:nvPr>
            <p:ph type="title"/>
          </p:nvPr>
        </p:nvSpPr>
        <p:spPr/>
        <p:txBody>
          <a:bodyPr>
            <a:normAutofit/>
          </a:bodyPr>
          <a:lstStyle/>
          <a:p>
            <a:r>
              <a:rPr lang="en-US" sz="3200" dirty="0"/>
              <a:t>Types of Social Media Marketing: Content Marketing</a:t>
            </a:r>
          </a:p>
        </p:txBody>
      </p:sp>
      <p:sp>
        <p:nvSpPr>
          <p:cNvPr id="3" name="Content Placeholder 2">
            <a:extLst>
              <a:ext uri="{FF2B5EF4-FFF2-40B4-BE49-F238E27FC236}">
                <a16:creationId xmlns:a16="http://schemas.microsoft.com/office/drawing/2014/main" id="{85DDC08D-2F1A-4A81-8FF0-DED001E7756D}"/>
              </a:ext>
            </a:extLst>
          </p:cNvPr>
          <p:cNvSpPr>
            <a:spLocks noGrp="1"/>
          </p:cNvSpPr>
          <p:nvPr>
            <p:ph idx="1"/>
          </p:nvPr>
        </p:nvSpPr>
        <p:spPr/>
        <p:txBody>
          <a:bodyPr/>
          <a:lstStyle/>
          <a:p>
            <a:r>
              <a:rPr lang="en-US" b="1" dirty="0"/>
              <a:t>Creating and sharing valuable content </a:t>
            </a:r>
            <a:r>
              <a:rPr lang="en-US" dirty="0"/>
              <a:t>that resonates with your target audience.</a:t>
            </a:r>
          </a:p>
          <a:p>
            <a:r>
              <a:rPr lang="en-US" b="1" dirty="0"/>
              <a:t>Examples: </a:t>
            </a:r>
            <a:r>
              <a:rPr lang="en-US" dirty="0"/>
              <a:t>blog posts, articles, infographics, videos, podcasts.</a:t>
            </a:r>
          </a:p>
          <a:p>
            <a:endParaRPr lang="en-US" dirty="0"/>
          </a:p>
        </p:txBody>
      </p:sp>
      <p:grpSp>
        <p:nvGrpSpPr>
          <p:cNvPr id="11" name="Group 10">
            <a:extLst>
              <a:ext uri="{FF2B5EF4-FFF2-40B4-BE49-F238E27FC236}">
                <a16:creationId xmlns:a16="http://schemas.microsoft.com/office/drawing/2014/main" id="{E0D30E0D-A458-454C-879C-8C53135D9B77}"/>
              </a:ext>
            </a:extLst>
          </p:cNvPr>
          <p:cNvGrpSpPr/>
          <p:nvPr/>
        </p:nvGrpSpPr>
        <p:grpSpPr>
          <a:xfrm>
            <a:off x="114300" y="1992893"/>
            <a:ext cx="6096000" cy="4579069"/>
            <a:chOff x="6096000" y="1956485"/>
            <a:chExt cx="5912154" cy="4579069"/>
          </a:xfrm>
        </p:grpSpPr>
        <p:pic>
          <p:nvPicPr>
            <p:cNvPr id="12" name="Picture 11">
              <a:extLst>
                <a:ext uri="{FF2B5EF4-FFF2-40B4-BE49-F238E27FC236}">
                  <a16:creationId xmlns:a16="http://schemas.microsoft.com/office/drawing/2014/main" id="{0E16D24B-F169-4EAD-BB73-60AC5A4ABC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956485"/>
              <a:ext cx="5912154" cy="2067031"/>
            </a:xfrm>
            <a:prstGeom prst="rect">
              <a:avLst/>
            </a:prstGeom>
          </p:spPr>
        </p:pic>
        <p:pic>
          <p:nvPicPr>
            <p:cNvPr id="13" name="Picture 12">
              <a:extLst>
                <a:ext uri="{FF2B5EF4-FFF2-40B4-BE49-F238E27FC236}">
                  <a16:creationId xmlns:a16="http://schemas.microsoft.com/office/drawing/2014/main" id="{8BE27C32-AF79-441C-AE1D-A09FFEF40B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4138864"/>
              <a:ext cx="5912154" cy="2396690"/>
            </a:xfrm>
            <a:prstGeom prst="rect">
              <a:avLst/>
            </a:prstGeom>
          </p:spPr>
        </p:pic>
      </p:grpSp>
      <p:pic>
        <p:nvPicPr>
          <p:cNvPr id="14" name="Picture 13">
            <a:extLst>
              <a:ext uri="{FF2B5EF4-FFF2-40B4-BE49-F238E27FC236}">
                <a16:creationId xmlns:a16="http://schemas.microsoft.com/office/drawing/2014/main" id="{DD93ACA2-DE55-451D-83C9-526E8D5579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61520" y="1992893"/>
            <a:ext cx="5065660" cy="3949125"/>
          </a:xfrm>
          <a:prstGeom prst="rect">
            <a:avLst/>
          </a:prstGeom>
        </p:spPr>
      </p:pic>
    </p:spTree>
    <p:extLst>
      <p:ext uri="{BB962C8B-B14F-4D97-AF65-F5344CB8AC3E}">
        <p14:creationId xmlns:p14="http://schemas.microsoft.com/office/powerpoint/2010/main" val="138389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70844-1174-4234-A292-B919B91FB0DA}"/>
              </a:ext>
            </a:extLst>
          </p:cNvPr>
          <p:cNvSpPr>
            <a:spLocks noGrp="1"/>
          </p:cNvSpPr>
          <p:nvPr>
            <p:ph type="title"/>
          </p:nvPr>
        </p:nvSpPr>
        <p:spPr/>
        <p:txBody>
          <a:bodyPr>
            <a:normAutofit/>
          </a:bodyPr>
          <a:lstStyle/>
          <a:p>
            <a:r>
              <a:rPr lang="en-US" sz="3200" dirty="0"/>
              <a:t>Types of Social Media Marketing: Paid Advertising</a:t>
            </a:r>
          </a:p>
        </p:txBody>
      </p:sp>
      <p:sp>
        <p:nvSpPr>
          <p:cNvPr id="3" name="Content Placeholder 2">
            <a:extLst>
              <a:ext uri="{FF2B5EF4-FFF2-40B4-BE49-F238E27FC236}">
                <a16:creationId xmlns:a16="http://schemas.microsoft.com/office/drawing/2014/main" id="{56CBED35-8D6B-4978-AFE6-A27D7857DD9F}"/>
              </a:ext>
            </a:extLst>
          </p:cNvPr>
          <p:cNvSpPr>
            <a:spLocks noGrp="1"/>
          </p:cNvSpPr>
          <p:nvPr>
            <p:ph idx="1"/>
          </p:nvPr>
        </p:nvSpPr>
        <p:spPr/>
        <p:txBody>
          <a:bodyPr/>
          <a:lstStyle/>
          <a:p>
            <a:r>
              <a:rPr lang="en-US" dirty="0"/>
              <a:t>Using </a:t>
            </a:r>
            <a:r>
              <a:rPr lang="en-US" b="1" dirty="0"/>
              <a:t>paid platforms </a:t>
            </a:r>
            <a:r>
              <a:rPr lang="en-US" dirty="0"/>
              <a:t>to reach a wider audience and target specific demographics.</a:t>
            </a:r>
          </a:p>
          <a:p>
            <a:r>
              <a:rPr lang="en-US" b="1" dirty="0"/>
              <a:t>Examples: </a:t>
            </a:r>
            <a:r>
              <a:rPr lang="en-US" dirty="0"/>
              <a:t>Facebook Ads, Instagram Ads, Twitter Ads, LinkedIn Ads.</a:t>
            </a:r>
          </a:p>
          <a:p>
            <a:endParaRPr lang="en-US" dirty="0"/>
          </a:p>
        </p:txBody>
      </p:sp>
      <p:pic>
        <p:nvPicPr>
          <p:cNvPr id="8" name="Picture 2" descr="Facebook icons for free download | Freepik">
            <a:hlinkClick r:id="rId2"/>
            <a:extLst>
              <a:ext uri="{FF2B5EF4-FFF2-40B4-BE49-F238E27FC236}">
                <a16:creationId xmlns:a16="http://schemas.microsoft.com/office/drawing/2014/main" id="{1774C770-805E-4586-A159-2180DBBFD0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4508" y="2709000"/>
            <a:ext cx="144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hlinkClick r:id="rId4"/>
            <a:extLst>
              <a:ext uri="{FF2B5EF4-FFF2-40B4-BE49-F238E27FC236}">
                <a16:creationId xmlns:a16="http://schemas.microsoft.com/office/drawing/2014/main" id="{F25C96BF-B906-4C92-B5E7-B60006E97B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7809" y="4602584"/>
            <a:ext cx="144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Twitter x new logo x rounded Icon - Social media &amp; Logos Icons">
            <a:hlinkClick r:id="rId6"/>
            <a:extLst>
              <a:ext uri="{FF2B5EF4-FFF2-40B4-BE49-F238E27FC236}">
                <a16:creationId xmlns:a16="http://schemas.microsoft.com/office/drawing/2014/main" id="{6E7935CB-7D27-464A-BF69-1B364825B2C9}"/>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6683" r="17939" b="7490"/>
          <a:stretch/>
        </p:blipFill>
        <p:spPr bwMode="auto">
          <a:xfrm>
            <a:off x="4430456" y="2591140"/>
            <a:ext cx="1393178"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Linkedin - Free social media icons">
            <a:hlinkClick r:id="rId8"/>
            <a:extLst>
              <a:ext uri="{FF2B5EF4-FFF2-40B4-BE49-F238E27FC236}">
                <a16:creationId xmlns:a16="http://schemas.microsoft.com/office/drawing/2014/main" id="{867D3E37-29EF-457F-B406-4F77A04CA98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07045" y="4602584"/>
            <a:ext cx="144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03E65D2C-06F0-4823-9DBD-B9EC744BD53D}"/>
              </a:ext>
            </a:extLst>
          </p:cNvPr>
          <p:cNvPicPr>
            <a:picLocks noChangeAspect="1"/>
          </p:cNvPicPr>
          <p:nvPr/>
        </p:nvPicPr>
        <p:blipFill>
          <a:blip r:embed="rId10">
            <a:extLst>
              <a:ext uri="{28A0092B-C50C-407E-A947-70E740481C1C}">
                <a14:useLocalDpi xmlns:a14="http://schemas.microsoft.com/office/drawing/2010/main" val="0"/>
              </a:ext>
            </a:extLst>
          </a:blip>
          <a:srcRect t="8266"/>
          <a:stretch>
            <a:fillRect/>
          </a:stretch>
        </p:blipFill>
        <p:spPr>
          <a:xfrm>
            <a:off x="7098030" y="2417019"/>
            <a:ext cx="2720842" cy="4036990"/>
          </a:xfrm>
          <a:prstGeom prst="rect">
            <a:avLst/>
          </a:prstGeom>
        </p:spPr>
      </p:pic>
    </p:spTree>
    <p:extLst>
      <p:ext uri="{BB962C8B-B14F-4D97-AF65-F5344CB8AC3E}">
        <p14:creationId xmlns:p14="http://schemas.microsoft.com/office/powerpoint/2010/main" val="2830288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625FB-8DF9-4404-A3A1-2331420CC29C}"/>
              </a:ext>
            </a:extLst>
          </p:cNvPr>
          <p:cNvSpPr>
            <a:spLocks noGrp="1"/>
          </p:cNvSpPr>
          <p:nvPr>
            <p:ph type="title"/>
          </p:nvPr>
        </p:nvSpPr>
        <p:spPr/>
        <p:txBody>
          <a:bodyPr>
            <a:normAutofit/>
          </a:bodyPr>
          <a:lstStyle/>
          <a:p>
            <a:r>
              <a:rPr lang="en-US" sz="3200" dirty="0"/>
              <a:t>Types of Social Media Marketing: Influencer Marketing</a:t>
            </a:r>
          </a:p>
        </p:txBody>
      </p:sp>
      <p:sp>
        <p:nvSpPr>
          <p:cNvPr id="3" name="Content Placeholder 2">
            <a:extLst>
              <a:ext uri="{FF2B5EF4-FFF2-40B4-BE49-F238E27FC236}">
                <a16:creationId xmlns:a16="http://schemas.microsoft.com/office/drawing/2014/main" id="{D5660C52-00DF-4634-A172-151A418D8A7A}"/>
              </a:ext>
            </a:extLst>
          </p:cNvPr>
          <p:cNvSpPr>
            <a:spLocks noGrp="1"/>
          </p:cNvSpPr>
          <p:nvPr>
            <p:ph idx="1"/>
          </p:nvPr>
        </p:nvSpPr>
        <p:spPr/>
        <p:txBody>
          <a:bodyPr/>
          <a:lstStyle/>
          <a:p>
            <a:r>
              <a:rPr lang="en-IN" b="1" i="0" u="none" strike="noStrike" dirty="0">
                <a:effectLst/>
              </a:rPr>
              <a:t>Collaborating</a:t>
            </a:r>
            <a:r>
              <a:rPr lang="en-US" b="1" dirty="0"/>
              <a:t> with influencers </a:t>
            </a:r>
            <a:r>
              <a:rPr lang="en-US" dirty="0"/>
              <a:t>in your industry to promote your brand and reach their followers. </a:t>
            </a:r>
          </a:p>
          <a:p>
            <a:r>
              <a:rPr lang="en-US" b="1" dirty="0"/>
              <a:t>Examples: </a:t>
            </a:r>
            <a:r>
              <a:rPr lang="en-US" dirty="0"/>
              <a:t>sponsored posts, product reviews, giveaways.</a:t>
            </a:r>
          </a:p>
          <a:p>
            <a:pPr lvl="1"/>
            <a:r>
              <a:rPr lang="en-US" dirty="0">
                <a:solidFill>
                  <a:srgbClr val="ED7D31"/>
                </a:solidFill>
                <a:hlinkClick r:id="rId2">
                  <a:extLst>
                    <a:ext uri="{A12FA001-AC4F-418D-AE19-62706E023703}">
                      <ahyp:hlinkClr xmlns:ahyp="http://schemas.microsoft.com/office/drawing/2018/hyperlinkcolor" val="tx"/>
                    </a:ext>
                  </a:extLst>
                </a:hlinkClick>
              </a:rPr>
              <a:t>Darshan University-1</a:t>
            </a:r>
          </a:p>
          <a:p>
            <a:pPr lvl="1"/>
            <a:r>
              <a:rPr lang="en-US" dirty="0">
                <a:solidFill>
                  <a:srgbClr val="92D050"/>
                </a:solidFill>
                <a:hlinkClick r:id="rId2">
                  <a:extLst>
                    <a:ext uri="{A12FA001-AC4F-418D-AE19-62706E023703}">
                      <ahyp:hlinkClr xmlns:ahyp="http://schemas.microsoft.com/office/drawing/2018/hyperlinkcolor" val="tx"/>
                    </a:ext>
                  </a:extLst>
                </a:hlinkClick>
              </a:rPr>
              <a:t>Darshan </a:t>
            </a:r>
            <a:r>
              <a:rPr lang="en-US" dirty="0">
                <a:solidFill>
                  <a:srgbClr val="92D050"/>
                </a:solidFill>
                <a:hlinkClick r:id="rId3">
                  <a:extLst>
                    <a:ext uri="{A12FA001-AC4F-418D-AE19-62706E023703}">
                      <ahyp:hlinkClr xmlns:ahyp="http://schemas.microsoft.com/office/drawing/2018/hyperlinkcolor" val="tx"/>
                    </a:ext>
                  </a:extLst>
                </a:hlinkClick>
              </a:rPr>
              <a:t>University-2</a:t>
            </a:r>
            <a:r>
              <a:rPr lang="en-US" dirty="0">
                <a:solidFill>
                  <a:srgbClr val="92D050"/>
                </a:solidFill>
                <a:hlinkClick r:id="rId2">
                  <a:extLst>
                    <a:ext uri="{A12FA001-AC4F-418D-AE19-62706E023703}">
                      <ahyp:hlinkClr xmlns:ahyp="http://schemas.microsoft.com/office/drawing/2018/hyperlinkcolor" val="tx"/>
                    </a:ext>
                  </a:extLst>
                </a:hlinkClick>
              </a:rPr>
              <a:t> </a:t>
            </a:r>
            <a:endParaRPr lang="en-US" dirty="0">
              <a:solidFill>
                <a:srgbClr val="92D050"/>
              </a:solidFill>
            </a:endParaRPr>
          </a:p>
          <a:p>
            <a:pPr lvl="1"/>
            <a:r>
              <a:rPr lang="en-US" dirty="0">
                <a:solidFill>
                  <a:srgbClr val="92D050"/>
                </a:solidFill>
                <a:hlinkClick r:id="rId4"/>
              </a:rPr>
              <a:t>Darshan University-3</a:t>
            </a:r>
            <a:endParaRPr lang="en-US" dirty="0">
              <a:solidFill>
                <a:srgbClr val="92D050"/>
              </a:solidFill>
            </a:endParaRPr>
          </a:p>
          <a:p>
            <a:endParaRPr lang="en-US" dirty="0"/>
          </a:p>
        </p:txBody>
      </p:sp>
      <p:pic>
        <p:nvPicPr>
          <p:cNvPr id="4" name="Picture 3">
            <a:extLst>
              <a:ext uri="{FF2B5EF4-FFF2-40B4-BE49-F238E27FC236}">
                <a16:creationId xmlns:a16="http://schemas.microsoft.com/office/drawing/2014/main" id="{758C1986-9C5A-4FD0-BC90-95A3395C71C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84963" y="2478057"/>
            <a:ext cx="4922027" cy="3921798"/>
          </a:xfrm>
          <a:prstGeom prst="rect">
            <a:avLst/>
          </a:prstGeom>
          <a:ln>
            <a:solidFill>
              <a:srgbClr val="C00000"/>
            </a:solidFill>
            <a:prstDash val="lgDashDot"/>
          </a:ln>
        </p:spPr>
      </p:pic>
    </p:spTree>
    <p:extLst>
      <p:ext uri="{BB962C8B-B14F-4D97-AF65-F5344CB8AC3E}">
        <p14:creationId xmlns:p14="http://schemas.microsoft.com/office/powerpoint/2010/main" val="204774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92BEC-B451-4E7F-963F-4DCA90F39156}"/>
              </a:ext>
            </a:extLst>
          </p:cNvPr>
          <p:cNvSpPr>
            <a:spLocks noGrp="1"/>
          </p:cNvSpPr>
          <p:nvPr>
            <p:ph type="title"/>
          </p:nvPr>
        </p:nvSpPr>
        <p:spPr/>
        <p:txBody>
          <a:bodyPr>
            <a:normAutofit/>
          </a:bodyPr>
          <a:lstStyle/>
          <a:p>
            <a:r>
              <a:rPr lang="en-US" sz="3200" dirty="0"/>
              <a:t>Types of Social Media Marketing: Social Media Optimization (SMO)</a:t>
            </a:r>
          </a:p>
        </p:txBody>
      </p:sp>
      <p:sp>
        <p:nvSpPr>
          <p:cNvPr id="3" name="Content Placeholder 2">
            <a:extLst>
              <a:ext uri="{FF2B5EF4-FFF2-40B4-BE49-F238E27FC236}">
                <a16:creationId xmlns:a16="http://schemas.microsoft.com/office/drawing/2014/main" id="{5825F577-8D22-4D23-A616-928C4144C418}"/>
              </a:ext>
            </a:extLst>
          </p:cNvPr>
          <p:cNvSpPr>
            <a:spLocks noGrp="1"/>
          </p:cNvSpPr>
          <p:nvPr>
            <p:ph idx="1"/>
          </p:nvPr>
        </p:nvSpPr>
        <p:spPr/>
        <p:txBody>
          <a:bodyPr/>
          <a:lstStyle/>
          <a:p>
            <a:r>
              <a:rPr lang="en-US" b="1" dirty="0"/>
              <a:t>Optimizing your social media profiles </a:t>
            </a:r>
            <a:r>
              <a:rPr lang="en-US" dirty="0"/>
              <a:t>to improve visibility and engagement.</a:t>
            </a:r>
          </a:p>
          <a:p>
            <a:r>
              <a:rPr lang="en-US" b="1" dirty="0"/>
              <a:t>Examples: </a:t>
            </a:r>
            <a:r>
              <a:rPr lang="en-US" dirty="0"/>
              <a:t>using relevant keywords, creating visually appealing profiles, sharing content consistently.</a:t>
            </a:r>
          </a:p>
          <a:p>
            <a:endParaRPr lang="en-US" dirty="0"/>
          </a:p>
        </p:txBody>
      </p:sp>
      <p:pic>
        <p:nvPicPr>
          <p:cNvPr id="4" name="Picture 3">
            <a:extLst>
              <a:ext uri="{FF2B5EF4-FFF2-40B4-BE49-F238E27FC236}">
                <a16:creationId xmlns:a16="http://schemas.microsoft.com/office/drawing/2014/main" id="{FE44FA10-7D2D-4C3A-9390-EF25C0857625}"/>
              </a:ext>
            </a:extLst>
          </p:cNvPr>
          <p:cNvPicPr>
            <a:picLocks noChangeAspect="1"/>
          </p:cNvPicPr>
          <p:nvPr/>
        </p:nvPicPr>
        <p:blipFill rotWithShape="1">
          <a:blip r:embed="rId2"/>
          <a:srcRect l="4380" r="15822"/>
          <a:stretch/>
        </p:blipFill>
        <p:spPr>
          <a:xfrm>
            <a:off x="276751" y="2262640"/>
            <a:ext cx="5209649" cy="3577591"/>
          </a:xfrm>
          <a:prstGeom prst="rect">
            <a:avLst/>
          </a:prstGeom>
          <a:ln>
            <a:solidFill>
              <a:srgbClr val="C00000"/>
            </a:solidFill>
            <a:prstDash val="dashDot"/>
          </a:ln>
        </p:spPr>
      </p:pic>
      <p:pic>
        <p:nvPicPr>
          <p:cNvPr id="5" name="Picture 4">
            <a:extLst>
              <a:ext uri="{FF2B5EF4-FFF2-40B4-BE49-F238E27FC236}">
                <a16:creationId xmlns:a16="http://schemas.microsoft.com/office/drawing/2014/main" id="{CC6901F2-BAA1-4A0F-A697-361AE860B0AC}"/>
              </a:ext>
            </a:extLst>
          </p:cNvPr>
          <p:cNvPicPr>
            <a:picLocks noChangeAspect="1"/>
          </p:cNvPicPr>
          <p:nvPr/>
        </p:nvPicPr>
        <p:blipFill>
          <a:blip r:embed="rId3"/>
          <a:stretch>
            <a:fillRect/>
          </a:stretch>
        </p:blipFill>
        <p:spPr>
          <a:xfrm>
            <a:off x="6096000" y="2262640"/>
            <a:ext cx="4935398" cy="3577591"/>
          </a:xfrm>
          <a:prstGeom prst="rect">
            <a:avLst/>
          </a:prstGeom>
          <a:ln>
            <a:solidFill>
              <a:srgbClr val="C00000"/>
            </a:solidFill>
            <a:prstDash val="dashDot"/>
          </a:ln>
        </p:spPr>
      </p:pic>
    </p:spTree>
    <p:extLst>
      <p:ext uri="{BB962C8B-B14F-4D97-AF65-F5344CB8AC3E}">
        <p14:creationId xmlns:p14="http://schemas.microsoft.com/office/powerpoint/2010/main" val="487455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12EBE-E180-43D6-AB08-2FE46BCACD07}"/>
              </a:ext>
            </a:extLst>
          </p:cNvPr>
          <p:cNvSpPr>
            <a:spLocks noGrp="1"/>
          </p:cNvSpPr>
          <p:nvPr>
            <p:ph type="title"/>
          </p:nvPr>
        </p:nvSpPr>
        <p:spPr/>
        <p:txBody>
          <a:bodyPr/>
          <a:lstStyle/>
          <a:p>
            <a:r>
              <a:rPr lang="en-US" sz="3600" dirty="0"/>
              <a:t>Types of Social Media Marketing: </a:t>
            </a:r>
            <a:r>
              <a:rPr lang="en-US" dirty="0"/>
              <a:t>Social Media Stories</a:t>
            </a:r>
          </a:p>
        </p:txBody>
      </p:sp>
      <p:sp>
        <p:nvSpPr>
          <p:cNvPr id="3" name="Content Placeholder 2">
            <a:extLst>
              <a:ext uri="{FF2B5EF4-FFF2-40B4-BE49-F238E27FC236}">
                <a16:creationId xmlns:a16="http://schemas.microsoft.com/office/drawing/2014/main" id="{AC3845D5-7511-425F-985C-AEB339F7D21D}"/>
              </a:ext>
            </a:extLst>
          </p:cNvPr>
          <p:cNvSpPr>
            <a:spLocks noGrp="1"/>
          </p:cNvSpPr>
          <p:nvPr>
            <p:ph idx="1"/>
          </p:nvPr>
        </p:nvSpPr>
        <p:spPr/>
        <p:txBody>
          <a:bodyPr/>
          <a:lstStyle/>
          <a:p>
            <a:r>
              <a:rPr lang="en-US" b="1" dirty="0"/>
              <a:t>Short, temporary content </a:t>
            </a:r>
            <a:r>
              <a:rPr lang="en-US" dirty="0"/>
              <a:t>that disappears after </a:t>
            </a:r>
            <a:r>
              <a:rPr lang="en-US" b="1" dirty="0"/>
              <a:t>24 hours. </a:t>
            </a:r>
          </a:p>
          <a:p>
            <a:r>
              <a:rPr lang="en-US" dirty="0"/>
              <a:t>Stories are ideal for sharing behind-the-scenes content, announcements, or daily updates.</a:t>
            </a:r>
          </a:p>
          <a:p>
            <a:r>
              <a:rPr lang="en-US" b="1" dirty="0"/>
              <a:t>Examples:</a:t>
            </a:r>
            <a:r>
              <a:rPr lang="en-US" dirty="0"/>
              <a:t> Instagram Stories, Facebook Stories, Snapchat Stories, and LinkedIn Stories.</a:t>
            </a:r>
          </a:p>
          <a:p>
            <a:pPr marL="457200" lvl="1" indent="0">
              <a:buNone/>
            </a:pPr>
            <a:endParaRPr lang="en-US" dirty="0"/>
          </a:p>
          <a:p>
            <a:endParaRPr lang="en-US" dirty="0"/>
          </a:p>
        </p:txBody>
      </p:sp>
      <p:pic>
        <p:nvPicPr>
          <p:cNvPr id="7" name="Picture 6">
            <a:extLst>
              <a:ext uri="{FF2B5EF4-FFF2-40B4-BE49-F238E27FC236}">
                <a16:creationId xmlns:a16="http://schemas.microsoft.com/office/drawing/2014/main" id="{9A13E66E-F457-4842-9070-7B478181727B}"/>
              </a:ext>
            </a:extLst>
          </p:cNvPr>
          <p:cNvPicPr>
            <a:picLocks noChangeAspect="1"/>
          </p:cNvPicPr>
          <p:nvPr/>
        </p:nvPicPr>
        <p:blipFill rotWithShape="1">
          <a:blip r:embed="rId2">
            <a:extLst>
              <a:ext uri="{28A0092B-C50C-407E-A947-70E740481C1C}">
                <a14:useLocalDpi xmlns:a14="http://schemas.microsoft.com/office/drawing/2010/main" val="0"/>
              </a:ext>
            </a:extLst>
          </a:blip>
          <a:srcRect t="26020"/>
          <a:stretch/>
        </p:blipFill>
        <p:spPr>
          <a:xfrm>
            <a:off x="-12479" y="2979822"/>
            <a:ext cx="6750271" cy="2490537"/>
          </a:xfrm>
          <a:prstGeom prst="rect">
            <a:avLst/>
          </a:prstGeom>
        </p:spPr>
      </p:pic>
      <p:pic>
        <p:nvPicPr>
          <p:cNvPr id="6" name="Picture 5">
            <a:extLst>
              <a:ext uri="{FF2B5EF4-FFF2-40B4-BE49-F238E27FC236}">
                <a16:creationId xmlns:a16="http://schemas.microsoft.com/office/drawing/2014/main" id="{B3FA4928-FAFF-4FBF-8EBF-37AD971669EA}"/>
              </a:ext>
            </a:extLst>
          </p:cNvPr>
          <p:cNvPicPr>
            <a:picLocks noChangeAspect="1"/>
          </p:cNvPicPr>
          <p:nvPr/>
        </p:nvPicPr>
        <p:blipFill>
          <a:blip r:embed="rId3">
            <a:extLst>
              <a:ext uri="{28A0092B-C50C-407E-A947-70E740481C1C}">
                <a14:useLocalDpi xmlns:a14="http://schemas.microsoft.com/office/drawing/2010/main" val="0"/>
              </a:ext>
            </a:extLst>
          </a:blip>
          <a:srcRect t="5964" b="8574"/>
          <a:stretch>
            <a:fillRect/>
          </a:stretch>
        </p:blipFill>
        <p:spPr>
          <a:xfrm>
            <a:off x="7283115" y="2246495"/>
            <a:ext cx="2983832" cy="4359757"/>
          </a:xfrm>
          <a:prstGeom prst="rect">
            <a:avLst/>
          </a:prstGeom>
        </p:spPr>
      </p:pic>
    </p:spTree>
    <p:extLst>
      <p:ext uri="{BB962C8B-B14F-4D97-AF65-F5344CB8AC3E}">
        <p14:creationId xmlns:p14="http://schemas.microsoft.com/office/powerpoint/2010/main" val="3111017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12EBE-E180-43D6-AB08-2FE46BCACD07}"/>
              </a:ext>
            </a:extLst>
          </p:cNvPr>
          <p:cNvSpPr>
            <a:spLocks noGrp="1"/>
          </p:cNvSpPr>
          <p:nvPr>
            <p:ph type="title"/>
          </p:nvPr>
        </p:nvSpPr>
        <p:spPr/>
        <p:txBody>
          <a:bodyPr>
            <a:normAutofit/>
          </a:bodyPr>
          <a:lstStyle/>
          <a:p>
            <a:r>
              <a:rPr lang="en-US" sz="3200" dirty="0"/>
              <a:t>Types of Social Media Marketing: Social Media Polls and Surveys</a:t>
            </a:r>
          </a:p>
        </p:txBody>
      </p:sp>
      <p:sp>
        <p:nvSpPr>
          <p:cNvPr id="3" name="Content Placeholder 2">
            <a:extLst>
              <a:ext uri="{FF2B5EF4-FFF2-40B4-BE49-F238E27FC236}">
                <a16:creationId xmlns:a16="http://schemas.microsoft.com/office/drawing/2014/main" id="{AC3845D5-7511-425F-985C-AEB339F7D21D}"/>
              </a:ext>
            </a:extLst>
          </p:cNvPr>
          <p:cNvSpPr>
            <a:spLocks noGrp="1"/>
          </p:cNvSpPr>
          <p:nvPr>
            <p:ph idx="1"/>
          </p:nvPr>
        </p:nvSpPr>
        <p:spPr>
          <a:xfrm>
            <a:off x="131179" y="863443"/>
            <a:ext cx="11929641" cy="5590565"/>
          </a:xfrm>
        </p:spPr>
        <p:txBody>
          <a:bodyPr/>
          <a:lstStyle/>
          <a:p>
            <a:r>
              <a:rPr lang="en-US" dirty="0"/>
              <a:t>Using built-in features on social platforms to gather </a:t>
            </a:r>
          </a:p>
          <a:p>
            <a:r>
              <a:rPr lang="en-US" dirty="0"/>
              <a:t>Opinions </a:t>
            </a:r>
          </a:p>
          <a:p>
            <a:r>
              <a:rPr lang="en-US" dirty="0"/>
              <a:t>Feedback </a:t>
            </a:r>
          </a:p>
          <a:p>
            <a:r>
              <a:rPr lang="en-US" dirty="0"/>
              <a:t>Insights from your audience.</a:t>
            </a:r>
          </a:p>
          <a:p>
            <a:r>
              <a:rPr lang="en-US" b="1" dirty="0"/>
              <a:t>Examples: </a:t>
            </a:r>
            <a:r>
              <a:rPr lang="en-US" dirty="0"/>
              <a:t>Instagram Polls, Twitter Polls, and LinkedIn Polls to getting interest, preferences, or opinions on various topics.</a:t>
            </a:r>
          </a:p>
          <a:p>
            <a:endParaRPr lang="en-US" dirty="0"/>
          </a:p>
        </p:txBody>
      </p:sp>
      <p:pic>
        <p:nvPicPr>
          <p:cNvPr id="4" name="Picture 2" descr="How to Incorporate Polls into your Social Media Strategy | Mention">
            <a:extLst>
              <a:ext uri="{FF2B5EF4-FFF2-40B4-BE49-F238E27FC236}">
                <a16:creationId xmlns:a16="http://schemas.microsoft.com/office/drawing/2014/main" id="{7B382777-9293-48C3-8682-2A8C54726C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3821" y="3428999"/>
            <a:ext cx="3819775" cy="30250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ow to effectively use social media polls to increase engagement, traffic &amp;  feedback">
            <a:extLst>
              <a:ext uri="{FF2B5EF4-FFF2-40B4-BE49-F238E27FC236}">
                <a16:creationId xmlns:a16="http://schemas.microsoft.com/office/drawing/2014/main" id="{9FE13E5D-94C2-407D-A543-ABDC7B3980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3453" y="3341495"/>
            <a:ext cx="3298482" cy="3223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1459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12EBE-E180-43D6-AB08-2FE46BCACD07}"/>
              </a:ext>
            </a:extLst>
          </p:cNvPr>
          <p:cNvSpPr>
            <a:spLocks noGrp="1"/>
          </p:cNvSpPr>
          <p:nvPr>
            <p:ph type="title"/>
          </p:nvPr>
        </p:nvSpPr>
        <p:spPr/>
        <p:txBody>
          <a:bodyPr>
            <a:noAutofit/>
          </a:bodyPr>
          <a:lstStyle/>
          <a:p>
            <a:r>
              <a:rPr lang="en-US" sz="3200" dirty="0"/>
              <a:t>Types of Social Media Marketing: Groups and Communities</a:t>
            </a:r>
          </a:p>
        </p:txBody>
      </p:sp>
      <p:sp>
        <p:nvSpPr>
          <p:cNvPr id="3" name="Content Placeholder 2">
            <a:extLst>
              <a:ext uri="{FF2B5EF4-FFF2-40B4-BE49-F238E27FC236}">
                <a16:creationId xmlns:a16="http://schemas.microsoft.com/office/drawing/2014/main" id="{AC3845D5-7511-425F-985C-AEB339F7D21D}"/>
              </a:ext>
            </a:extLst>
          </p:cNvPr>
          <p:cNvSpPr>
            <a:spLocks noGrp="1"/>
          </p:cNvSpPr>
          <p:nvPr>
            <p:ph idx="1"/>
          </p:nvPr>
        </p:nvSpPr>
        <p:spPr/>
        <p:txBody>
          <a:bodyPr/>
          <a:lstStyle/>
          <a:p>
            <a:r>
              <a:rPr lang="en-US" b="1" dirty="0"/>
              <a:t>Creating or participating in groups or communities </a:t>
            </a:r>
            <a:r>
              <a:rPr lang="en-US" dirty="0"/>
              <a:t>centered around your brand, industry, or topics of interest.</a:t>
            </a:r>
          </a:p>
          <a:p>
            <a:r>
              <a:rPr lang="en-US" b="1" dirty="0"/>
              <a:t>Examples</a:t>
            </a:r>
            <a:r>
              <a:rPr lang="en-US" dirty="0"/>
              <a:t>: Facebook Groups, LinkedIn Groups, Reddit communities, and niche forums where users share and discuss relevant content.</a:t>
            </a:r>
          </a:p>
          <a:p>
            <a:endParaRPr lang="en-US" dirty="0"/>
          </a:p>
        </p:txBody>
      </p:sp>
      <p:pic>
        <p:nvPicPr>
          <p:cNvPr id="5" name="Picture 4">
            <a:extLst>
              <a:ext uri="{FF2B5EF4-FFF2-40B4-BE49-F238E27FC236}">
                <a16:creationId xmlns:a16="http://schemas.microsoft.com/office/drawing/2014/main" id="{2E0059DD-CE5F-4383-9411-C27EC575F9AE}"/>
              </a:ext>
            </a:extLst>
          </p:cNvPr>
          <p:cNvPicPr>
            <a:picLocks noChangeAspect="1"/>
          </p:cNvPicPr>
          <p:nvPr/>
        </p:nvPicPr>
        <p:blipFill>
          <a:blip r:embed="rId2"/>
          <a:stretch>
            <a:fillRect/>
          </a:stretch>
        </p:blipFill>
        <p:spPr>
          <a:xfrm>
            <a:off x="131179" y="3037715"/>
            <a:ext cx="6455112" cy="3138495"/>
          </a:xfrm>
          <a:prstGeom prst="rect">
            <a:avLst/>
          </a:prstGeom>
        </p:spPr>
      </p:pic>
      <p:pic>
        <p:nvPicPr>
          <p:cNvPr id="6" name="Picture 5">
            <a:extLst>
              <a:ext uri="{FF2B5EF4-FFF2-40B4-BE49-F238E27FC236}">
                <a16:creationId xmlns:a16="http://schemas.microsoft.com/office/drawing/2014/main" id="{847E100E-49B6-4D31-9604-1E5D01DF6F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5421" y="2969547"/>
            <a:ext cx="5216270" cy="3025009"/>
          </a:xfrm>
          <a:prstGeom prst="rect">
            <a:avLst/>
          </a:prstGeom>
        </p:spPr>
      </p:pic>
    </p:spTree>
    <p:extLst>
      <p:ext uri="{BB962C8B-B14F-4D97-AF65-F5344CB8AC3E}">
        <p14:creationId xmlns:p14="http://schemas.microsoft.com/office/powerpoint/2010/main" val="3896478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12EBE-E180-43D6-AB08-2FE46BCACD07}"/>
              </a:ext>
            </a:extLst>
          </p:cNvPr>
          <p:cNvSpPr>
            <a:spLocks noGrp="1"/>
          </p:cNvSpPr>
          <p:nvPr>
            <p:ph type="title"/>
          </p:nvPr>
        </p:nvSpPr>
        <p:spPr/>
        <p:txBody>
          <a:bodyPr/>
          <a:lstStyle/>
          <a:p>
            <a:r>
              <a:rPr lang="en-US" sz="3200" dirty="0"/>
              <a:t>Types of Social Media Marketing: </a:t>
            </a:r>
            <a:r>
              <a:rPr lang="en-US" dirty="0"/>
              <a:t>Live Streaming</a:t>
            </a:r>
          </a:p>
        </p:txBody>
      </p:sp>
      <p:sp>
        <p:nvSpPr>
          <p:cNvPr id="3" name="Content Placeholder 2">
            <a:extLst>
              <a:ext uri="{FF2B5EF4-FFF2-40B4-BE49-F238E27FC236}">
                <a16:creationId xmlns:a16="http://schemas.microsoft.com/office/drawing/2014/main" id="{AC3845D5-7511-425F-985C-AEB339F7D21D}"/>
              </a:ext>
            </a:extLst>
          </p:cNvPr>
          <p:cNvSpPr>
            <a:spLocks noGrp="1"/>
          </p:cNvSpPr>
          <p:nvPr>
            <p:ph idx="1"/>
          </p:nvPr>
        </p:nvSpPr>
        <p:spPr/>
        <p:txBody>
          <a:bodyPr/>
          <a:lstStyle/>
          <a:p>
            <a:r>
              <a:rPr lang="en-US" b="1" dirty="0"/>
              <a:t>Broadcasting live video content </a:t>
            </a:r>
            <a:r>
              <a:rPr lang="en-US" dirty="0"/>
              <a:t>to connect with your audience in real-time.</a:t>
            </a:r>
          </a:p>
          <a:p>
            <a:r>
              <a:rPr lang="en-US" b="1" dirty="0"/>
              <a:t>Examples: </a:t>
            </a:r>
            <a:r>
              <a:rPr lang="en-US" dirty="0"/>
              <a:t>Using YouTube, Facebook Live, and Instagram Live to broadcast </a:t>
            </a:r>
          </a:p>
          <a:p>
            <a:r>
              <a:rPr lang="en-US" dirty="0"/>
              <a:t>Events</a:t>
            </a:r>
          </a:p>
          <a:p>
            <a:r>
              <a:rPr lang="en-US" dirty="0"/>
              <a:t>Product launches</a:t>
            </a:r>
          </a:p>
          <a:p>
            <a:r>
              <a:rPr lang="en-US" dirty="0"/>
              <a:t>Q&amp;A sessions in real-time.</a:t>
            </a:r>
          </a:p>
          <a:p>
            <a:endParaRPr lang="en-US" dirty="0"/>
          </a:p>
        </p:txBody>
      </p:sp>
      <p:pic>
        <p:nvPicPr>
          <p:cNvPr id="5" name="Picture 4">
            <a:extLst>
              <a:ext uri="{FF2B5EF4-FFF2-40B4-BE49-F238E27FC236}">
                <a16:creationId xmlns:a16="http://schemas.microsoft.com/office/drawing/2014/main" id="{9C84F5C7-53A0-41C6-85CE-6C6DA84EA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4214" y="3092685"/>
            <a:ext cx="6244318" cy="3513567"/>
          </a:xfrm>
          <a:prstGeom prst="rect">
            <a:avLst/>
          </a:prstGeom>
        </p:spPr>
      </p:pic>
    </p:spTree>
    <p:extLst>
      <p:ext uri="{BB962C8B-B14F-4D97-AF65-F5344CB8AC3E}">
        <p14:creationId xmlns:p14="http://schemas.microsoft.com/office/powerpoint/2010/main" val="2934561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12EBE-E180-43D6-AB08-2FE46BCACD07}"/>
              </a:ext>
            </a:extLst>
          </p:cNvPr>
          <p:cNvSpPr>
            <a:spLocks noGrp="1"/>
          </p:cNvSpPr>
          <p:nvPr>
            <p:ph type="title"/>
          </p:nvPr>
        </p:nvSpPr>
        <p:spPr/>
        <p:txBody>
          <a:bodyPr>
            <a:normAutofit/>
          </a:bodyPr>
          <a:lstStyle/>
          <a:p>
            <a:r>
              <a:rPr lang="en-US" sz="3200" dirty="0"/>
              <a:t>Types of Social Media Marketing: Analytics and Reporting</a:t>
            </a:r>
          </a:p>
        </p:txBody>
      </p:sp>
      <p:sp>
        <p:nvSpPr>
          <p:cNvPr id="3" name="Content Placeholder 2">
            <a:extLst>
              <a:ext uri="{FF2B5EF4-FFF2-40B4-BE49-F238E27FC236}">
                <a16:creationId xmlns:a16="http://schemas.microsoft.com/office/drawing/2014/main" id="{AC3845D5-7511-425F-985C-AEB339F7D21D}"/>
              </a:ext>
            </a:extLst>
          </p:cNvPr>
          <p:cNvSpPr>
            <a:spLocks noGrp="1"/>
          </p:cNvSpPr>
          <p:nvPr>
            <p:ph idx="1"/>
          </p:nvPr>
        </p:nvSpPr>
        <p:spPr/>
        <p:txBody>
          <a:bodyPr/>
          <a:lstStyle/>
          <a:p>
            <a:r>
              <a:rPr lang="en-US" b="1" dirty="0"/>
              <a:t>Regularly analyzing</a:t>
            </a:r>
            <a:r>
              <a:rPr lang="en-US" dirty="0">
                <a:solidFill>
                  <a:srgbClr val="C00000"/>
                </a:solidFill>
              </a:rPr>
              <a:t> </a:t>
            </a:r>
            <a:r>
              <a:rPr lang="en-US" dirty="0"/>
              <a:t>social media </a:t>
            </a:r>
            <a:r>
              <a:rPr lang="en-US" b="1" dirty="0"/>
              <a:t>performance to track key metrics</a:t>
            </a:r>
            <a:r>
              <a:rPr lang="en-US" dirty="0"/>
              <a:t>, understand audience behavior, and optimize strategies.</a:t>
            </a:r>
          </a:p>
          <a:p>
            <a:r>
              <a:rPr lang="en-US" b="1" dirty="0"/>
              <a:t>Examples: </a:t>
            </a:r>
            <a:r>
              <a:rPr lang="en-US" dirty="0"/>
              <a:t>Using tools like Facebook Insights, Twitter Analytics, Instagram Analytics, and third-party platforms to measure engagement, reach, conversions, and ROI.</a:t>
            </a:r>
          </a:p>
          <a:p>
            <a:endParaRPr lang="en-US" dirty="0"/>
          </a:p>
        </p:txBody>
      </p:sp>
      <p:pic>
        <p:nvPicPr>
          <p:cNvPr id="5" name="Picture 4">
            <a:extLst>
              <a:ext uri="{FF2B5EF4-FFF2-40B4-BE49-F238E27FC236}">
                <a16:creationId xmlns:a16="http://schemas.microsoft.com/office/drawing/2014/main" id="{6A257BA2-5006-4389-933B-92647C9B79D8}"/>
              </a:ext>
            </a:extLst>
          </p:cNvPr>
          <p:cNvPicPr>
            <a:picLocks noChangeAspect="1"/>
          </p:cNvPicPr>
          <p:nvPr/>
        </p:nvPicPr>
        <p:blipFill rotWithShape="1">
          <a:blip r:embed="rId2">
            <a:extLst>
              <a:ext uri="{28A0092B-C50C-407E-A947-70E740481C1C}">
                <a14:useLocalDpi xmlns:a14="http://schemas.microsoft.com/office/drawing/2010/main" val="0"/>
              </a:ext>
            </a:extLst>
          </a:blip>
          <a:srcRect t="6070" b="7127"/>
          <a:stretch/>
        </p:blipFill>
        <p:spPr>
          <a:xfrm>
            <a:off x="7135906" y="2363036"/>
            <a:ext cx="2274511" cy="4275065"/>
          </a:xfrm>
          <a:prstGeom prst="rect">
            <a:avLst/>
          </a:prstGeom>
        </p:spPr>
      </p:pic>
      <p:pic>
        <p:nvPicPr>
          <p:cNvPr id="7" name="Picture 6">
            <a:extLst>
              <a:ext uri="{FF2B5EF4-FFF2-40B4-BE49-F238E27FC236}">
                <a16:creationId xmlns:a16="http://schemas.microsoft.com/office/drawing/2014/main" id="{B1967AF9-F77B-4AA8-A5C7-8D9D2FCF23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572" y="2363036"/>
            <a:ext cx="6067680" cy="4243216"/>
          </a:xfrm>
          <a:prstGeom prst="rect">
            <a:avLst/>
          </a:prstGeom>
        </p:spPr>
      </p:pic>
    </p:spTree>
    <p:extLst>
      <p:ext uri="{BB962C8B-B14F-4D97-AF65-F5344CB8AC3E}">
        <p14:creationId xmlns:p14="http://schemas.microsoft.com/office/powerpoint/2010/main" val="53144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5312B-91E6-42A0-A31C-23B5566518D7}"/>
              </a:ext>
            </a:extLst>
          </p:cNvPr>
          <p:cNvSpPr>
            <a:spLocks noGrp="1"/>
          </p:cNvSpPr>
          <p:nvPr>
            <p:ph type="title"/>
          </p:nvPr>
        </p:nvSpPr>
        <p:spPr/>
        <p:txBody>
          <a:bodyPr/>
          <a:lstStyle/>
          <a:p>
            <a:r>
              <a:rPr lang="en-US" dirty="0"/>
              <a:t>Building  Social Media Marketing Strategies</a:t>
            </a:r>
          </a:p>
        </p:txBody>
      </p:sp>
      <p:sp>
        <p:nvSpPr>
          <p:cNvPr id="3" name="Text Placeholder 2">
            <a:extLst>
              <a:ext uri="{FF2B5EF4-FFF2-40B4-BE49-F238E27FC236}">
                <a16:creationId xmlns:a16="http://schemas.microsoft.com/office/drawing/2014/main" id="{341D93E0-0D4C-4DAA-A56B-9A1AD5884B2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422995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7715F-79AF-4ECE-A7EA-D88F2244E35D}"/>
              </a:ext>
            </a:extLst>
          </p:cNvPr>
          <p:cNvSpPr>
            <a:spLocks noGrp="1"/>
          </p:cNvSpPr>
          <p:nvPr>
            <p:ph type="title"/>
          </p:nvPr>
        </p:nvSpPr>
        <p:spPr/>
        <p:txBody>
          <a:bodyPr>
            <a:normAutofit/>
          </a:bodyPr>
          <a:lstStyle/>
          <a:p>
            <a:r>
              <a:rPr lang="en-US" sz="3200" dirty="0"/>
              <a:t>Social Media Marketing Strategy</a:t>
            </a:r>
          </a:p>
        </p:txBody>
      </p:sp>
      <p:sp>
        <p:nvSpPr>
          <p:cNvPr id="3" name="Content Placeholder 2">
            <a:extLst>
              <a:ext uri="{FF2B5EF4-FFF2-40B4-BE49-F238E27FC236}">
                <a16:creationId xmlns:a16="http://schemas.microsoft.com/office/drawing/2014/main" id="{CDE4F905-71BC-4D60-9F2C-CBC22B31D6A6}"/>
              </a:ext>
            </a:extLst>
          </p:cNvPr>
          <p:cNvSpPr>
            <a:spLocks noGrp="1"/>
          </p:cNvSpPr>
          <p:nvPr>
            <p:ph idx="1"/>
          </p:nvPr>
        </p:nvSpPr>
        <p:spPr/>
        <p:txBody>
          <a:bodyPr/>
          <a:lstStyle/>
          <a:p>
            <a:r>
              <a:rPr lang="en-US" dirty="0"/>
              <a:t>Building a successful social media marketing strategy involves several key steps. </a:t>
            </a:r>
          </a:p>
          <a:p>
            <a:pPr marL="457200" indent="-457200">
              <a:buFont typeface="+mj-lt"/>
              <a:buAutoNum type="arabicPeriod"/>
            </a:pPr>
            <a:endParaRPr lang="en-US" dirty="0"/>
          </a:p>
          <a:p>
            <a:pPr marL="457200" indent="-457200">
              <a:buFont typeface="+mj-lt"/>
              <a:buAutoNum type="arabicPeriod"/>
            </a:pPr>
            <a:r>
              <a:rPr lang="en-US" dirty="0"/>
              <a:t>Set Clear Goals</a:t>
            </a:r>
          </a:p>
          <a:p>
            <a:pPr marL="457200" indent="-457200">
              <a:buFont typeface="+mj-lt"/>
              <a:buAutoNum type="arabicPeriod"/>
            </a:pPr>
            <a:r>
              <a:rPr lang="en-US" dirty="0"/>
              <a:t>Understand Your Audience</a:t>
            </a:r>
          </a:p>
          <a:p>
            <a:pPr marL="457200" indent="-457200">
              <a:buFont typeface="+mj-lt"/>
              <a:buAutoNum type="arabicPeriod"/>
            </a:pPr>
            <a:r>
              <a:rPr lang="en-US" dirty="0"/>
              <a:t>Conduct a Competitive Analysis</a:t>
            </a:r>
          </a:p>
          <a:p>
            <a:pPr marL="457200" indent="-457200">
              <a:buFont typeface="+mj-lt"/>
              <a:buAutoNum type="arabicPeriod"/>
            </a:pPr>
            <a:r>
              <a:rPr lang="en-US" dirty="0"/>
              <a:t>Create Engaging Content</a:t>
            </a:r>
          </a:p>
          <a:p>
            <a:pPr marL="457200" indent="-457200">
              <a:buFont typeface="+mj-lt"/>
              <a:buAutoNum type="arabicPeriod"/>
            </a:pPr>
            <a:r>
              <a:rPr lang="en-US" dirty="0"/>
              <a:t>Leverage Influencers</a:t>
            </a:r>
          </a:p>
          <a:p>
            <a:pPr marL="457200" indent="-457200">
              <a:buFont typeface="+mj-lt"/>
              <a:buAutoNum type="arabicPeriod"/>
            </a:pPr>
            <a:r>
              <a:rPr lang="en-US" dirty="0"/>
              <a:t>Utilize Paid Advertising</a:t>
            </a:r>
          </a:p>
          <a:p>
            <a:pPr marL="457200" indent="-457200">
              <a:buFont typeface="+mj-lt"/>
              <a:buAutoNum type="arabicPeriod"/>
            </a:pPr>
            <a:r>
              <a:rPr lang="en-US" dirty="0"/>
              <a:t>Engage with Your Audience</a:t>
            </a:r>
          </a:p>
          <a:p>
            <a:pPr marL="457200" indent="-457200">
              <a:buFont typeface="+mj-lt"/>
              <a:buAutoNum type="arabicPeriod"/>
            </a:pPr>
            <a:r>
              <a:rPr lang="en-US" dirty="0"/>
              <a:t>Analyze and Adjust</a:t>
            </a:r>
          </a:p>
          <a:p>
            <a:pPr marL="457200" indent="-457200">
              <a:buFont typeface="+mj-lt"/>
              <a:buAutoNum type="arabicPeriod"/>
            </a:pPr>
            <a:r>
              <a:rPr lang="en-US" dirty="0"/>
              <a:t>Stay Updated with Trends</a:t>
            </a:r>
          </a:p>
          <a:p>
            <a:pPr marL="457200" indent="-457200">
              <a:buFont typeface="+mj-lt"/>
              <a:buAutoNum type="arabicPeriod"/>
            </a:pPr>
            <a:r>
              <a:rPr lang="en-US" dirty="0"/>
              <a:t>Maintain Consistency</a:t>
            </a:r>
          </a:p>
          <a:p>
            <a:endParaRPr lang="en-US" dirty="0"/>
          </a:p>
        </p:txBody>
      </p:sp>
    </p:spTree>
    <p:extLst>
      <p:ext uri="{BB962C8B-B14F-4D97-AF65-F5344CB8AC3E}">
        <p14:creationId xmlns:p14="http://schemas.microsoft.com/office/powerpoint/2010/main" val="222371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442F5B-FF5C-49EF-812C-7E056CD09E02}"/>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A2D6E839-556D-49EC-A2A6-513E6D89632A}"/>
              </a:ext>
            </a:extLst>
          </p:cNvPr>
          <p:cNvSpPr>
            <a:spLocks noGrp="1"/>
          </p:cNvSpPr>
          <p:nvPr>
            <p:ph type="title"/>
          </p:nvPr>
        </p:nvSpPr>
        <p:spPr/>
        <p:txBody>
          <a:bodyPr>
            <a:normAutofit/>
          </a:bodyPr>
          <a:lstStyle/>
          <a:p>
            <a:r>
              <a:rPr lang="en-US" sz="3200" dirty="0"/>
              <a:t>Set Clear Goals</a:t>
            </a:r>
          </a:p>
        </p:txBody>
      </p:sp>
      <p:grpSp>
        <p:nvGrpSpPr>
          <p:cNvPr id="4" name="Group 3">
            <a:extLst>
              <a:ext uri="{FF2B5EF4-FFF2-40B4-BE49-F238E27FC236}">
                <a16:creationId xmlns:a16="http://schemas.microsoft.com/office/drawing/2014/main" id="{E21E1B0F-D9F1-4BB1-921D-512916D40A2B}"/>
              </a:ext>
            </a:extLst>
          </p:cNvPr>
          <p:cNvGrpSpPr/>
          <p:nvPr/>
        </p:nvGrpSpPr>
        <p:grpSpPr>
          <a:xfrm>
            <a:off x="494404" y="901090"/>
            <a:ext cx="3599722" cy="973931"/>
            <a:chOff x="494404" y="1804"/>
            <a:chExt cx="3599722" cy="973931"/>
          </a:xfrm>
        </p:grpSpPr>
        <p:sp>
          <p:nvSpPr>
            <p:cNvPr id="32" name="Arrow: Chevron 31">
              <a:extLst>
                <a:ext uri="{FF2B5EF4-FFF2-40B4-BE49-F238E27FC236}">
                  <a16:creationId xmlns:a16="http://schemas.microsoft.com/office/drawing/2014/main" id="{DF086289-D49B-41C9-8829-3B574743F0F9}"/>
                </a:ext>
              </a:extLst>
            </p:cNvPr>
            <p:cNvSpPr/>
            <p:nvPr/>
          </p:nvSpPr>
          <p:spPr>
            <a:xfrm>
              <a:off x="494404" y="1804"/>
              <a:ext cx="3599722" cy="973931"/>
            </a:xfrm>
            <a:prstGeom prst="chevron">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33" name="Arrow: Chevron 4">
              <a:extLst>
                <a:ext uri="{FF2B5EF4-FFF2-40B4-BE49-F238E27FC236}">
                  <a16:creationId xmlns:a16="http://schemas.microsoft.com/office/drawing/2014/main" id="{13CB3479-3EB6-4153-B6B8-C4E5B16F848E}"/>
                </a:ext>
              </a:extLst>
            </p:cNvPr>
            <p:cNvSpPr txBox="1"/>
            <p:nvPr/>
          </p:nvSpPr>
          <p:spPr>
            <a:xfrm>
              <a:off x="981370" y="1804"/>
              <a:ext cx="2625791" cy="97393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20320" rIns="0" bIns="20320" numCol="1" spcCol="1270" anchor="ctr" anchorCtr="0">
              <a:noAutofit/>
            </a:bodyPr>
            <a:lstStyle/>
            <a:p>
              <a:pPr marL="0" lvl="0" indent="0" algn="ctr" defTabSz="1422400">
                <a:lnSpc>
                  <a:spcPct val="90000"/>
                </a:lnSpc>
                <a:spcBef>
                  <a:spcPct val="0"/>
                </a:spcBef>
                <a:spcAft>
                  <a:spcPct val="35000"/>
                </a:spcAft>
                <a:buNone/>
              </a:pPr>
              <a:r>
                <a:rPr lang="en-IN" sz="3200" b="1" i="0" u="none" kern="1200" dirty="0"/>
                <a:t>Specific</a:t>
              </a:r>
              <a:endParaRPr lang="en-GB" sz="3200" kern="1200" dirty="0"/>
            </a:p>
          </p:txBody>
        </p:sp>
      </p:grpSp>
      <p:grpSp>
        <p:nvGrpSpPr>
          <p:cNvPr id="5" name="Group 4">
            <a:extLst>
              <a:ext uri="{FF2B5EF4-FFF2-40B4-BE49-F238E27FC236}">
                <a16:creationId xmlns:a16="http://schemas.microsoft.com/office/drawing/2014/main" id="{20507F79-8155-4F8A-849B-56655A15A6F9}"/>
              </a:ext>
            </a:extLst>
          </p:cNvPr>
          <p:cNvGrpSpPr/>
          <p:nvPr/>
        </p:nvGrpSpPr>
        <p:grpSpPr>
          <a:xfrm>
            <a:off x="3777599" y="983874"/>
            <a:ext cx="7919996" cy="808362"/>
            <a:chOff x="3777599" y="84588"/>
            <a:chExt cx="7919996" cy="808362"/>
          </a:xfrm>
        </p:grpSpPr>
        <p:sp>
          <p:nvSpPr>
            <p:cNvPr id="30" name="Arrow: Chevron 29">
              <a:extLst>
                <a:ext uri="{FF2B5EF4-FFF2-40B4-BE49-F238E27FC236}">
                  <a16:creationId xmlns:a16="http://schemas.microsoft.com/office/drawing/2014/main" id="{4AF80905-55D8-48F3-B2A8-F5F209938C14}"/>
                </a:ext>
              </a:extLst>
            </p:cNvPr>
            <p:cNvSpPr/>
            <p:nvPr/>
          </p:nvSpPr>
          <p:spPr>
            <a:xfrm>
              <a:off x="3777599" y="84588"/>
              <a:ext cx="7919996" cy="808362"/>
            </a:xfrm>
            <a:prstGeom prst="chevron">
              <a:avLst/>
            </a:prstGeom>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sp>
        <p:sp>
          <p:nvSpPr>
            <p:cNvPr id="31" name="Arrow: Chevron 6">
              <a:extLst>
                <a:ext uri="{FF2B5EF4-FFF2-40B4-BE49-F238E27FC236}">
                  <a16:creationId xmlns:a16="http://schemas.microsoft.com/office/drawing/2014/main" id="{B7181DC6-6126-40F2-B732-87B7790E5EB8}"/>
                </a:ext>
              </a:extLst>
            </p:cNvPr>
            <p:cNvSpPr txBox="1"/>
            <p:nvPr/>
          </p:nvSpPr>
          <p:spPr>
            <a:xfrm>
              <a:off x="4181780" y="84588"/>
              <a:ext cx="7111634" cy="80836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IN" sz="2600" b="0" i="0" u="none" kern="1200" dirty="0"/>
                <a:t>Define what you want to achieve (e.g., increase brand awareness, drive website traffic, generate leads).</a:t>
              </a:r>
              <a:endParaRPr lang="en-GB" sz="2600" kern="1200" dirty="0"/>
            </a:p>
          </p:txBody>
        </p:sp>
      </p:grpSp>
      <p:grpSp>
        <p:nvGrpSpPr>
          <p:cNvPr id="6" name="Group 5">
            <a:extLst>
              <a:ext uri="{FF2B5EF4-FFF2-40B4-BE49-F238E27FC236}">
                <a16:creationId xmlns:a16="http://schemas.microsoft.com/office/drawing/2014/main" id="{0442158E-9A60-4046-BCAB-DE712797C5CF}"/>
              </a:ext>
            </a:extLst>
          </p:cNvPr>
          <p:cNvGrpSpPr/>
          <p:nvPr/>
        </p:nvGrpSpPr>
        <p:grpSpPr>
          <a:xfrm>
            <a:off x="494404" y="2011372"/>
            <a:ext cx="3599722" cy="973931"/>
            <a:chOff x="494404" y="1112086"/>
            <a:chExt cx="3599722" cy="973931"/>
          </a:xfrm>
        </p:grpSpPr>
        <p:sp>
          <p:nvSpPr>
            <p:cNvPr id="28" name="Arrow: Chevron 27">
              <a:extLst>
                <a:ext uri="{FF2B5EF4-FFF2-40B4-BE49-F238E27FC236}">
                  <a16:creationId xmlns:a16="http://schemas.microsoft.com/office/drawing/2014/main" id="{5DCF8086-5244-48E2-AF4C-3A828C093E8A}"/>
                </a:ext>
              </a:extLst>
            </p:cNvPr>
            <p:cNvSpPr/>
            <p:nvPr/>
          </p:nvSpPr>
          <p:spPr>
            <a:xfrm>
              <a:off x="494404" y="1112086"/>
              <a:ext cx="3599722" cy="973931"/>
            </a:xfrm>
            <a:prstGeom prst="chevron">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29" name="Arrow: Chevron 8">
              <a:extLst>
                <a:ext uri="{FF2B5EF4-FFF2-40B4-BE49-F238E27FC236}">
                  <a16:creationId xmlns:a16="http://schemas.microsoft.com/office/drawing/2014/main" id="{FC2210C0-19B7-44A8-A532-153E8338C7E7}"/>
                </a:ext>
              </a:extLst>
            </p:cNvPr>
            <p:cNvSpPr txBox="1"/>
            <p:nvPr/>
          </p:nvSpPr>
          <p:spPr>
            <a:xfrm>
              <a:off x="981370" y="1112086"/>
              <a:ext cx="2625791" cy="97393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20320" rIns="0" bIns="20320" numCol="1" spcCol="1270" anchor="ctr" anchorCtr="0">
              <a:noAutofit/>
            </a:bodyPr>
            <a:lstStyle/>
            <a:p>
              <a:pPr marL="0" lvl="0" indent="0" algn="ctr" defTabSz="1422400">
                <a:lnSpc>
                  <a:spcPct val="90000"/>
                </a:lnSpc>
                <a:spcBef>
                  <a:spcPct val="0"/>
                </a:spcBef>
                <a:spcAft>
                  <a:spcPct val="35000"/>
                </a:spcAft>
                <a:buNone/>
              </a:pPr>
              <a:r>
                <a:rPr lang="en-IN" sz="3200" b="1" i="0" u="none" kern="1200" dirty="0"/>
                <a:t>Measurable</a:t>
              </a:r>
              <a:endParaRPr lang="en-GB" sz="3200" kern="1200" dirty="0"/>
            </a:p>
          </p:txBody>
        </p:sp>
      </p:grpSp>
      <p:grpSp>
        <p:nvGrpSpPr>
          <p:cNvPr id="7" name="Group 6">
            <a:extLst>
              <a:ext uri="{FF2B5EF4-FFF2-40B4-BE49-F238E27FC236}">
                <a16:creationId xmlns:a16="http://schemas.microsoft.com/office/drawing/2014/main" id="{AFFB8443-8E31-4592-BEF7-32DBA44E9F82}"/>
              </a:ext>
            </a:extLst>
          </p:cNvPr>
          <p:cNvGrpSpPr/>
          <p:nvPr/>
        </p:nvGrpSpPr>
        <p:grpSpPr>
          <a:xfrm>
            <a:off x="3777599" y="2094156"/>
            <a:ext cx="7919996" cy="808362"/>
            <a:chOff x="3777599" y="1194870"/>
            <a:chExt cx="7919996" cy="808362"/>
          </a:xfrm>
        </p:grpSpPr>
        <p:sp>
          <p:nvSpPr>
            <p:cNvPr id="26" name="Arrow: Chevron 25">
              <a:extLst>
                <a:ext uri="{FF2B5EF4-FFF2-40B4-BE49-F238E27FC236}">
                  <a16:creationId xmlns:a16="http://schemas.microsoft.com/office/drawing/2014/main" id="{DA8FC783-24A2-4212-B83D-52CD388B27C6}"/>
                </a:ext>
              </a:extLst>
            </p:cNvPr>
            <p:cNvSpPr/>
            <p:nvPr/>
          </p:nvSpPr>
          <p:spPr>
            <a:xfrm>
              <a:off x="3777599" y="1194870"/>
              <a:ext cx="7919996" cy="808362"/>
            </a:xfrm>
            <a:prstGeom prst="chevron">
              <a:avLst/>
            </a:prstGeom>
          </p:spPr>
          <p:style>
            <a:lnRef idx="2">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sp>
        <p:sp>
          <p:nvSpPr>
            <p:cNvPr id="27" name="Arrow: Chevron 10">
              <a:extLst>
                <a:ext uri="{FF2B5EF4-FFF2-40B4-BE49-F238E27FC236}">
                  <a16:creationId xmlns:a16="http://schemas.microsoft.com/office/drawing/2014/main" id="{04A0A14B-23B0-455A-94CA-F5C512810548}"/>
                </a:ext>
              </a:extLst>
            </p:cNvPr>
            <p:cNvSpPr txBox="1"/>
            <p:nvPr/>
          </p:nvSpPr>
          <p:spPr>
            <a:xfrm>
              <a:off x="4181780" y="1194870"/>
              <a:ext cx="7111634" cy="80836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IN" sz="2600" b="0" i="0" u="none" kern="1200" dirty="0"/>
                <a:t>Ensure your goals can be tracked and measured.</a:t>
              </a:r>
              <a:endParaRPr lang="en-GB" sz="2600" kern="1200" dirty="0"/>
            </a:p>
          </p:txBody>
        </p:sp>
      </p:grpSp>
      <p:grpSp>
        <p:nvGrpSpPr>
          <p:cNvPr id="8" name="Group 7">
            <a:extLst>
              <a:ext uri="{FF2B5EF4-FFF2-40B4-BE49-F238E27FC236}">
                <a16:creationId xmlns:a16="http://schemas.microsoft.com/office/drawing/2014/main" id="{5F9040C6-F067-4EA2-9D55-16B186740221}"/>
              </a:ext>
            </a:extLst>
          </p:cNvPr>
          <p:cNvGrpSpPr/>
          <p:nvPr/>
        </p:nvGrpSpPr>
        <p:grpSpPr>
          <a:xfrm>
            <a:off x="494404" y="3121653"/>
            <a:ext cx="3599722" cy="973931"/>
            <a:chOff x="494404" y="2222367"/>
            <a:chExt cx="3599722" cy="973931"/>
          </a:xfrm>
        </p:grpSpPr>
        <p:sp>
          <p:nvSpPr>
            <p:cNvPr id="24" name="Arrow: Chevron 23">
              <a:extLst>
                <a:ext uri="{FF2B5EF4-FFF2-40B4-BE49-F238E27FC236}">
                  <a16:creationId xmlns:a16="http://schemas.microsoft.com/office/drawing/2014/main" id="{F0F1B2C2-876A-4798-A7DD-7E0235691534}"/>
                </a:ext>
              </a:extLst>
            </p:cNvPr>
            <p:cNvSpPr/>
            <p:nvPr/>
          </p:nvSpPr>
          <p:spPr>
            <a:xfrm>
              <a:off x="494404" y="2222367"/>
              <a:ext cx="3599722" cy="973931"/>
            </a:xfrm>
            <a:prstGeom prst="chevron">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25" name="Arrow: Chevron 12">
              <a:extLst>
                <a:ext uri="{FF2B5EF4-FFF2-40B4-BE49-F238E27FC236}">
                  <a16:creationId xmlns:a16="http://schemas.microsoft.com/office/drawing/2014/main" id="{7C5AF3DA-43F2-4162-BAC0-6D368C92CCDC}"/>
                </a:ext>
              </a:extLst>
            </p:cNvPr>
            <p:cNvSpPr txBox="1"/>
            <p:nvPr/>
          </p:nvSpPr>
          <p:spPr>
            <a:xfrm>
              <a:off x="981370" y="2222367"/>
              <a:ext cx="2625791" cy="97393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20320" rIns="0" bIns="20320" numCol="1" spcCol="1270" anchor="ctr" anchorCtr="0">
              <a:noAutofit/>
            </a:bodyPr>
            <a:lstStyle/>
            <a:p>
              <a:pPr marL="0" lvl="0" indent="0" algn="ctr" defTabSz="1422400">
                <a:lnSpc>
                  <a:spcPct val="90000"/>
                </a:lnSpc>
                <a:spcBef>
                  <a:spcPct val="0"/>
                </a:spcBef>
                <a:spcAft>
                  <a:spcPct val="35000"/>
                </a:spcAft>
                <a:buNone/>
              </a:pPr>
              <a:r>
                <a:rPr lang="en-IN" sz="3200" b="1" i="0" u="none" kern="1200" dirty="0"/>
                <a:t>Achievable</a:t>
              </a:r>
              <a:endParaRPr lang="en-GB" sz="3600" kern="1200" dirty="0"/>
            </a:p>
          </p:txBody>
        </p:sp>
      </p:grpSp>
      <p:grpSp>
        <p:nvGrpSpPr>
          <p:cNvPr id="9" name="Group 8">
            <a:extLst>
              <a:ext uri="{FF2B5EF4-FFF2-40B4-BE49-F238E27FC236}">
                <a16:creationId xmlns:a16="http://schemas.microsoft.com/office/drawing/2014/main" id="{B4C82E66-959D-41A1-B059-F73BF33A9F35}"/>
              </a:ext>
            </a:extLst>
          </p:cNvPr>
          <p:cNvGrpSpPr/>
          <p:nvPr/>
        </p:nvGrpSpPr>
        <p:grpSpPr>
          <a:xfrm>
            <a:off x="3777599" y="3204438"/>
            <a:ext cx="7919996" cy="808362"/>
            <a:chOff x="3777599" y="2305152"/>
            <a:chExt cx="7919996" cy="808362"/>
          </a:xfrm>
        </p:grpSpPr>
        <p:sp>
          <p:nvSpPr>
            <p:cNvPr id="22" name="Arrow: Chevron 21">
              <a:extLst>
                <a:ext uri="{FF2B5EF4-FFF2-40B4-BE49-F238E27FC236}">
                  <a16:creationId xmlns:a16="http://schemas.microsoft.com/office/drawing/2014/main" id="{AB1E2318-0918-4696-B0EC-E109C45AA712}"/>
                </a:ext>
              </a:extLst>
            </p:cNvPr>
            <p:cNvSpPr/>
            <p:nvPr/>
          </p:nvSpPr>
          <p:spPr>
            <a:xfrm>
              <a:off x="3777599" y="2305152"/>
              <a:ext cx="7919996" cy="808362"/>
            </a:xfrm>
            <a:prstGeom prst="chevron">
              <a:avLst/>
            </a:prstGeom>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sp>
        <p:sp>
          <p:nvSpPr>
            <p:cNvPr id="23" name="Arrow: Chevron 14">
              <a:extLst>
                <a:ext uri="{FF2B5EF4-FFF2-40B4-BE49-F238E27FC236}">
                  <a16:creationId xmlns:a16="http://schemas.microsoft.com/office/drawing/2014/main" id="{4D1B7F46-1BAE-4112-A895-3343B877E316}"/>
                </a:ext>
              </a:extLst>
            </p:cNvPr>
            <p:cNvSpPr txBox="1"/>
            <p:nvPr/>
          </p:nvSpPr>
          <p:spPr>
            <a:xfrm>
              <a:off x="4181780" y="2305152"/>
              <a:ext cx="7111634" cy="80836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IN" sz="2600" b="0" i="0" u="none" kern="1200" dirty="0"/>
                <a:t>Set realistic and attainable goals.</a:t>
              </a:r>
              <a:endParaRPr lang="en-GB" sz="2600" kern="1200" dirty="0"/>
            </a:p>
          </p:txBody>
        </p:sp>
      </p:grpSp>
      <p:grpSp>
        <p:nvGrpSpPr>
          <p:cNvPr id="10" name="Group 9">
            <a:extLst>
              <a:ext uri="{FF2B5EF4-FFF2-40B4-BE49-F238E27FC236}">
                <a16:creationId xmlns:a16="http://schemas.microsoft.com/office/drawing/2014/main" id="{5E93A9F9-AEEC-46CB-BCAE-55087E63701F}"/>
              </a:ext>
            </a:extLst>
          </p:cNvPr>
          <p:cNvGrpSpPr/>
          <p:nvPr/>
        </p:nvGrpSpPr>
        <p:grpSpPr>
          <a:xfrm>
            <a:off x="494404" y="4231935"/>
            <a:ext cx="3599722" cy="973931"/>
            <a:chOff x="494404" y="3332649"/>
            <a:chExt cx="3599722" cy="973931"/>
          </a:xfrm>
        </p:grpSpPr>
        <p:sp>
          <p:nvSpPr>
            <p:cNvPr id="20" name="Arrow: Chevron 19">
              <a:extLst>
                <a:ext uri="{FF2B5EF4-FFF2-40B4-BE49-F238E27FC236}">
                  <a16:creationId xmlns:a16="http://schemas.microsoft.com/office/drawing/2014/main" id="{E145BBDA-5407-4375-834C-00D1731CCA88}"/>
                </a:ext>
              </a:extLst>
            </p:cNvPr>
            <p:cNvSpPr/>
            <p:nvPr/>
          </p:nvSpPr>
          <p:spPr>
            <a:xfrm>
              <a:off x="494404" y="3332649"/>
              <a:ext cx="3599722" cy="973931"/>
            </a:xfrm>
            <a:prstGeom prst="chevron">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sp>
        <p:sp>
          <p:nvSpPr>
            <p:cNvPr id="21" name="Arrow: Chevron 16">
              <a:extLst>
                <a:ext uri="{FF2B5EF4-FFF2-40B4-BE49-F238E27FC236}">
                  <a16:creationId xmlns:a16="http://schemas.microsoft.com/office/drawing/2014/main" id="{C706A2AB-4162-4AE2-9864-F8453A32AC34}"/>
                </a:ext>
              </a:extLst>
            </p:cNvPr>
            <p:cNvSpPr txBox="1"/>
            <p:nvPr/>
          </p:nvSpPr>
          <p:spPr>
            <a:xfrm>
              <a:off x="981370" y="3332649"/>
              <a:ext cx="2625791" cy="97393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20320" rIns="0" bIns="20320" numCol="1" spcCol="1270" anchor="ctr" anchorCtr="0">
              <a:noAutofit/>
            </a:bodyPr>
            <a:lstStyle/>
            <a:p>
              <a:pPr marL="0" lvl="0" indent="0" algn="ctr" defTabSz="1422400">
                <a:lnSpc>
                  <a:spcPct val="90000"/>
                </a:lnSpc>
                <a:spcBef>
                  <a:spcPct val="0"/>
                </a:spcBef>
                <a:spcAft>
                  <a:spcPct val="35000"/>
                </a:spcAft>
                <a:buNone/>
              </a:pPr>
              <a:r>
                <a:rPr lang="en-IN" sz="3200" b="1" i="0" u="none" kern="1200" dirty="0"/>
                <a:t>Relevant</a:t>
              </a:r>
              <a:endParaRPr lang="en-GB" sz="3600" kern="1200" dirty="0"/>
            </a:p>
          </p:txBody>
        </p:sp>
      </p:grpSp>
      <p:grpSp>
        <p:nvGrpSpPr>
          <p:cNvPr id="11" name="Group 10">
            <a:extLst>
              <a:ext uri="{FF2B5EF4-FFF2-40B4-BE49-F238E27FC236}">
                <a16:creationId xmlns:a16="http://schemas.microsoft.com/office/drawing/2014/main" id="{BBA6C992-C710-4131-B1EA-64AE2F79DB8D}"/>
              </a:ext>
            </a:extLst>
          </p:cNvPr>
          <p:cNvGrpSpPr/>
          <p:nvPr/>
        </p:nvGrpSpPr>
        <p:grpSpPr>
          <a:xfrm>
            <a:off x="3777599" y="4314719"/>
            <a:ext cx="7919996" cy="808362"/>
            <a:chOff x="3777599" y="3415433"/>
            <a:chExt cx="7919996" cy="808362"/>
          </a:xfrm>
        </p:grpSpPr>
        <p:sp>
          <p:nvSpPr>
            <p:cNvPr id="18" name="Arrow: Chevron 17">
              <a:extLst>
                <a:ext uri="{FF2B5EF4-FFF2-40B4-BE49-F238E27FC236}">
                  <a16:creationId xmlns:a16="http://schemas.microsoft.com/office/drawing/2014/main" id="{7637C484-00E6-4AEC-9CAC-3EE87938BC10}"/>
                </a:ext>
              </a:extLst>
            </p:cNvPr>
            <p:cNvSpPr/>
            <p:nvPr/>
          </p:nvSpPr>
          <p:spPr>
            <a:xfrm>
              <a:off x="3777599" y="3415433"/>
              <a:ext cx="7919996" cy="808362"/>
            </a:xfrm>
            <a:prstGeom prst="chevron">
              <a:avLst/>
            </a:prstGeom>
          </p:spPr>
          <p:style>
            <a:lnRef idx="2">
              <a:schemeClr val="accent5">
                <a:tint val="40000"/>
                <a:alpha val="90000"/>
                <a:hueOff val="0"/>
                <a:satOff val="0"/>
                <a:lumOff val="0"/>
                <a:alphaOff val="0"/>
              </a:schemeClr>
            </a:lnRef>
            <a:fillRef idx="1">
              <a:schemeClr val="accent5">
                <a:tint val="40000"/>
                <a:alpha val="90000"/>
                <a:hueOff val="0"/>
                <a:satOff val="0"/>
                <a:lumOff val="0"/>
                <a:alphaOff val="0"/>
              </a:schemeClr>
            </a:fillRef>
            <a:effectRef idx="0">
              <a:schemeClr val="accent5">
                <a:tint val="40000"/>
                <a:alpha val="90000"/>
                <a:hueOff val="0"/>
                <a:satOff val="0"/>
                <a:lumOff val="0"/>
                <a:alphaOff val="0"/>
              </a:schemeClr>
            </a:effectRef>
            <a:fontRef idx="minor">
              <a:schemeClr val="dk1">
                <a:hueOff val="0"/>
                <a:satOff val="0"/>
                <a:lumOff val="0"/>
                <a:alphaOff val="0"/>
              </a:schemeClr>
            </a:fontRef>
          </p:style>
        </p:sp>
        <p:sp>
          <p:nvSpPr>
            <p:cNvPr id="19" name="Arrow: Chevron 18">
              <a:extLst>
                <a:ext uri="{FF2B5EF4-FFF2-40B4-BE49-F238E27FC236}">
                  <a16:creationId xmlns:a16="http://schemas.microsoft.com/office/drawing/2014/main" id="{079ADDEF-4031-43C1-8144-BAB219E60DC2}"/>
                </a:ext>
              </a:extLst>
            </p:cNvPr>
            <p:cNvSpPr txBox="1"/>
            <p:nvPr/>
          </p:nvSpPr>
          <p:spPr>
            <a:xfrm>
              <a:off x="4181780" y="3415433"/>
              <a:ext cx="7111634" cy="80836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IN" sz="2600" b="0" i="0" u="none" kern="1200" dirty="0"/>
                <a:t>Align your goals with your overall business objectives.</a:t>
              </a:r>
              <a:endParaRPr lang="en-GB" sz="2600" kern="1200" dirty="0"/>
            </a:p>
          </p:txBody>
        </p:sp>
      </p:grpSp>
      <p:grpSp>
        <p:nvGrpSpPr>
          <p:cNvPr id="12" name="Group 11">
            <a:extLst>
              <a:ext uri="{FF2B5EF4-FFF2-40B4-BE49-F238E27FC236}">
                <a16:creationId xmlns:a16="http://schemas.microsoft.com/office/drawing/2014/main" id="{90BDFFC6-E921-42FA-8140-5BF4E41873A3}"/>
              </a:ext>
            </a:extLst>
          </p:cNvPr>
          <p:cNvGrpSpPr/>
          <p:nvPr/>
        </p:nvGrpSpPr>
        <p:grpSpPr>
          <a:xfrm>
            <a:off x="494404" y="5342217"/>
            <a:ext cx="3599722" cy="973931"/>
            <a:chOff x="494404" y="4442931"/>
            <a:chExt cx="3599722" cy="973931"/>
          </a:xfrm>
        </p:grpSpPr>
        <p:sp>
          <p:nvSpPr>
            <p:cNvPr id="16" name="Arrow: Chevron 15">
              <a:extLst>
                <a:ext uri="{FF2B5EF4-FFF2-40B4-BE49-F238E27FC236}">
                  <a16:creationId xmlns:a16="http://schemas.microsoft.com/office/drawing/2014/main" id="{49D00D81-C5A0-4563-812F-C7520FC4D215}"/>
                </a:ext>
              </a:extLst>
            </p:cNvPr>
            <p:cNvSpPr/>
            <p:nvPr/>
          </p:nvSpPr>
          <p:spPr>
            <a:xfrm>
              <a:off x="494404" y="4442931"/>
              <a:ext cx="3599722" cy="973931"/>
            </a:xfrm>
            <a:prstGeom prst="chevron">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sp>
        <p:sp>
          <p:nvSpPr>
            <p:cNvPr id="17" name="Arrow: Chevron 20">
              <a:extLst>
                <a:ext uri="{FF2B5EF4-FFF2-40B4-BE49-F238E27FC236}">
                  <a16:creationId xmlns:a16="http://schemas.microsoft.com/office/drawing/2014/main" id="{A603F180-9098-4583-A56F-A94A518E11FB}"/>
                </a:ext>
              </a:extLst>
            </p:cNvPr>
            <p:cNvSpPr txBox="1"/>
            <p:nvPr/>
          </p:nvSpPr>
          <p:spPr>
            <a:xfrm>
              <a:off x="981370" y="4442931"/>
              <a:ext cx="2625791" cy="97393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0640" tIns="20320" rIns="0" bIns="20320" numCol="1" spcCol="1270" anchor="ctr" anchorCtr="0">
              <a:noAutofit/>
            </a:bodyPr>
            <a:lstStyle/>
            <a:p>
              <a:pPr marL="0" lvl="0" indent="0" algn="ctr" defTabSz="1422400">
                <a:lnSpc>
                  <a:spcPct val="90000"/>
                </a:lnSpc>
                <a:spcBef>
                  <a:spcPct val="0"/>
                </a:spcBef>
                <a:spcAft>
                  <a:spcPct val="35000"/>
                </a:spcAft>
                <a:buNone/>
              </a:pPr>
              <a:r>
                <a:rPr lang="en-IN" sz="3200" b="1" i="0" u="none" kern="1200" dirty="0"/>
                <a:t>Time-bound</a:t>
              </a:r>
              <a:endParaRPr lang="en-GB" sz="3600" kern="1200" dirty="0"/>
            </a:p>
          </p:txBody>
        </p:sp>
      </p:grpSp>
      <p:grpSp>
        <p:nvGrpSpPr>
          <p:cNvPr id="13" name="Group 12">
            <a:extLst>
              <a:ext uri="{FF2B5EF4-FFF2-40B4-BE49-F238E27FC236}">
                <a16:creationId xmlns:a16="http://schemas.microsoft.com/office/drawing/2014/main" id="{449B9398-6166-413A-9407-7086DDD74962}"/>
              </a:ext>
            </a:extLst>
          </p:cNvPr>
          <p:cNvGrpSpPr/>
          <p:nvPr/>
        </p:nvGrpSpPr>
        <p:grpSpPr>
          <a:xfrm>
            <a:off x="3777599" y="5425001"/>
            <a:ext cx="7919996" cy="808362"/>
            <a:chOff x="3777599" y="4525715"/>
            <a:chExt cx="7919996" cy="808362"/>
          </a:xfrm>
        </p:grpSpPr>
        <p:sp>
          <p:nvSpPr>
            <p:cNvPr id="14" name="Arrow: Chevron 13">
              <a:extLst>
                <a:ext uri="{FF2B5EF4-FFF2-40B4-BE49-F238E27FC236}">
                  <a16:creationId xmlns:a16="http://schemas.microsoft.com/office/drawing/2014/main" id="{469A1647-2AAA-4869-B04D-D08C01756C8F}"/>
                </a:ext>
              </a:extLst>
            </p:cNvPr>
            <p:cNvSpPr/>
            <p:nvPr/>
          </p:nvSpPr>
          <p:spPr>
            <a:xfrm>
              <a:off x="3777599" y="4525715"/>
              <a:ext cx="7919996" cy="808362"/>
            </a:xfrm>
            <a:prstGeom prst="chevron">
              <a:avLst/>
            </a:prstGeom>
          </p:spPr>
          <p:style>
            <a:lnRef idx="2">
              <a:schemeClr val="accent6">
                <a:tint val="40000"/>
                <a:alpha val="90000"/>
                <a:hueOff val="0"/>
                <a:satOff val="0"/>
                <a:lumOff val="0"/>
                <a:alphaOff val="0"/>
              </a:schemeClr>
            </a:lnRef>
            <a:fillRef idx="1">
              <a:schemeClr val="accent6">
                <a:tint val="40000"/>
                <a:alpha val="90000"/>
                <a:hueOff val="0"/>
                <a:satOff val="0"/>
                <a:lumOff val="0"/>
                <a:alphaOff val="0"/>
              </a:schemeClr>
            </a:fillRef>
            <a:effectRef idx="0">
              <a:schemeClr val="accent6">
                <a:tint val="40000"/>
                <a:alpha val="90000"/>
                <a:hueOff val="0"/>
                <a:satOff val="0"/>
                <a:lumOff val="0"/>
                <a:alphaOff val="0"/>
              </a:schemeClr>
            </a:effectRef>
            <a:fontRef idx="minor">
              <a:schemeClr val="dk1">
                <a:hueOff val="0"/>
                <a:satOff val="0"/>
                <a:lumOff val="0"/>
                <a:alphaOff val="0"/>
              </a:schemeClr>
            </a:fontRef>
          </p:style>
        </p:sp>
        <p:sp>
          <p:nvSpPr>
            <p:cNvPr id="15" name="Arrow: Chevron 22">
              <a:extLst>
                <a:ext uri="{FF2B5EF4-FFF2-40B4-BE49-F238E27FC236}">
                  <a16:creationId xmlns:a16="http://schemas.microsoft.com/office/drawing/2014/main" id="{0EA79AB1-B287-4B0C-A26C-54271ABE2B62}"/>
                </a:ext>
              </a:extLst>
            </p:cNvPr>
            <p:cNvSpPr txBox="1"/>
            <p:nvPr/>
          </p:nvSpPr>
          <p:spPr>
            <a:xfrm>
              <a:off x="4181780" y="4525715"/>
              <a:ext cx="7111634" cy="808362"/>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33020" tIns="16510" rIns="0" bIns="16510" numCol="1" spcCol="1270" anchor="ctr" anchorCtr="0">
              <a:noAutofit/>
            </a:bodyPr>
            <a:lstStyle/>
            <a:p>
              <a:pPr marL="0" lvl="0" indent="0" algn="ctr" defTabSz="1155700">
                <a:lnSpc>
                  <a:spcPct val="90000"/>
                </a:lnSpc>
                <a:spcBef>
                  <a:spcPct val="0"/>
                </a:spcBef>
                <a:spcAft>
                  <a:spcPct val="35000"/>
                </a:spcAft>
                <a:buNone/>
              </a:pPr>
              <a:r>
                <a:rPr lang="en-IN" sz="2600" b="0" i="0" u="none" kern="1200" dirty="0"/>
                <a:t>Set deadlines for achieving your goals.</a:t>
              </a:r>
              <a:endParaRPr lang="en-GB" sz="2600" kern="1200" dirty="0"/>
            </a:p>
          </p:txBody>
        </p:sp>
      </p:grpSp>
    </p:spTree>
    <p:extLst>
      <p:ext uri="{BB962C8B-B14F-4D97-AF65-F5344CB8AC3E}">
        <p14:creationId xmlns:p14="http://schemas.microsoft.com/office/powerpoint/2010/main" val="4232944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0-#ppt_w/2"/>
                                          </p:val>
                                        </p:tav>
                                        <p:tav tm="100000">
                                          <p:val>
                                            <p:strVal val="#ppt_x"/>
                                          </p:val>
                                        </p:tav>
                                      </p:tavLst>
                                    </p:anim>
                                    <p:anim calcmode="lin" valueType="num">
                                      <p:cBhvr additive="base">
                                        <p:cTn id="22"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0-#ppt_w/2"/>
                                          </p:val>
                                        </p:tav>
                                        <p:tav tm="100000">
                                          <p:val>
                                            <p:strVal val="#ppt_x"/>
                                          </p:val>
                                        </p:tav>
                                      </p:tavLst>
                                    </p:anim>
                                    <p:anim calcmode="lin" valueType="num">
                                      <p:cBhvr additive="base">
                                        <p:cTn id="32"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500" fill="hold"/>
                                        <p:tgtEl>
                                          <p:spTgt spid="11"/>
                                        </p:tgtEl>
                                        <p:attrNameLst>
                                          <p:attrName>ppt_x</p:attrName>
                                        </p:attrNameLst>
                                      </p:cBhvr>
                                      <p:tavLst>
                                        <p:tav tm="0">
                                          <p:val>
                                            <p:strVal val="0-#ppt_w/2"/>
                                          </p:val>
                                        </p:tav>
                                        <p:tav tm="100000">
                                          <p:val>
                                            <p:strVal val="#ppt_x"/>
                                          </p:val>
                                        </p:tav>
                                      </p:tavLst>
                                    </p:anim>
                                    <p:anim calcmode="lin" valueType="num">
                                      <p:cBhvr additive="base">
                                        <p:cTn id="42"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0-#ppt_w/2"/>
                                          </p:val>
                                        </p:tav>
                                        <p:tav tm="100000">
                                          <p:val>
                                            <p:strVal val="#ppt_x"/>
                                          </p:val>
                                        </p:tav>
                                      </p:tavLst>
                                    </p:anim>
                                    <p:anim calcmode="lin" valueType="num">
                                      <p:cBhvr additive="base">
                                        <p:cTn id="52"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442F5B-FF5C-49EF-812C-7E056CD09E02}"/>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A2D6E839-556D-49EC-A2A6-513E6D89632A}"/>
              </a:ext>
            </a:extLst>
          </p:cNvPr>
          <p:cNvSpPr>
            <a:spLocks noGrp="1"/>
          </p:cNvSpPr>
          <p:nvPr>
            <p:ph type="title"/>
          </p:nvPr>
        </p:nvSpPr>
        <p:spPr/>
        <p:txBody>
          <a:bodyPr>
            <a:normAutofit/>
          </a:bodyPr>
          <a:lstStyle/>
          <a:p>
            <a:r>
              <a:rPr lang="en-US" sz="3200" dirty="0"/>
              <a:t>Understand Your Audience</a:t>
            </a:r>
          </a:p>
        </p:txBody>
      </p:sp>
      <p:graphicFrame>
        <p:nvGraphicFramePr>
          <p:cNvPr id="5" name="Diagram 4">
            <a:extLst>
              <a:ext uri="{FF2B5EF4-FFF2-40B4-BE49-F238E27FC236}">
                <a16:creationId xmlns:a16="http://schemas.microsoft.com/office/drawing/2014/main" id="{C9582540-1DC5-4E1E-B3BE-B6511F761F02}"/>
              </a:ext>
            </a:extLst>
          </p:cNvPr>
          <p:cNvGraphicFramePr/>
          <p:nvPr/>
        </p:nvGraphicFramePr>
        <p:xfrm>
          <a:off x="131179" y="1385958"/>
          <a:ext cx="11929641" cy="47965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55209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AB8F35AE-0482-3140-9574-7E50E9CC91D5}"/>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5">
                                            <p:graphicEl>
                                              <a:dgm id="{40BA5ECF-D7AA-1747-9B44-8CB9F1035596}"/>
                                            </p:graphicEl>
                                          </p:spTgt>
                                        </p:tgtEl>
                                        <p:attrNameLst>
                                          <p:attrName>style.visibility</p:attrName>
                                        </p:attrNameLst>
                                      </p:cBhvr>
                                      <p:to>
                                        <p:strVal val="visible"/>
                                      </p:to>
                                    </p:set>
                                    <p:anim calcmode="lin" valueType="num">
                                      <p:cBhvr additive="base">
                                        <p:cTn id="11" dur="500"/>
                                        <p:tgtEl>
                                          <p:spTgt spid="5">
                                            <p:graphicEl>
                                              <a:dgm id="{40BA5ECF-D7AA-1747-9B44-8CB9F1035596}"/>
                                            </p:graphicEl>
                                          </p:spTgt>
                                        </p:tgtEl>
                                        <p:attrNameLst>
                                          <p:attrName>ppt_x</p:attrName>
                                        </p:attrNameLst>
                                      </p:cBhvr>
                                      <p:tavLst>
                                        <p:tav tm="0">
                                          <p:val>
                                            <p:strVal val="#ppt_x-#ppt_w*1.125000"/>
                                          </p:val>
                                        </p:tav>
                                        <p:tav tm="100000">
                                          <p:val>
                                            <p:strVal val="#ppt_x"/>
                                          </p:val>
                                        </p:tav>
                                      </p:tavLst>
                                    </p:anim>
                                    <p:animEffect transition="in" filter="wipe(right)">
                                      <p:cBhvr>
                                        <p:cTn id="12" dur="500"/>
                                        <p:tgtEl>
                                          <p:spTgt spid="5">
                                            <p:graphicEl>
                                              <a:dgm id="{40BA5ECF-D7AA-1747-9B44-8CB9F103559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graphicEl>
                                              <a:dgm id="{0BF1E616-3C10-7D49-ACFC-94AFA41E16C2}"/>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5">
                                            <p:graphicEl>
                                              <a:dgm id="{969A6578-FBEE-9445-BDF8-F946B71A4859}"/>
                                            </p:graphicEl>
                                          </p:spTgt>
                                        </p:tgtEl>
                                        <p:attrNameLst>
                                          <p:attrName>style.visibility</p:attrName>
                                        </p:attrNameLst>
                                      </p:cBhvr>
                                      <p:to>
                                        <p:strVal val="visible"/>
                                      </p:to>
                                    </p:set>
                                    <p:anim calcmode="lin" valueType="num">
                                      <p:cBhvr additive="base">
                                        <p:cTn id="21" dur="500"/>
                                        <p:tgtEl>
                                          <p:spTgt spid="5">
                                            <p:graphicEl>
                                              <a:dgm id="{969A6578-FBEE-9445-BDF8-F946B71A4859}"/>
                                            </p:graphicEl>
                                          </p:spTgt>
                                        </p:tgtEl>
                                        <p:attrNameLst>
                                          <p:attrName>ppt_x</p:attrName>
                                        </p:attrNameLst>
                                      </p:cBhvr>
                                      <p:tavLst>
                                        <p:tav tm="0">
                                          <p:val>
                                            <p:strVal val="#ppt_x-#ppt_w*1.125000"/>
                                          </p:val>
                                        </p:tav>
                                        <p:tav tm="100000">
                                          <p:val>
                                            <p:strVal val="#ppt_x"/>
                                          </p:val>
                                        </p:tav>
                                      </p:tavLst>
                                    </p:anim>
                                    <p:animEffect transition="in" filter="wipe(right)">
                                      <p:cBhvr>
                                        <p:cTn id="22" dur="500"/>
                                        <p:tgtEl>
                                          <p:spTgt spid="5">
                                            <p:graphicEl>
                                              <a:dgm id="{969A6578-FBEE-9445-BDF8-F946B71A4859}"/>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graphicEl>
                                              <a:dgm id="{BB77F516-8C3B-034C-9646-3D72F6150A07}"/>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5">
                                            <p:graphicEl>
                                              <a:dgm id="{22435F35-C378-E14C-9713-90207D956007}"/>
                                            </p:graphicEl>
                                          </p:spTgt>
                                        </p:tgtEl>
                                        <p:attrNameLst>
                                          <p:attrName>style.visibility</p:attrName>
                                        </p:attrNameLst>
                                      </p:cBhvr>
                                      <p:to>
                                        <p:strVal val="visible"/>
                                      </p:to>
                                    </p:set>
                                    <p:anim calcmode="lin" valueType="num">
                                      <p:cBhvr additive="base">
                                        <p:cTn id="31" dur="500"/>
                                        <p:tgtEl>
                                          <p:spTgt spid="5">
                                            <p:graphicEl>
                                              <a:dgm id="{22435F35-C378-E14C-9713-90207D956007}"/>
                                            </p:graphicEl>
                                          </p:spTgt>
                                        </p:tgtEl>
                                        <p:attrNameLst>
                                          <p:attrName>ppt_x</p:attrName>
                                        </p:attrNameLst>
                                      </p:cBhvr>
                                      <p:tavLst>
                                        <p:tav tm="0">
                                          <p:val>
                                            <p:strVal val="#ppt_x-#ppt_w*1.125000"/>
                                          </p:val>
                                        </p:tav>
                                        <p:tav tm="100000">
                                          <p:val>
                                            <p:strVal val="#ppt_x"/>
                                          </p:val>
                                        </p:tav>
                                      </p:tavLst>
                                    </p:anim>
                                    <p:animEffect transition="in" filter="wipe(right)">
                                      <p:cBhvr>
                                        <p:cTn id="32" dur="500"/>
                                        <p:tgtEl>
                                          <p:spTgt spid="5">
                                            <p:graphicEl>
                                              <a:dgm id="{22435F35-C378-E14C-9713-90207D956007}"/>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graphicEl>
                                              <a:dgm id="{00507214-5BA2-3649-AE74-104C9D3750D3}"/>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grpId="0" nodeType="clickEffect">
                                  <p:stCondLst>
                                    <p:cond delay="0"/>
                                  </p:stCondLst>
                                  <p:childTnLst>
                                    <p:set>
                                      <p:cBhvr>
                                        <p:cTn id="40" dur="1" fill="hold">
                                          <p:stCondLst>
                                            <p:cond delay="0"/>
                                          </p:stCondLst>
                                        </p:cTn>
                                        <p:tgtEl>
                                          <p:spTgt spid="5">
                                            <p:graphicEl>
                                              <a:dgm id="{5B370A29-2DE8-D24C-9C41-592962F69D3C}"/>
                                            </p:graphicEl>
                                          </p:spTgt>
                                        </p:tgtEl>
                                        <p:attrNameLst>
                                          <p:attrName>style.visibility</p:attrName>
                                        </p:attrNameLst>
                                      </p:cBhvr>
                                      <p:to>
                                        <p:strVal val="visible"/>
                                      </p:to>
                                    </p:set>
                                    <p:anim calcmode="lin" valueType="num">
                                      <p:cBhvr additive="base">
                                        <p:cTn id="41" dur="500"/>
                                        <p:tgtEl>
                                          <p:spTgt spid="5">
                                            <p:graphicEl>
                                              <a:dgm id="{5B370A29-2DE8-D24C-9C41-592962F69D3C}"/>
                                            </p:graphicEl>
                                          </p:spTgt>
                                        </p:tgtEl>
                                        <p:attrNameLst>
                                          <p:attrName>ppt_x</p:attrName>
                                        </p:attrNameLst>
                                      </p:cBhvr>
                                      <p:tavLst>
                                        <p:tav tm="0">
                                          <p:val>
                                            <p:strVal val="#ppt_x-#ppt_w*1.125000"/>
                                          </p:val>
                                        </p:tav>
                                        <p:tav tm="100000">
                                          <p:val>
                                            <p:strVal val="#ppt_x"/>
                                          </p:val>
                                        </p:tav>
                                      </p:tavLst>
                                    </p:anim>
                                    <p:animEffect transition="in" filter="wipe(right)">
                                      <p:cBhvr>
                                        <p:cTn id="42" dur="500"/>
                                        <p:tgtEl>
                                          <p:spTgt spid="5">
                                            <p:graphicEl>
                                              <a:dgm id="{5B370A29-2DE8-D24C-9C41-592962F69D3C}"/>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D6E839-556D-49EC-A2A6-513E6D89632A}"/>
              </a:ext>
            </a:extLst>
          </p:cNvPr>
          <p:cNvSpPr>
            <a:spLocks noGrp="1"/>
          </p:cNvSpPr>
          <p:nvPr>
            <p:ph type="title"/>
          </p:nvPr>
        </p:nvSpPr>
        <p:spPr/>
        <p:txBody>
          <a:bodyPr>
            <a:normAutofit/>
          </a:bodyPr>
          <a:lstStyle/>
          <a:p>
            <a:r>
              <a:rPr lang="en-US" sz="3200" dirty="0"/>
              <a:t>Conduct a Competitive Analysis</a:t>
            </a:r>
          </a:p>
        </p:txBody>
      </p:sp>
      <p:graphicFrame>
        <p:nvGraphicFramePr>
          <p:cNvPr id="5" name="Diagram 4">
            <a:extLst>
              <a:ext uri="{FF2B5EF4-FFF2-40B4-BE49-F238E27FC236}">
                <a16:creationId xmlns:a16="http://schemas.microsoft.com/office/drawing/2014/main" id="{4323627C-311E-4723-B45B-954F4AB07E0B}"/>
              </a:ext>
            </a:extLst>
          </p:cNvPr>
          <p:cNvGraphicFramePr/>
          <p:nvPr/>
        </p:nvGraphicFramePr>
        <p:xfrm>
          <a:off x="255141" y="863444"/>
          <a:ext cx="11681717" cy="39022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5830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AB8F35AE-0482-3140-9574-7E50E9CC91D5}"/>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5">
                                            <p:graphicEl>
                                              <a:dgm id="{40BA5ECF-D7AA-1747-9B44-8CB9F1035596}"/>
                                            </p:graphicEl>
                                          </p:spTgt>
                                        </p:tgtEl>
                                        <p:attrNameLst>
                                          <p:attrName>style.visibility</p:attrName>
                                        </p:attrNameLst>
                                      </p:cBhvr>
                                      <p:to>
                                        <p:strVal val="visible"/>
                                      </p:to>
                                    </p:set>
                                    <p:anim calcmode="lin" valueType="num">
                                      <p:cBhvr additive="base">
                                        <p:cTn id="11" dur="500"/>
                                        <p:tgtEl>
                                          <p:spTgt spid="5">
                                            <p:graphicEl>
                                              <a:dgm id="{40BA5ECF-D7AA-1747-9B44-8CB9F1035596}"/>
                                            </p:graphicEl>
                                          </p:spTgt>
                                        </p:tgtEl>
                                        <p:attrNameLst>
                                          <p:attrName>ppt_x</p:attrName>
                                        </p:attrNameLst>
                                      </p:cBhvr>
                                      <p:tavLst>
                                        <p:tav tm="0">
                                          <p:val>
                                            <p:strVal val="#ppt_x-#ppt_w*1.125000"/>
                                          </p:val>
                                        </p:tav>
                                        <p:tav tm="100000">
                                          <p:val>
                                            <p:strVal val="#ppt_x"/>
                                          </p:val>
                                        </p:tav>
                                      </p:tavLst>
                                    </p:anim>
                                    <p:animEffect transition="in" filter="wipe(right)">
                                      <p:cBhvr>
                                        <p:cTn id="12" dur="500"/>
                                        <p:tgtEl>
                                          <p:spTgt spid="5">
                                            <p:graphicEl>
                                              <a:dgm id="{40BA5ECF-D7AA-1747-9B44-8CB9F103559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graphicEl>
                                              <a:dgm id="{0BF1E616-3C10-7D49-ACFC-94AFA41E16C2}"/>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5">
                                            <p:graphicEl>
                                              <a:dgm id="{969A6578-FBEE-9445-BDF8-F946B71A4859}"/>
                                            </p:graphicEl>
                                          </p:spTgt>
                                        </p:tgtEl>
                                        <p:attrNameLst>
                                          <p:attrName>style.visibility</p:attrName>
                                        </p:attrNameLst>
                                      </p:cBhvr>
                                      <p:to>
                                        <p:strVal val="visible"/>
                                      </p:to>
                                    </p:set>
                                    <p:anim calcmode="lin" valueType="num">
                                      <p:cBhvr additive="base">
                                        <p:cTn id="21" dur="500"/>
                                        <p:tgtEl>
                                          <p:spTgt spid="5">
                                            <p:graphicEl>
                                              <a:dgm id="{969A6578-FBEE-9445-BDF8-F946B71A4859}"/>
                                            </p:graphicEl>
                                          </p:spTgt>
                                        </p:tgtEl>
                                        <p:attrNameLst>
                                          <p:attrName>ppt_x</p:attrName>
                                        </p:attrNameLst>
                                      </p:cBhvr>
                                      <p:tavLst>
                                        <p:tav tm="0">
                                          <p:val>
                                            <p:strVal val="#ppt_x-#ppt_w*1.125000"/>
                                          </p:val>
                                        </p:tav>
                                        <p:tav tm="100000">
                                          <p:val>
                                            <p:strVal val="#ppt_x"/>
                                          </p:val>
                                        </p:tav>
                                      </p:tavLst>
                                    </p:anim>
                                    <p:animEffect transition="in" filter="wipe(right)">
                                      <p:cBhvr>
                                        <p:cTn id="22" dur="500"/>
                                        <p:tgtEl>
                                          <p:spTgt spid="5">
                                            <p:graphicEl>
                                              <a:dgm id="{969A6578-FBEE-9445-BDF8-F946B71A4859}"/>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graphicEl>
                                              <a:dgm id="{BB77F516-8C3B-034C-9646-3D72F6150A07}"/>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5">
                                            <p:graphicEl>
                                              <a:dgm id="{22435F35-C378-E14C-9713-90207D956007}"/>
                                            </p:graphicEl>
                                          </p:spTgt>
                                        </p:tgtEl>
                                        <p:attrNameLst>
                                          <p:attrName>style.visibility</p:attrName>
                                        </p:attrNameLst>
                                      </p:cBhvr>
                                      <p:to>
                                        <p:strVal val="visible"/>
                                      </p:to>
                                    </p:set>
                                    <p:anim calcmode="lin" valueType="num">
                                      <p:cBhvr additive="base">
                                        <p:cTn id="31" dur="500"/>
                                        <p:tgtEl>
                                          <p:spTgt spid="5">
                                            <p:graphicEl>
                                              <a:dgm id="{22435F35-C378-E14C-9713-90207D956007}"/>
                                            </p:graphicEl>
                                          </p:spTgt>
                                        </p:tgtEl>
                                        <p:attrNameLst>
                                          <p:attrName>ppt_x</p:attrName>
                                        </p:attrNameLst>
                                      </p:cBhvr>
                                      <p:tavLst>
                                        <p:tav tm="0">
                                          <p:val>
                                            <p:strVal val="#ppt_x-#ppt_w*1.125000"/>
                                          </p:val>
                                        </p:tav>
                                        <p:tav tm="100000">
                                          <p:val>
                                            <p:strVal val="#ppt_x"/>
                                          </p:val>
                                        </p:tav>
                                      </p:tavLst>
                                    </p:anim>
                                    <p:animEffect transition="in" filter="wipe(right)">
                                      <p:cBhvr>
                                        <p:cTn id="32" dur="500"/>
                                        <p:tgtEl>
                                          <p:spTgt spid="5">
                                            <p:graphicEl>
                                              <a:dgm id="{22435F35-C378-E14C-9713-90207D95600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442F5B-FF5C-49EF-812C-7E056CD09E02}"/>
              </a:ext>
            </a:extLst>
          </p:cNvPr>
          <p:cNvSpPr>
            <a:spLocks noGrp="1"/>
          </p:cNvSpPr>
          <p:nvPr>
            <p:ph idx="1"/>
          </p:nvPr>
        </p:nvSpPr>
        <p:spPr/>
        <p:txBody>
          <a:bodyPr/>
          <a:lstStyle/>
          <a:p>
            <a:endParaRPr lang="en-US"/>
          </a:p>
        </p:txBody>
      </p:sp>
      <p:sp>
        <p:nvSpPr>
          <p:cNvPr id="3" name="Title 2">
            <a:extLst>
              <a:ext uri="{FF2B5EF4-FFF2-40B4-BE49-F238E27FC236}">
                <a16:creationId xmlns:a16="http://schemas.microsoft.com/office/drawing/2014/main" id="{A2D6E839-556D-49EC-A2A6-513E6D89632A}"/>
              </a:ext>
            </a:extLst>
          </p:cNvPr>
          <p:cNvSpPr>
            <a:spLocks noGrp="1"/>
          </p:cNvSpPr>
          <p:nvPr>
            <p:ph type="title"/>
          </p:nvPr>
        </p:nvSpPr>
        <p:spPr/>
        <p:txBody>
          <a:bodyPr>
            <a:normAutofit/>
          </a:bodyPr>
          <a:lstStyle/>
          <a:p>
            <a:r>
              <a:rPr lang="en-US" sz="3200" dirty="0"/>
              <a:t>Create Engaging Content</a:t>
            </a:r>
          </a:p>
        </p:txBody>
      </p:sp>
      <p:graphicFrame>
        <p:nvGraphicFramePr>
          <p:cNvPr id="5" name="Diagram 4">
            <a:extLst>
              <a:ext uri="{FF2B5EF4-FFF2-40B4-BE49-F238E27FC236}">
                <a16:creationId xmlns:a16="http://schemas.microsoft.com/office/drawing/2014/main" id="{4935BF23-F282-49DC-B70B-A89B0E67448A}"/>
              </a:ext>
            </a:extLst>
          </p:cNvPr>
          <p:cNvGraphicFramePr/>
          <p:nvPr/>
        </p:nvGraphicFramePr>
        <p:xfrm>
          <a:off x="255141" y="863444"/>
          <a:ext cx="11681717" cy="39022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0480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AB8F35AE-0482-3140-9574-7E50E9CC91D5}"/>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5">
                                            <p:graphicEl>
                                              <a:dgm id="{40BA5ECF-D7AA-1747-9B44-8CB9F1035596}"/>
                                            </p:graphicEl>
                                          </p:spTgt>
                                        </p:tgtEl>
                                        <p:attrNameLst>
                                          <p:attrName>style.visibility</p:attrName>
                                        </p:attrNameLst>
                                      </p:cBhvr>
                                      <p:to>
                                        <p:strVal val="visible"/>
                                      </p:to>
                                    </p:set>
                                    <p:anim calcmode="lin" valueType="num">
                                      <p:cBhvr additive="base">
                                        <p:cTn id="11" dur="500"/>
                                        <p:tgtEl>
                                          <p:spTgt spid="5">
                                            <p:graphicEl>
                                              <a:dgm id="{40BA5ECF-D7AA-1747-9B44-8CB9F1035596}"/>
                                            </p:graphicEl>
                                          </p:spTgt>
                                        </p:tgtEl>
                                        <p:attrNameLst>
                                          <p:attrName>ppt_x</p:attrName>
                                        </p:attrNameLst>
                                      </p:cBhvr>
                                      <p:tavLst>
                                        <p:tav tm="0">
                                          <p:val>
                                            <p:strVal val="#ppt_x-#ppt_w*1.125000"/>
                                          </p:val>
                                        </p:tav>
                                        <p:tav tm="100000">
                                          <p:val>
                                            <p:strVal val="#ppt_x"/>
                                          </p:val>
                                        </p:tav>
                                      </p:tavLst>
                                    </p:anim>
                                    <p:animEffect transition="in" filter="wipe(right)">
                                      <p:cBhvr>
                                        <p:cTn id="12" dur="500"/>
                                        <p:tgtEl>
                                          <p:spTgt spid="5">
                                            <p:graphicEl>
                                              <a:dgm id="{40BA5ECF-D7AA-1747-9B44-8CB9F103559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graphicEl>
                                              <a:dgm id="{0BF1E616-3C10-7D49-ACFC-94AFA41E16C2}"/>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5">
                                            <p:graphicEl>
                                              <a:dgm id="{969A6578-FBEE-9445-BDF8-F946B71A4859}"/>
                                            </p:graphicEl>
                                          </p:spTgt>
                                        </p:tgtEl>
                                        <p:attrNameLst>
                                          <p:attrName>style.visibility</p:attrName>
                                        </p:attrNameLst>
                                      </p:cBhvr>
                                      <p:to>
                                        <p:strVal val="visible"/>
                                      </p:to>
                                    </p:set>
                                    <p:anim calcmode="lin" valueType="num">
                                      <p:cBhvr additive="base">
                                        <p:cTn id="21" dur="500"/>
                                        <p:tgtEl>
                                          <p:spTgt spid="5">
                                            <p:graphicEl>
                                              <a:dgm id="{969A6578-FBEE-9445-BDF8-F946B71A4859}"/>
                                            </p:graphicEl>
                                          </p:spTgt>
                                        </p:tgtEl>
                                        <p:attrNameLst>
                                          <p:attrName>ppt_x</p:attrName>
                                        </p:attrNameLst>
                                      </p:cBhvr>
                                      <p:tavLst>
                                        <p:tav tm="0">
                                          <p:val>
                                            <p:strVal val="#ppt_x-#ppt_w*1.125000"/>
                                          </p:val>
                                        </p:tav>
                                        <p:tav tm="100000">
                                          <p:val>
                                            <p:strVal val="#ppt_x"/>
                                          </p:val>
                                        </p:tav>
                                      </p:tavLst>
                                    </p:anim>
                                    <p:animEffect transition="in" filter="wipe(right)">
                                      <p:cBhvr>
                                        <p:cTn id="22" dur="500"/>
                                        <p:tgtEl>
                                          <p:spTgt spid="5">
                                            <p:graphicEl>
                                              <a:dgm id="{969A6578-FBEE-9445-BDF8-F946B71A4859}"/>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graphicEl>
                                              <a:dgm id="{BB77F516-8C3B-034C-9646-3D72F6150A07}"/>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5">
                                            <p:graphicEl>
                                              <a:dgm id="{22435F35-C378-E14C-9713-90207D956007}"/>
                                            </p:graphicEl>
                                          </p:spTgt>
                                        </p:tgtEl>
                                        <p:attrNameLst>
                                          <p:attrName>style.visibility</p:attrName>
                                        </p:attrNameLst>
                                      </p:cBhvr>
                                      <p:to>
                                        <p:strVal val="visible"/>
                                      </p:to>
                                    </p:set>
                                    <p:anim calcmode="lin" valueType="num">
                                      <p:cBhvr additive="base">
                                        <p:cTn id="31" dur="500"/>
                                        <p:tgtEl>
                                          <p:spTgt spid="5">
                                            <p:graphicEl>
                                              <a:dgm id="{22435F35-C378-E14C-9713-90207D956007}"/>
                                            </p:graphicEl>
                                          </p:spTgt>
                                        </p:tgtEl>
                                        <p:attrNameLst>
                                          <p:attrName>ppt_x</p:attrName>
                                        </p:attrNameLst>
                                      </p:cBhvr>
                                      <p:tavLst>
                                        <p:tav tm="0">
                                          <p:val>
                                            <p:strVal val="#ppt_x-#ppt_w*1.125000"/>
                                          </p:val>
                                        </p:tav>
                                        <p:tav tm="100000">
                                          <p:val>
                                            <p:strVal val="#ppt_x"/>
                                          </p:val>
                                        </p:tav>
                                      </p:tavLst>
                                    </p:anim>
                                    <p:animEffect transition="in" filter="wipe(right)">
                                      <p:cBhvr>
                                        <p:cTn id="32" dur="500"/>
                                        <p:tgtEl>
                                          <p:spTgt spid="5">
                                            <p:graphicEl>
                                              <a:dgm id="{22435F35-C378-E14C-9713-90207D95600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442F5B-FF5C-49EF-812C-7E056CD09E02}"/>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A2D6E839-556D-49EC-A2A6-513E6D89632A}"/>
              </a:ext>
            </a:extLst>
          </p:cNvPr>
          <p:cNvSpPr>
            <a:spLocks noGrp="1"/>
          </p:cNvSpPr>
          <p:nvPr>
            <p:ph type="title"/>
          </p:nvPr>
        </p:nvSpPr>
        <p:spPr/>
        <p:txBody>
          <a:bodyPr>
            <a:normAutofit/>
          </a:bodyPr>
          <a:lstStyle/>
          <a:p>
            <a:r>
              <a:rPr lang="en-US" sz="3200" dirty="0"/>
              <a:t>Leverage Influencers</a:t>
            </a:r>
          </a:p>
        </p:txBody>
      </p:sp>
      <p:graphicFrame>
        <p:nvGraphicFramePr>
          <p:cNvPr id="5" name="Diagram 4">
            <a:extLst>
              <a:ext uri="{FF2B5EF4-FFF2-40B4-BE49-F238E27FC236}">
                <a16:creationId xmlns:a16="http://schemas.microsoft.com/office/drawing/2014/main" id="{501957C3-5C8D-403E-AC90-60ED74C892BF}"/>
              </a:ext>
            </a:extLst>
          </p:cNvPr>
          <p:cNvGraphicFramePr/>
          <p:nvPr/>
        </p:nvGraphicFramePr>
        <p:xfrm>
          <a:off x="255141" y="863444"/>
          <a:ext cx="11681717" cy="39022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17364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AB8F35AE-0482-3140-9574-7E50E9CC91D5}"/>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5">
                                            <p:graphicEl>
                                              <a:dgm id="{40BA5ECF-D7AA-1747-9B44-8CB9F1035596}"/>
                                            </p:graphicEl>
                                          </p:spTgt>
                                        </p:tgtEl>
                                        <p:attrNameLst>
                                          <p:attrName>style.visibility</p:attrName>
                                        </p:attrNameLst>
                                      </p:cBhvr>
                                      <p:to>
                                        <p:strVal val="visible"/>
                                      </p:to>
                                    </p:set>
                                    <p:anim calcmode="lin" valueType="num">
                                      <p:cBhvr additive="base">
                                        <p:cTn id="11" dur="500"/>
                                        <p:tgtEl>
                                          <p:spTgt spid="5">
                                            <p:graphicEl>
                                              <a:dgm id="{40BA5ECF-D7AA-1747-9B44-8CB9F1035596}"/>
                                            </p:graphicEl>
                                          </p:spTgt>
                                        </p:tgtEl>
                                        <p:attrNameLst>
                                          <p:attrName>ppt_x</p:attrName>
                                        </p:attrNameLst>
                                      </p:cBhvr>
                                      <p:tavLst>
                                        <p:tav tm="0">
                                          <p:val>
                                            <p:strVal val="#ppt_x-#ppt_w*1.125000"/>
                                          </p:val>
                                        </p:tav>
                                        <p:tav tm="100000">
                                          <p:val>
                                            <p:strVal val="#ppt_x"/>
                                          </p:val>
                                        </p:tav>
                                      </p:tavLst>
                                    </p:anim>
                                    <p:animEffect transition="in" filter="wipe(right)">
                                      <p:cBhvr>
                                        <p:cTn id="12" dur="500"/>
                                        <p:tgtEl>
                                          <p:spTgt spid="5">
                                            <p:graphicEl>
                                              <a:dgm id="{40BA5ECF-D7AA-1747-9B44-8CB9F103559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graphicEl>
                                              <a:dgm id="{0BF1E616-3C10-7D49-ACFC-94AFA41E16C2}"/>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5">
                                            <p:graphicEl>
                                              <a:dgm id="{969A6578-FBEE-9445-BDF8-F946B71A4859}"/>
                                            </p:graphicEl>
                                          </p:spTgt>
                                        </p:tgtEl>
                                        <p:attrNameLst>
                                          <p:attrName>style.visibility</p:attrName>
                                        </p:attrNameLst>
                                      </p:cBhvr>
                                      <p:to>
                                        <p:strVal val="visible"/>
                                      </p:to>
                                    </p:set>
                                    <p:anim calcmode="lin" valueType="num">
                                      <p:cBhvr additive="base">
                                        <p:cTn id="21" dur="500"/>
                                        <p:tgtEl>
                                          <p:spTgt spid="5">
                                            <p:graphicEl>
                                              <a:dgm id="{969A6578-FBEE-9445-BDF8-F946B71A4859}"/>
                                            </p:graphicEl>
                                          </p:spTgt>
                                        </p:tgtEl>
                                        <p:attrNameLst>
                                          <p:attrName>ppt_x</p:attrName>
                                        </p:attrNameLst>
                                      </p:cBhvr>
                                      <p:tavLst>
                                        <p:tav tm="0">
                                          <p:val>
                                            <p:strVal val="#ppt_x-#ppt_w*1.125000"/>
                                          </p:val>
                                        </p:tav>
                                        <p:tav tm="100000">
                                          <p:val>
                                            <p:strVal val="#ppt_x"/>
                                          </p:val>
                                        </p:tav>
                                      </p:tavLst>
                                    </p:anim>
                                    <p:animEffect transition="in" filter="wipe(right)">
                                      <p:cBhvr>
                                        <p:cTn id="22" dur="500"/>
                                        <p:tgtEl>
                                          <p:spTgt spid="5">
                                            <p:graphicEl>
                                              <a:dgm id="{969A6578-FBEE-9445-BDF8-F946B71A4859}"/>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graphicEl>
                                              <a:dgm id="{BB77F516-8C3B-034C-9646-3D72F6150A07}"/>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5">
                                            <p:graphicEl>
                                              <a:dgm id="{22435F35-C378-E14C-9713-90207D956007}"/>
                                            </p:graphicEl>
                                          </p:spTgt>
                                        </p:tgtEl>
                                        <p:attrNameLst>
                                          <p:attrName>style.visibility</p:attrName>
                                        </p:attrNameLst>
                                      </p:cBhvr>
                                      <p:to>
                                        <p:strVal val="visible"/>
                                      </p:to>
                                    </p:set>
                                    <p:anim calcmode="lin" valueType="num">
                                      <p:cBhvr additive="base">
                                        <p:cTn id="31" dur="500"/>
                                        <p:tgtEl>
                                          <p:spTgt spid="5">
                                            <p:graphicEl>
                                              <a:dgm id="{22435F35-C378-E14C-9713-90207D956007}"/>
                                            </p:graphicEl>
                                          </p:spTgt>
                                        </p:tgtEl>
                                        <p:attrNameLst>
                                          <p:attrName>ppt_x</p:attrName>
                                        </p:attrNameLst>
                                      </p:cBhvr>
                                      <p:tavLst>
                                        <p:tav tm="0">
                                          <p:val>
                                            <p:strVal val="#ppt_x-#ppt_w*1.125000"/>
                                          </p:val>
                                        </p:tav>
                                        <p:tav tm="100000">
                                          <p:val>
                                            <p:strVal val="#ppt_x"/>
                                          </p:val>
                                        </p:tav>
                                      </p:tavLst>
                                    </p:anim>
                                    <p:animEffect transition="in" filter="wipe(right)">
                                      <p:cBhvr>
                                        <p:cTn id="32" dur="500"/>
                                        <p:tgtEl>
                                          <p:spTgt spid="5">
                                            <p:graphicEl>
                                              <a:dgm id="{22435F35-C378-E14C-9713-90207D95600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84A90B1-5E3B-4B14-94F8-1574137F4EF8}"/>
              </a:ext>
            </a:extLst>
          </p:cNvPr>
          <p:cNvSpPr txBox="1">
            <a:spLocks/>
          </p:cNvSpPr>
          <p:nvPr/>
        </p:nvSpPr>
        <p:spPr>
          <a:xfrm>
            <a:off x="5439" y="21769"/>
            <a:ext cx="12192000" cy="711200"/>
          </a:xfrm>
          <a:prstGeom prst="rect">
            <a:avLst/>
          </a:prstGeom>
          <a:solidFill>
            <a:srgbClr val="C0C0C0">
              <a:alpha val="50000"/>
            </a:srgbClr>
          </a:solidFill>
          <a:ln>
            <a:noFill/>
          </a:ln>
        </p:spPr>
        <p:txBody>
          <a:bodyPr vert="horz" lIns="216000" tIns="108000" rIns="216000" bIns="108000" rtlCol="0" anchor="ctr">
            <a:normAutofit/>
          </a:bodyPr>
          <a:lstStyle>
            <a:lvl1pPr algn="l" defTabSz="914400" rtl="0" eaLnBrk="1" latinLnBrk="0" hangingPunct="1">
              <a:lnSpc>
                <a:spcPct val="90000"/>
              </a:lnSpc>
              <a:spcBef>
                <a:spcPct val="0"/>
              </a:spcBef>
              <a:buNone/>
              <a:defRPr lang="en-US" sz="3400" b="1" kern="1200" dirty="0">
                <a:solidFill>
                  <a:schemeClr val="tx1">
                    <a:lumMod val="90000"/>
                    <a:lumOff val="10000"/>
                  </a:schemeClr>
                </a:solidFill>
                <a:effectLst/>
                <a:latin typeface="+mj-lt"/>
                <a:ea typeface="+mj-ea"/>
                <a:cs typeface="+mj-cs"/>
              </a:defRPr>
            </a:lvl1pPr>
          </a:lstStyle>
          <a:p>
            <a:r>
              <a:rPr lang="en-US" sz="3200" dirty="0"/>
              <a:t>6. Utilize Paid Advertising</a:t>
            </a:r>
          </a:p>
        </p:txBody>
      </p:sp>
      <p:graphicFrame>
        <p:nvGraphicFramePr>
          <p:cNvPr id="5" name="Content Placeholder 4">
            <a:extLst>
              <a:ext uri="{FF2B5EF4-FFF2-40B4-BE49-F238E27FC236}">
                <a16:creationId xmlns:a16="http://schemas.microsoft.com/office/drawing/2014/main" id="{6583315C-4541-4EBB-8504-80377D77CABD}"/>
              </a:ext>
            </a:extLst>
          </p:cNvPr>
          <p:cNvGraphicFramePr>
            <a:graphicFrameLocks noGrp="1"/>
          </p:cNvGraphicFramePr>
          <p:nvPr>
            <p:ph idx="1"/>
          </p:nvPr>
        </p:nvGraphicFramePr>
        <p:xfrm>
          <a:off x="131763" y="86360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10958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AB8F35AE-0482-3140-9574-7E50E9CC91D5}"/>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5">
                                            <p:graphicEl>
                                              <a:dgm id="{40BA5ECF-D7AA-1747-9B44-8CB9F1035596}"/>
                                            </p:graphicEl>
                                          </p:spTgt>
                                        </p:tgtEl>
                                        <p:attrNameLst>
                                          <p:attrName>style.visibility</p:attrName>
                                        </p:attrNameLst>
                                      </p:cBhvr>
                                      <p:to>
                                        <p:strVal val="visible"/>
                                      </p:to>
                                    </p:set>
                                    <p:anim calcmode="lin" valueType="num">
                                      <p:cBhvr additive="base">
                                        <p:cTn id="11" dur="500"/>
                                        <p:tgtEl>
                                          <p:spTgt spid="5">
                                            <p:graphicEl>
                                              <a:dgm id="{40BA5ECF-D7AA-1747-9B44-8CB9F1035596}"/>
                                            </p:graphicEl>
                                          </p:spTgt>
                                        </p:tgtEl>
                                        <p:attrNameLst>
                                          <p:attrName>ppt_x</p:attrName>
                                        </p:attrNameLst>
                                      </p:cBhvr>
                                      <p:tavLst>
                                        <p:tav tm="0">
                                          <p:val>
                                            <p:strVal val="#ppt_x-#ppt_w*1.125000"/>
                                          </p:val>
                                        </p:tav>
                                        <p:tav tm="100000">
                                          <p:val>
                                            <p:strVal val="#ppt_x"/>
                                          </p:val>
                                        </p:tav>
                                      </p:tavLst>
                                    </p:anim>
                                    <p:animEffect transition="in" filter="wipe(right)">
                                      <p:cBhvr>
                                        <p:cTn id="12" dur="500"/>
                                        <p:tgtEl>
                                          <p:spTgt spid="5">
                                            <p:graphicEl>
                                              <a:dgm id="{40BA5ECF-D7AA-1747-9B44-8CB9F103559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graphicEl>
                                              <a:dgm id="{0BF1E616-3C10-7D49-ACFC-94AFA41E16C2}"/>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5">
                                            <p:graphicEl>
                                              <a:dgm id="{969A6578-FBEE-9445-BDF8-F946B71A4859}"/>
                                            </p:graphicEl>
                                          </p:spTgt>
                                        </p:tgtEl>
                                        <p:attrNameLst>
                                          <p:attrName>style.visibility</p:attrName>
                                        </p:attrNameLst>
                                      </p:cBhvr>
                                      <p:to>
                                        <p:strVal val="visible"/>
                                      </p:to>
                                    </p:set>
                                    <p:anim calcmode="lin" valueType="num">
                                      <p:cBhvr additive="base">
                                        <p:cTn id="21" dur="500"/>
                                        <p:tgtEl>
                                          <p:spTgt spid="5">
                                            <p:graphicEl>
                                              <a:dgm id="{969A6578-FBEE-9445-BDF8-F946B71A4859}"/>
                                            </p:graphicEl>
                                          </p:spTgt>
                                        </p:tgtEl>
                                        <p:attrNameLst>
                                          <p:attrName>ppt_x</p:attrName>
                                        </p:attrNameLst>
                                      </p:cBhvr>
                                      <p:tavLst>
                                        <p:tav tm="0">
                                          <p:val>
                                            <p:strVal val="#ppt_x-#ppt_w*1.125000"/>
                                          </p:val>
                                        </p:tav>
                                        <p:tav tm="100000">
                                          <p:val>
                                            <p:strVal val="#ppt_x"/>
                                          </p:val>
                                        </p:tav>
                                      </p:tavLst>
                                    </p:anim>
                                    <p:animEffect transition="in" filter="wipe(right)">
                                      <p:cBhvr>
                                        <p:cTn id="22" dur="500"/>
                                        <p:tgtEl>
                                          <p:spTgt spid="5">
                                            <p:graphicEl>
                                              <a:dgm id="{969A6578-FBEE-9445-BDF8-F946B71A4859}"/>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graphicEl>
                                              <a:dgm id="{BB77F516-8C3B-034C-9646-3D72F6150A07}"/>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5">
                                            <p:graphicEl>
                                              <a:dgm id="{22435F35-C378-E14C-9713-90207D956007}"/>
                                            </p:graphicEl>
                                          </p:spTgt>
                                        </p:tgtEl>
                                        <p:attrNameLst>
                                          <p:attrName>style.visibility</p:attrName>
                                        </p:attrNameLst>
                                      </p:cBhvr>
                                      <p:to>
                                        <p:strVal val="visible"/>
                                      </p:to>
                                    </p:set>
                                    <p:anim calcmode="lin" valueType="num">
                                      <p:cBhvr additive="base">
                                        <p:cTn id="31" dur="500"/>
                                        <p:tgtEl>
                                          <p:spTgt spid="5">
                                            <p:graphicEl>
                                              <a:dgm id="{22435F35-C378-E14C-9713-90207D956007}"/>
                                            </p:graphicEl>
                                          </p:spTgt>
                                        </p:tgtEl>
                                        <p:attrNameLst>
                                          <p:attrName>ppt_x</p:attrName>
                                        </p:attrNameLst>
                                      </p:cBhvr>
                                      <p:tavLst>
                                        <p:tav tm="0">
                                          <p:val>
                                            <p:strVal val="#ppt_x-#ppt_w*1.125000"/>
                                          </p:val>
                                        </p:tav>
                                        <p:tav tm="100000">
                                          <p:val>
                                            <p:strVal val="#ppt_x"/>
                                          </p:val>
                                        </p:tav>
                                      </p:tavLst>
                                    </p:anim>
                                    <p:animEffect transition="in" filter="wipe(right)">
                                      <p:cBhvr>
                                        <p:cTn id="32" dur="500"/>
                                        <p:tgtEl>
                                          <p:spTgt spid="5">
                                            <p:graphicEl>
                                              <a:dgm id="{22435F35-C378-E14C-9713-90207D95600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442F5B-FF5C-49EF-812C-7E056CD09E02}"/>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A2D6E839-556D-49EC-A2A6-513E6D89632A}"/>
              </a:ext>
            </a:extLst>
          </p:cNvPr>
          <p:cNvSpPr>
            <a:spLocks noGrp="1"/>
          </p:cNvSpPr>
          <p:nvPr>
            <p:ph type="title"/>
          </p:nvPr>
        </p:nvSpPr>
        <p:spPr/>
        <p:txBody>
          <a:bodyPr>
            <a:normAutofit/>
          </a:bodyPr>
          <a:lstStyle/>
          <a:p>
            <a:r>
              <a:rPr lang="en-US" sz="3200" dirty="0"/>
              <a:t>Engage with Your Audience</a:t>
            </a:r>
          </a:p>
        </p:txBody>
      </p:sp>
      <p:graphicFrame>
        <p:nvGraphicFramePr>
          <p:cNvPr id="4" name="Diagram 3">
            <a:extLst>
              <a:ext uri="{FF2B5EF4-FFF2-40B4-BE49-F238E27FC236}">
                <a16:creationId xmlns:a16="http://schemas.microsoft.com/office/drawing/2014/main" id="{42C036C7-5D99-4DD9-AE6A-5D73600A554D}"/>
              </a:ext>
            </a:extLst>
          </p:cNvPr>
          <p:cNvGraphicFramePr/>
          <p:nvPr>
            <p:extLst>
              <p:ext uri="{D42A27DB-BD31-4B8C-83A1-F6EECF244321}">
                <p14:modId xmlns:p14="http://schemas.microsoft.com/office/powerpoint/2010/main" val="2665489673"/>
              </p:ext>
            </p:extLst>
          </p:nvPr>
        </p:nvGraphicFramePr>
        <p:xfrm>
          <a:off x="255141" y="863444"/>
          <a:ext cx="11681717" cy="39022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04392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AB8F35AE-0482-3140-9574-7E50E9CC91D5}"/>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4">
                                            <p:graphicEl>
                                              <a:dgm id="{40BA5ECF-D7AA-1747-9B44-8CB9F1035596}"/>
                                            </p:graphicEl>
                                          </p:spTgt>
                                        </p:tgtEl>
                                        <p:attrNameLst>
                                          <p:attrName>style.visibility</p:attrName>
                                        </p:attrNameLst>
                                      </p:cBhvr>
                                      <p:to>
                                        <p:strVal val="visible"/>
                                      </p:to>
                                    </p:set>
                                    <p:anim calcmode="lin" valueType="num">
                                      <p:cBhvr additive="base">
                                        <p:cTn id="11" dur="500"/>
                                        <p:tgtEl>
                                          <p:spTgt spid="4">
                                            <p:graphicEl>
                                              <a:dgm id="{40BA5ECF-D7AA-1747-9B44-8CB9F1035596}"/>
                                            </p:graphicEl>
                                          </p:spTgt>
                                        </p:tgtEl>
                                        <p:attrNameLst>
                                          <p:attrName>ppt_x</p:attrName>
                                        </p:attrNameLst>
                                      </p:cBhvr>
                                      <p:tavLst>
                                        <p:tav tm="0">
                                          <p:val>
                                            <p:strVal val="#ppt_x-#ppt_w*1.125000"/>
                                          </p:val>
                                        </p:tav>
                                        <p:tav tm="100000">
                                          <p:val>
                                            <p:strVal val="#ppt_x"/>
                                          </p:val>
                                        </p:tav>
                                      </p:tavLst>
                                    </p:anim>
                                    <p:animEffect transition="in" filter="wipe(right)">
                                      <p:cBhvr>
                                        <p:cTn id="12" dur="500"/>
                                        <p:tgtEl>
                                          <p:spTgt spid="4">
                                            <p:graphicEl>
                                              <a:dgm id="{40BA5ECF-D7AA-1747-9B44-8CB9F103559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0BF1E616-3C10-7D49-ACFC-94AFA41E16C2}"/>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4">
                                            <p:graphicEl>
                                              <a:dgm id="{969A6578-FBEE-9445-BDF8-F946B71A4859}"/>
                                            </p:graphicEl>
                                          </p:spTgt>
                                        </p:tgtEl>
                                        <p:attrNameLst>
                                          <p:attrName>style.visibility</p:attrName>
                                        </p:attrNameLst>
                                      </p:cBhvr>
                                      <p:to>
                                        <p:strVal val="visible"/>
                                      </p:to>
                                    </p:set>
                                    <p:anim calcmode="lin" valueType="num">
                                      <p:cBhvr additive="base">
                                        <p:cTn id="21" dur="500"/>
                                        <p:tgtEl>
                                          <p:spTgt spid="4">
                                            <p:graphicEl>
                                              <a:dgm id="{969A6578-FBEE-9445-BDF8-F946B71A4859}"/>
                                            </p:graphicEl>
                                          </p:spTgt>
                                        </p:tgtEl>
                                        <p:attrNameLst>
                                          <p:attrName>ppt_x</p:attrName>
                                        </p:attrNameLst>
                                      </p:cBhvr>
                                      <p:tavLst>
                                        <p:tav tm="0">
                                          <p:val>
                                            <p:strVal val="#ppt_x-#ppt_w*1.125000"/>
                                          </p:val>
                                        </p:tav>
                                        <p:tav tm="100000">
                                          <p:val>
                                            <p:strVal val="#ppt_x"/>
                                          </p:val>
                                        </p:tav>
                                      </p:tavLst>
                                    </p:anim>
                                    <p:animEffect transition="in" filter="wipe(right)">
                                      <p:cBhvr>
                                        <p:cTn id="22" dur="500"/>
                                        <p:tgtEl>
                                          <p:spTgt spid="4">
                                            <p:graphicEl>
                                              <a:dgm id="{969A6578-FBEE-9445-BDF8-F946B71A4859}"/>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graphicEl>
                                              <a:dgm id="{BB77F516-8C3B-034C-9646-3D72F6150A07}"/>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4">
                                            <p:graphicEl>
                                              <a:dgm id="{22435F35-C378-E14C-9713-90207D956007}"/>
                                            </p:graphicEl>
                                          </p:spTgt>
                                        </p:tgtEl>
                                        <p:attrNameLst>
                                          <p:attrName>style.visibility</p:attrName>
                                        </p:attrNameLst>
                                      </p:cBhvr>
                                      <p:to>
                                        <p:strVal val="visible"/>
                                      </p:to>
                                    </p:set>
                                    <p:anim calcmode="lin" valueType="num">
                                      <p:cBhvr additive="base">
                                        <p:cTn id="31" dur="500"/>
                                        <p:tgtEl>
                                          <p:spTgt spid="4">
                                            <p:graphicEl>
                                              <a:dgm id="{22435F35-C378-E14C-9713-90207D956007}"/>
                                            </p:graphicEl>
                                          </p:spTgt>
                                        </p:tgtEl>
                                        <p:attrNameLst>
                                          <p:attrName>ppt_x</p:attrName>
                                        </p:attrNameLst>
                                      </p:cBhvr>
                                      <p:tavLst>
                                        <p:tav tm="0">
                                          <p:val>
                                            <p:strVal val="#ppt_x-#ppt_w*1.125000"/>
                                          </p:val>
                                        </p:tav>
                                        <p:tav tm="100000">
                                          <p:val>
                                            <p:strVal val="#ppt_x"/>
                                          </p:val>
                                        </p:tav>
                                      </p:tavLst>
                                    </p:anim>
                                    <p:animEffect transition="in" filter="wipe(right)">
                                      <p:cBhvr>
                                        <p:cTn id="32" dur="500"/>
                                        <p:tgtEl>
                                          <p:spTgt spid="4">
                                            <p:graphicEl>
                                              <a:dgm id="{22435F35-C378-E14C-9713-90207D95600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D6E839-556D-49EC-A2A6-513E6D89632A}"/>
              </a:ext>
            </a:extLst>
          </p:cNvPr>
          <p:cNvSpPr>
            <a:spLocks noGrp="1"/>
          </p:cNvSpPr>
          <p:nvPr>
            <p:ph type="title"/>
          </p:nvPr>
        </p:nvSpPr>
        <p:spPr/>
        <p:txBody>
          <a:bodyPr>
            <a:normAutofit/>
          </a:bodyPr>
          <a:lstStyle/>
          <a:p>
            <a:r>
              <a:rPr lang="en-US" sz="3200" dirty="0"/>
              <a:t>Analyze and Adjust</a:t>
            </a:r>
          </a:p>
        </p:txBody>
      </p:sp>
      <p:graphicFrame>
        <p:nvGraphicFramePr>
          <p:cNvPr id="4" name="Content Placeholder 3">
            <a:extLst>
              <a:ext uri="{FF2B5EF4-FFF2-40B4-BE49-F238E27FC236}">
                <a16:creationId xmlns:a16="http://schemas.microsoft.com/office/drawing/2014/main" id="{48F1B7EB-A259-4422-AA9D-D11561FC7392}"/>
              </a:ext>
            </a:extLst>
          </p:cNvPr>
          <p:cNvGraphicFramePr>
            <a:graphicFrameLocks noGrp="1"/>
          </p:cNvGraphicFramePr>
          <p:nvPr>
            <p:ph idx="1"/>
          </p:nvPr>
        </p:nvGraphicFramePr>
        <p:xfrm>
          <a:off x="131763" y="86360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09743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AB8F35AE-0482-3140-9574-7E50E9CC91D5}"/>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4">
                                            <p:graphicEl>
                                              <a:dgm id="{40BA5ECF-D7AA-1747-9B44-8CB9F1035596}"/>
                                            </p:graphicEl>
                                          </p:spTgt>
                                        </p:tgtEl>
                                        <p:attrNameLst>
                                          <p:attrName>style.visibility</p:attrName>
                                        </p:attrNameLst>
                                      </p:cBhvr>
                                      <p:to>
                                        <p:strVal val="visible"/>
                                      </p:to>
                                    </p:set>
                                    <p:anim calcmode="lin" valueType="num">
                                      <p:cBhvr additive="base">
                                        <p:cTn id="11" dur="500"/>
                                        <p:tgtEl>
                                          <p:spTgt spid="4">
                                            <p:graphicEl>
                                              <a:dgm id="{40BA5ECF-D7AA-1747-9B44-8CB9F1035596}"/>
                                            </p:graphicEl>
                                          </p:spTgt>
                                        </p:tgtEl>
                                        <p:attrNameLst>
                                          <p:attrName>ppt_x</p:attrName>
                                        </p:attrNameLst>
                                      </p:cBhvr>
                                      <p:tavLst>
                                        <p:tav tm="0">
                                          <p:val>
                                            <p:strVal val="#ppt_x-#ppt_w*1.125000"/>
                                          </p:val>
                                        </p:tav>
                                        <p:tav tm="100000">
                                          <p:val>
                                            <p:strVal val="#ppt_x"/>
                                          </p:val>
                                        </p:tav>
                                      </p:tavLst>
                                    </p:anim>
                                    <p:animEffect transition="in" filter="wipe(right)">
                                      <p:cBhvr>
                                        <p:cTn id="12" dur="500"/>
                                        <p:tgtEl>
                                          <p:spTgt spid="4">
                                            <p:graphicEl>
                                              <a:dgm id="{40BA5ECF-D7AA-1747-9B44-8CB9F103559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0BF1E616-3C10-7D49-ACFC-94AFA41E16C2}"/>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4">
                                            <p:graphicEl>
                                              <a:dgm id="{969A6578-FBEE-9445-BDF8-F946B71A4859}"/>
                                            </p:graphicEl>
                                          </p:spTgt>
                                        </p:tgtEl>
                                        <p:attrNameLst>
                                          <p:attrName>style.visibility</p:attrName>
                                        </p:attrNameLst>
                                      </p:cBhvr>
                                      <p:to>
                                        <p:strVal val="visible"/>
                                      </p:to>
                                    </p:set>
                                    <p:anim calcmode="lin" valueType="num">
                                      <p:cBhvr additive="base">
                                        <p:cTn id="21" dur="500"/>
                                        <p:tgtEl>
                                          <p:spTgt spid="4">
                                            <p:graphicEl>
                                              <a:dgm id="{969A6578-FBEE-9445-BDF8-F946B71A4859}"/>
                                            </p:graphicEl>
                                          </p:spTgt>
                                        </p:tgtEl>
                                        <p:attrNameLst>
                                          <p:attrName>ppt_x</p:attrName>
                                        </p:attrNameLst>
                                      </p:cBhvr>
                                      <p:tavLst>
                                        <p:tav tm="0">
                                          <p:val>
                                            <p:strVal val="#ppt_x-#ppt_w*1.125000"/>
                                          </p:val>
                                        </p:tav>
                                        <p:tav tm="100000">
                                          <p:val>
                                            <p:strVal val="#ppt_x"/>
                                          </p:val>
                                        </p:tav>
                                      </p:tavLst>
                                    </p:anim>
                                    <p:animEffect transition="in" filter="wipe(right)">
                                      <p:cBhvr>
                                        <p:cTn id="22" dur="500"/>
                                        <p:tgtEl>
                                          <p:spTgt spid="4">
                                            <p:graphicEl>
                                              <a:dgm id="{969A6578-FBEE-9445-BDF8-F946B71A4859}"/>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graphicEl>
                                              <a:dgm id="{BB77F516-8C3B-034C-9646-3D72F6150A07}"/>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grpId="0" nodeType="clickEffect">
                                  <p:stCondLst>
                                    <p:cond delay="0"/>
                                  </p:stCondLst>
                                  <p:childTnLst>
                                    <p:set>
                                      <p:cBhvr>
                                        <p:cTn id="30" dur="1" fill="hold">
                                          <p:stCondLst>
                                            <p:cond delay="0"/>
                                          </p:stCondLst>
                                        </p:cTn>
                                        <p:tgtEl>
                                          <p:spTgt spid="4">
                                            <p:graphicEl>
                                              <a:dgm id="{22435F35-C378-E14C-9713-90207D956007}"/>
                                            </p:graphicEl>
                                          </p:spTgt>
                                        </p:tgtEl>
                                        <p:attrNameLst>
                                          <p:attrName>style.visibility</p:attrName>
                                        </p:attrNameLst>
                                      </p:cBhvr>
                                      <p:to>
                                        <p:strVal val="visible"/>
                                      </p:to>
                                    </p:set>
                                    <p:anim calcmode="lin" valueType="num">
                                      <p:cBhvr additive="base">
                                        <p:cTn id="31" dur="500"/>
                                        <p:tgtEl>
                                          <p:spTgt spid="4">
                                            <p:graphicEl>
                                              <a:dgm id="{22435F35-C378-E14C-9713-90207D956007}"/>
                                            </p:graphicEl>
                                          </p:spTgt>
                                        </p:tgtEl>
                                        <p:attrNameLst>
                                          <p:attrName>ppt_x</p:attrName>
                                        </p:attrNameLst>
                                      </p:cBhvr>
                                      <p:tavLst>
                                        <p:tav tm="0">
                                          <p:val>
                                            <p:strVal val="#ppt_x-#ppt_w*1.125000"/>
                                          </p:val>
                                        </p:tav>
                                        <p:tav tm="100000">
                                          <p:val>
                                            <p:strVal val="#ppt_x"/>
                                          </p:val>
                                        </p:tav>
                                      </p:tavLst>
                                    </p:anim>
                                    <p:animEffect transition="in" filter="wipe(right)">
                                      <p:cBhvr>
                                        <p:cTn id="32" dur="500"/>
                                        <p:tgtEl>
                                          <p:spTgt spid="4">
                                            <p:graphicEl>
                                              <a:dgm id="{22435F35-C378-E14C-9713-90207D956007}"/>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D6E839-556D-49EC-A2A6-513E6D89632A}"/>
              </a:ext>
            </a:extLst>
          </p:cNvPr>
          <p:cNvSpPr>
            <a:spLocks noGrp="1"/>
          </p:cNvSpPr>
          <p:nvPr>
            <p:ph type="title"/>
          </p:nvPr>
        </p:nvSpPr>
        <p:spPr/>
        <p:txBody>
          <a:bodyPr>
            <a:normAutofit/>
          </a:bodyPr>
          <a:lstStyle/>
          <a:p>
            <a:r>
              <a:rPr lang="en-US" sz="3200" dirty="0"/>
              <a:t>Stay Updated with Trends</a:t>
            </a:r>
          </a:p>
        </p:txBody>
      </p:sp>
      <p:graphicFrame>
        <p:nvGraphicFramePr>
          <p:cNvPr id="4" name="Content Placeholder 3">
            <a:extLst>
              <a:ext uri="{FF2B5EF4-FFF2-40B4-BE49-F238E27FC236}">
                <a16:creationId xmlns:a16="http://schemas.microsoft.com/office/drawing/2014/main" id="{F478B0E2-9D8E-4651-BA69-51868CDFC73E}"/>
              </a:ext>
            </a:extLst>
          </p:cNvPr>
          <p:cNvGraphicFramePr>
            <a:graphicFrameLocks noGrp="1"/>
          </p:cNvGraphicFramePr>
          <p:nvPr>
            <p:ph idx="1"/>
          </p:nvPr>
        </p:nvGraphicFramePr>
        <p:xfrm>
          <a:off x="131763" y="86360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12640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AB8F35AE-0482-3140-9574-7E50E9CC91D5}"/>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4">
                                            <p:graphicEl>
                                              <a:dgm id="{40BA5ECF-D7AA-1747-9B44-8CB9F1035596}"/>
                                            </p:graphicEl>
                                          </p:spTgt>
                                        </p:tgtEl>
                                        <p:attrNameLst>
                                          <p:attrName>style.visibility</p:attrName>
                                        </p:attrNameLst>
                                      </p:cBhvr>
                                      <p:to>
                                        <p:strVal val="visible"/>
                                      </p:to>
                                    </p:set>
                                    <p:anim calcmode="lin" valueType="num">
                                      <p:cBhvr additive="base">
                                        <p:cTn id="11" dur="500"/>
                                        <p:tgtEl>
                                          <p:spTgt spid="4">
                                            <p:graphicEl>
                                              <a:dgm id="{40BA5ECF-D7AA-1747-9B44-8CB9F1035596}"/>
                                            </p:graphicEl>
                                          </p:spTgt>
                                        </p:tgtEl>
                                        <p:attrNameLst>
                                          <p:attrName>ppt_x</p:attrName>
                                        </p:attrNameLst>
                                      </p:cBhvr>
                                      <p:tavLst>
                                        <p:tav tm="0">
                                          <p:val>
                                            <p:strVal val="#ppt_x-#ppt_w*1.125000"/>
                                          </p:val>
                                        </p:tav>
                                        <p:tav tm="100000">
                                          <p:val>
                                            <p:strVal val="#ppt_x"/>
                                          </p:val>
                                        </p:tav>
                                      </p:tavLst>
                                    </p:anim>
                                    <p:animEffect transition="in" filter="wipe(right)">
                                      <p:cBhvr>
                                        <p:cTn id="12" dur="500"/>
                                        <p:tgtEl>
                                          <p:spTgt spid="4">
                                            <p:graphicEl>
                                              <a:dgm id="{40BA5ECF-D7AA-1747-9B44-8CB9F103559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0BF1E616-3C10-7D49-ACFC-94AFA41E16C2}"/>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4">
                                            <p:graphicEl>
                                              <a:dgm id="{969A6578-FBEE-9445-BDF8-F946B71A4859}"/>
                                            </p:graphicEl>
                                          </p:spTgt>
                                        </p:tgtEl>
                                        <p:attrNameLst>
                                          <p:attrName>style.visibility</p:attrName>
                                        </p:attrNameLst>
                                      </p:cBhvr>
                                      <p:to>
                                        <p:strVal val="visible"/>
                                      </p:to>
                                    </p:set>
                                    <p:anim calcmode="lin" valueType="num">
                                      <p:cBhvr additive="base">
                                        <p:cTn id="21" dur="500"/>
                                        <p:tgtEl>
                                          <p:spTgt spid="4">
                                            <p:graphicEl>
                                              <a:dgm id="{969A6578-FBEE-9445-BDF8-F946B71A4859}"/>
                                            </p:graphicEl>
                                          </p:spTgt>
                                        </p:tgtEl>
                                        <p:attrNameLst>
                                          <p:attrName>ppt_x</p:attrName>
                                        </p:attrNameLst>
                                      </p:cBhvr>
                                      <p:tavLst>
                                        <p:tav tm="0">
                                          <p:val>
                                            <p:strVal val="#ppt_x-#ppt_w*1.125000"/>
                                          </p:val>
                                        </p:tav>
                                        <p:tav tm="100000">
                                          <p:val>
                                            <p:strVal val="#ppt_x"/>
                                          </p:val>
                                        </p:tav>
                                      </p:tavLst>
                                    </p:anim>
                                    <p:animEffect transition="in" filter="wipe(right)">
                                      <p:cBhvr>
                                        <p:cTn id="22" dur="500"/>
                                        <p:tgtEl>
                                          <p:spTgt spid="4">
                                            <p:graphicEl>
                                              <a:dgm id="{969A6578-FBEE-9445-BDF8-F946B71A485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D6E839-556D-49EC-A2A6-513E6D89632A}"/>
              </a:ext>
            </a:extLst>
          </p:cNvPr>
          <p:cNvSpPr>
            <a:spLocks noGrp="1"/>
          </p:cNvSpPr>
          <p:nvPr>
            <p:ph type="title"/>
          </p:nvPr>
        </p:nvSpPr>
        <p:spPr/>
        <p:txBody>
          <a:bodyPr>
            <a:normAutofit/>
          </a:bodyPr>
          <a:lstStyle/>
          <a:p>
            <a:r>
              <a:rPr lang="en-US" sz="3200" dirty="0"/>
              <a:t>Maintain Consistency</a:t>
            </a:r>
          </a:p>
        </p:txBody>
      </p:sp>
      <p:graphicFrame>
        <p:nvGraphicFramePr>
          <p:cNvPr id="4" name="Content Placeholder 3">
            <a:extLst>
              <a:ext uri="{FF2B5EF4-FFF2-40B4-BE49-F238E27FC236}">
                <a16:creationId xmlns:a16="http://schemas.microsoft.com/office/drawing/2014/main" id="{F3B5ECBD-40A3-4CA2-8D69-671933BEEB9A}"/>
              </a:ext>
            </a:extLst>
          </p:cNvPr>
          <p:cNvGraphicFramePr>
            <a:graphicFrameLocks noGrp="1"/>
          </p:cNvGraphicFramePr>
          <p:nvPr>
            <p:ph idx="1"/>
          </p:nvPr>
        </p:nvGraphicFramePr>
        <p:xfrm>
          <a:off x="131763" y="863600"/>
          <a:ext cx="11928475" cy="55911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9870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AB8F35AE-0482-3140-9574-7E50E9CC91D5}"/>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2" presetClass="entr" presetSubtype="8" fill="hold" grpId="0" nodeType="clickEffect">
                                  <p:stCondLst>
                                    <p:cond delay="0"/>
                                  </p:stCondLst>
                                  <p:childTnLst>
                                    <p:set>
                                      <p:cBhvr>
                                        <p:cTn id="10" dur="1" fill="hold">
                                          <p:stCondLst>
                                            <p:cond delay="0"/>
                                          </p:stCondLst>
                                        </p:cTn>
                                        <p:tgtEl>
                                          <p:spTgt spid="4">
                                            <p:graphicEl>
                                              <a:dgm id="{40BA5ECF-D7AA-1747-9B44-8CB9F1035596}"/>
                                            </p:graphicEl>
                                          </p:spTgt>
                                        </p:tgtEl>
                                        <p:attrNameLst>
                                          <p:attrName>style.visibility</p:attrName>
                                        </p:attrNameLst>
                                      </p:cBhvr>
                                      <p:to>
                                        <p:strVal val="visible"/>
                                      </p:to>
                                    </p:set>
                                    <p:anim calcmode="lin" valueType="num">
                                      <p:cBhvr additive="base">
                                        <p:cTn id="11" dur="500"/>
                                        <p:tgtEl>
                                          <p:spTgt spid="4">
                                            <p:graphicEl>
                                              <a:dgm id="{40BA5ECF-D7AA-1747-9B44-8CB9F1035596}"/>
                                            </p:graphicEl>
                                          </p:spTgt>
                                        </p:tgtEl>
                                        <p:attrNameLst>
                                          <p:attrName>ppt_x</p:attrName>
                                        </p:attrNameLst>
                                      </p:cBhvr>
                                      <p:tavLst>
                                        <p:tav tm="0">
                                          <p:val>
                                            <p:strVal val="#ppt_x-#ppt_w*1.125000"/>
                                          </p:val>
                                        </p:tav>
                                        <p:tav tm="100000">
                                          <p:val>
                                            <p:strVal val="#ppt_x"/>
                                          </p:val>
                                        </p:tav>
                                      </p:tavLst>
                                    </p:anim>
                                    <p:animEffect transition="in" filter="wipe(right)">
                                      <p:cBhvr>
                                        <p:cTn id="12" dur="500"/>
                                        <p:tgtEl>
                                          <p:spTgt spid="4">
                                            <p:graphicEl>
                                              <a:dgm id="{40BA5ECF-D7AA-1747-9B44-8CB9F1035596}"/>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0BF1E616-3C10-7D49-ACFC-94AFA41E16C2}"/>
                                            </p:graphic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grpId="0" nodeType="clickEffect">
                                  <p:stCondLst>
                                    <p:cond delay="0"/>
                                  </p:stCondLst>
                                  <p:childTnLst>
                                    <p:set>
                                      <p:cBhvr>
                                        <p:cTn id="20" dur="1" fill="hold">
                                          <p:stCondLst>
                                            <p:cond delay="0"/>
                                          </p:stCondLst>
                                        </p:cTn>
                                        <p:tgtEl>
                                          <p:spTgt spid="4">
                                            <p:graphicEl>
                                              <a:dgm id="{969A6578-FBEE-9445-BDF8-F946B71A4859}"/>
                                            </p:graphicEl>
                                          </p:spTgt>
                                        </p:tgtEl>
                                        <p:attrNameLst>
                                          <p:attrName>style.visibility</p:attrName>
                                        </p:attrNameLst>
                                      </p:cBhvr>
                                      <p:to>
                                        <p:strVal val="visible"/>
                                      </p:to>
                                    </p:set>
                                    <p:anim calcmode="lin" valueType="num">
                                      <p:cBhvr additive="base">
                                        <p:cTn id="21" dur="500"/>
                                        <p:tgtEl>
                                          <p:spTgt spid="4">
                                            <p:graphicEl>
                                              <a:dgm id="{969A6578-FBEE-9445-BDF8-F946B71A4859}"/>
                                            </p:graphicEl>
                                          </p:spTgt>
                                        </p:tgtEl>
                                        <p:attrNameLst>
                                          <p:attrName>ppt_x</p:attrName>
                                        </p:attrNameLst>
                                      </p:cBhvr>
                                      <p:tavLst>
                                        <p:tav tm="0">
                                          <p:val>
                                            <p:strVal val="#ppt_x-#ppt_w*1.125000"/>
                                          </p:val>
                                        </p:tav>
                                        <p:tav tm="100000">
                                          <p:val>
                                            <p:strVal val="#ppt_x"/>
                                          </p:val>
                                        </p:tav>
                                      </p:tavLst>
                                    </p:anim>
                                    <p:animEffect transition="in" filter="wipe(right)">
                                      <p:cBhvr>
                                        <p:cTn id="22" dur="500"/>
                                        <p:tgtEl>
                                          <p:spTgt spid="4">
                                            <p:graphicEl>
                                              <a:dgm id="{969A6578-FBEE-9445-BDF8-F946B71A4859}"/>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BF696-4291-4C0D-A33F-B191495E2EAA}"/>
              </a:ext>
            </a:extLst>
          </p:cNvPr>
          <p:cNvSpPr>
            <a:spLocks noGrp="1"/>
          </p:cNvSpPr>
          <p:nvPr>
            <p:ph type="title"/>
          </p:nvPr>
        </p:nvSpPr>
        <p:spPr/>
        <p:txBody>
          <a:bodyPr/>
          <a:lstStyle/>
          <a:p>
            <a:r>
              <a:rPr lang="en-US" dirty="0"/>
              <a:t>Activity</a:t>
            </a:r>
          </a:p>
        </p:txBody>
      </p:sp>
      <p:sp>
        <p:nvSpPr>
          <p:cNvPr id="3" name="Content Placeholder 2">
            <a:extLst>
              <a:ext uri="{FF2B5EF4-FFF2-40B4-BE49-F238E27FC236}">
                <a16:creationId xmlns:a16="http://schemas.microsoft.com/office/drawing/2014/main" id="{41EE24E5-62A9-49F9-AF67-C0EB43735D5A}"/>
              </a:ext>
            </a:extLst>
          </p:cNvPr>
          <p:cNvSpPr>
            <a:spLocks noGrp="1"/>
          </p:cNvSpPr>
          <p:nvPr>
            <p:ph idx="1"/>
          </p:nvPr>
        </p:nvSpPr>
        <p:spPr/>
        <p:txBody>
          <a:bodyPr/>
          <a:lstStyle/>
          <a:p>
            <a:r>
              <a:rPr lang="en-US" dirty="0"/>
              <a:t>Form agencies of three to four. </a:t>
            </a:r>
          </a:p>
          <a:p>
            <a:r>
              <a:rPr lang="en-US" dirty="0"/>
              <a:t>Your challenge is to rapidly build a mini social media strategy for your assigned brand scenario focusing on goals, audience, content, and paid reach.</a:t>
            </a:r>
          </a:p>
          <a:p>
            <a:r>
              <a:rPr lang="en-US" dirty="0"/>
              <a:t>You have twelve minutes to collaborate using only rough notes or a whiteboard—no slides are allowed. </a:t>
            </a:r>
          </a:p>
          <a:p>
            <a:r>
              <a:rPr lang="en-US" dirty="0"/>
              <a:t>Keep your points concise, defend your strategic choices under tight constraints, and prepare for rapid cross-examination.</a:t>
            </a:r>
          </a:p>
          <a:p>
            <a:r>
              <a:rPr lang="en-US" b="1" dirty="0"/>
              <a:t>Topics:</a:t>
            </a:r>
          </a:p>
          <a:p>
            <a:pPr lvl="1"/>
            <a:r>
              <a:rPr lang="en-US" dirty="0"/>
              <a:t>Artisan Handicrafts (Global E-Commerce Instagram Growth)</a:t>
            </a:r>
          </a:p>
          <a:p>
            <a:pPr lvl="1"/>
            <a:r>
              <a:rPr lang="en-US" dirty="0"/>
              <a:t>EdTech Bootcamp (LinkedIn Lead Gen &amp; Retargeting)</a:t>
            </a:r>
          </a:p>
          <a:p>
            <a:pPr lvl="1"/>
            <a:r>
              <a:rPr lang="en-US" dirty="0"/>
              <a:t>Quick-Commerce App (Hyper-Local Push &amp; Influencer Loops)</a:t>
            </a:r>
          </a:p>
          <a:p>
            <a:pPr lvl="1"/>
            <a:r>
              <a:rPr lang="en-US" dirty="0"/>
              <a:t>Luxury Organic Skincare (Unboxing &amp; Micro-Influencer Strategy)</a:t>
            </a:r>
          </a:p>
          <a:p>
            <a:pPr lvl="1"/>
            <a:r>
              <a:rPr lang="en-US" dirty="0"/>
              <a:t>EV Two-Wheeler Startup (Launch Campaign &amp; Community Building)</a:t>
            </a:r>
          </a:p>
        </p:txBody>
      </p:sp>
    </p:spTree>
    <p:extLst>
      <p:ext uri="{BB962C8B-B14F-4D97-AF65-F5344CB8AC3E}">
        <p14:creationId xmlns:p14="http://schemas.microsoft.com/office/powerpoint/2010/main" val="1531885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2D33D-7052-4C52-A122-2B94DC7B0CC5}"/>
              </a:ext>
            </a:extLst>
          </p:cNvPr>
          <p:cNvSpPr>
            <a:spLocks noGrp="1"/>
          </p:cNvSpPr>
          <p:nvPr>
            <p:ph type="title"/>
          </p:nvPr>
        </p:nvSpPr>
        <p:spPr/>
        <p:txBody>
          <a:bodyPr/>
          <a:lstStyle/>
          <a:p>
            <a:r>
              <a:rPr lang="en-US" dirty="0"/>
              <a:t>Introduction to Facebook Marketing</a:t>
            </a:r>
          </a:p>
        </p:txBody>
      </p:sp>
      <p:sp>
        <p:nvSpPr>
          <p:cNvPr id="3" name="Text Placeholder 2">
            <a:extLst>
              <a:ext uri="{FF2B5EF4-FFF2-40B4-BE49-F238E27FC236}">
                <a16:creationId xmlns:a16="http://schemas.microsoft.com/office/drawing/2014/main" id="{9D142DA2-82CB-482E-8686-6136CEA6DEE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822496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4DBA5-EAD3-48C6-A79A-314E8C4AB67A}"/>
              </a:ext>
            </a:extLst>
          </p:cNvPr>
          <p:cNvSpPr>
            <a:spLocks noGrp="1"/>
          </p:cNvSpPr>
          <p:nvPr>
            <p:ph type="title"/>
          </p:nvPr>
        </p:nvSpPr>
        <p:spPr/>
        <p:txBody>
          <a:bodyPr/>
          <a:lstStyle/>
          <a:p>
            <a:r>
              <a:rPr lang="en-US" dirty="0"/>
              <a:t>What is Facebook Marketing?</a:t>
            </a:r>
          </a:p>
        </p:txBody>
      </p:sp>
      <p:sp>
        <p:nvSpPr>
          <p:cNvPr id="3" name="Content Placeholder 2">
            <a:extLst>
              <a:ext uri="{FF2B5EF4-FFF2-40B4-BE49-F238E27FC236}">
                <a16:creationId xmlns:a16="http://schemas.microsoft.com/office/drawing/2014/main" id="{38A74E1A-6581-473A-8C43-EC36E5A4E67C}"/>
              </a:ext>
            </a:extLst>
          </p:cNvPr>
          <p:cNvSpPr>
            <a:spLocks noGrp="1"/>
          </p:cNvSpPr>
          <p:nvPr>
            <p:ph idx="1"/>
          </p:nvPr>
        </p:nvSpPr>
        <p:spPr/>
        <p:txBody>
          <a:bodyPr/>
          <a:lstStyle/>
          <a:p>
            <a:r>
              <a:rPr lang="en-US" dirty="0">
                <a:solidFill>
                  <a:schemeClr val="tx1">
                    <a:lumMod val="90000"/>
                    <a:lumOff val="10000"/>
                  </a:schemeClr>
                </a:solidFill>
              </a:rPr>
              <a:t>Facebook marketing involves </a:t>
            </a:r>
            <a:r>
              <a:rPr lang="en-US" b="1" dirty="0">
                <a:solidFill>
                  <a:schemeClr val="tx1">
                    <a:lumMod val="90000"/>
                    <a:lumOff val="10000"/>
                  </a:schemeClr>
                </a:solidFill>
              </a:rPr>
              <a:t>promoting your company or brand </a:t>
            </a:r>
            <a:r>
              <a:rPr lang="en-US" dirty="0">
                <a:solidFill>
                  <a:schemeClr val="tx1">
                    <a:lumMod val="90000"/>
                    <a:lumOff val="10000"/>
                  </a:schemeClr>
                </a:solidFill>
              </a:rPr>
              <a:t>on the Facebook platform. </a:t>
            </a:r>
          </a:p>
          <a:p>
            <a:r>
              <a:rPr lang="en-US" dirty="0">
                <a:solidFill>
                  <a:schemeClr val="tx1">
                    <a:lumMod val="90000"/>
                    <a:lumOff val="10000"/>
                  </a:schemeClr>
                </a:solidFill>
              </a:rPr>
              <a:t>This can include </a:t>
            </a:r>
            <a:r>
              <a:rPr lang="en-US" b="1" dirty="0">
                <a:solidFill>
                  <a:schemeClr val="tx1">
                    <a:lumMod val="90000"/>
                    <a:lumOff val="10000"/>
                  </a:schemeClr>
                </a:solidFill>
              </a:rPr>
              <a:t>both organic content and paid advertisements</a:t>
            </a:r>
            <a:r>
              <a:rPr lang="en-US" dirty="0">
                <a:solidFill>
                  <a:schemeClr val="tx1">
                    <a:lumMod val="90000"/>
                    <a:lumOff val="10000"/>
                  </a:schemeClr>
                </a:solidFill>
              </a:rPr>
              <a:t>. </a:t>
            </a:r>
          </a:p>
          <a:p>
            <a:r>
              <a:rPr lang="en-US" dirty="0">
                <a:solidFill>
                  <a:schemeClr val="tx1">
                    <a:lumMod val="90000"/>
                    <a:lumOff val="10000"/>
                  </a:schemeClr>
                </a:solidFill>
              </a:rPr>
              <a:t>The goal is to build brand awareness, generate leads, and drive sales.</a:t>
            </a:r>
          </a:p>
          <a:p>
            <a:endParaRPr lang="en-US" dirty="0"/>
          </a:p>
        </p:txBody>
      </p:sp>
      <p:pic>
        <p:nvPicPr>
          <p:cNvPr id="4" name="Picture 4" descr="How to get started with Facebook Marketing Strategy - Savvytree">
            <a:extLst>
              <a:ext uri="{FF2B5EF4-FFF2-40B4-BE49-F238E27FC236}">
                <a16:creationId xmlns:a16="http://schemas.microsoft.com/office/drawing/2014/main" id="{8DC8F461-0D78-4098-892B-0DD1DDCC871D}"/>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26304" t="7040" r="31530" b="12591"/>
          <a:stretch/>
        </p:blipFill>
        <p:spPr bwMode="auto">
          <a:xfrm>
            <a:off x="5247390" y="2515781"/>
            <a:ext cx="2956020" cy="3662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3075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EAE0-9D32-4028-A4FE-61BE8FE9E149}"/>
              </a:ext>
            </a:extLst>
          </p:cNvPr>
          <p:cNvSpPr>
            <a:spLocks noGrp="1"/>
          </p:cNvSpPr>
          <p:nvPr>
            <p:ph type="title"/>
          </p:nvPr>
        </p:nvSpPr>
        <p:spPr/>
        <p:txBody>
          <a:bodyPr>
            <a:normAutofit/>
          </a:bodyPr>
          <a:lstStyle/>
          <a:p>
            <a:r>
              <a:rPr lang="en-US" sz="3200" dirty="0"/>
              <a:t>Why Facebook Marketing?</a:t>
            </a:r>
          </a:p>
        </p:txBody>
      </p:sp>
      <p:sp>
        <p:nvSpPr>
          <p:cNvPr id="5" name="Content Placeholder 2">
            <a:extLst>
              <a:ext uri="{FF2B5EF4-FFF2-40B4-BE49-F238E27FC236}">
                <a16:creationId xmlns:a16="http://schemas.microsoft.com/office/drawing/2014/main" id="{787BB61F-283F-4CA8-9A84-975B7B01D2E7}"/>
              </a:ext>
            </a:extLst>
          </p:cNvPr>
          <p:cNvSpPr txBox="1">
            <a:spLocks/>
          </p:cNvSpPr>
          <p:nvPr/>
        </p:nvSpPr>
        <p:spPr>
          <a:xfrm>
            <a:off x="131763" y="863600"/>
            <a:ext cx="11033541" cy="559117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Massive Audience: </a:t>
            </a:r>
          </a:p>
          <a:p>
            <a:pPr lvl="1"/>
            <a:r>
              <a:rPr lang="en-US" dirty="0"/>
              <a:t>3.07 billion monthly active users. </a:t>
            </a:r>
          </a:p>
          <a:p>
            <a:pPr lvl="1"/>
            <a:r>
              <a:rPr lang="en-US" dirty="0"/>
              <a:t>Prime platform for reaching global audience.</a:t>
            </a:r>
          </a:p>
          <a:p>
            <a:pPr lvl="1"/>
            <a:endParaRPr lang="en-US" dirty="0"/>
          </a:p>
          <a:p>
            <a:r>
              <a:rPr lang="en-US" b="1" dirty="0"/>
              <a:t>Targeted Advertising: </a:t>
            </a:r>
          </a:p>
          <a:p>
            <a:pPr lvl="1"/>
            <a:r>
              <a:rPr lang="en-US" dirty="0"/>
              <a:t>To reach specific demographics, interests, behaviors, and even custom audiences based on past interactions.</a:t>
            </a:r>
          </a:p>
          <a:p>
            <a:pPr lvl="1"/>
            <a:endParaRPr lang="en-US" dirty="0"/>
          </a:p>
          <a:p>
            <a:r>
              <a:rPr lang="en-US" b="1" dirty="0"/>
              <a:t>Multiple Ad Formats: </a:t>
            </a:r>
          </a:p>
          <a:p>
            <a:pPr lvl="1"/>
            <a:r>
              <a:rPr lang="en-US" dirty="0"/>
              <a:t>From image and video ads to carousel and slideshow formats. </a:t>
            </a:r>
          </a:p>
          <a:p>
            <a:pPr lvl="1"/>
            <a:r>
              <a:rPr lang="en-US" dirty="0"/>
              <a:t>Offers a variety of ad types to showcase products and engage users.</a:t>
            </a:r>
          </a:p>
          <a:p>
            <a:pPr lvl="1"/>
            <a:endParaRPr lang="en-US" dirty="0"/>
          </a:p>
        </p:txBody>
      </p:sp>
    </p:spTree>
    <p:extLst>
      <p:ext uri="{BB962C8B-B14F-4D97-AF65-F5344CB8AC3E}">
        <p14:creationId xmlns:p14="http://schemas.microsoft.com/office/powerpoint/2010/main" val="1958512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5B59-5A38-44ED-A42A-C1147A12D99B}"/>
              </a:ext>
            </a:extLst>
          </p:cNvPr>
          <p:cNvSpPr>
            <a:spLocks noGrp="1"/>
          </p:cNvSpPr>
          <p:nvPr>
            <p:ph type="title"/>
          </p:nvPr>
        </p:nvSpPr>
        <p:spPr/>
        <p:txBody>
          <a:bodyPr>
            <a:normAutofit/>
          </a:bodyPr>
          <a:lstStyle/>
          <a:p>
            <a:r>
              <a:rPr lang="en-US" sz="3200" dirty="0"/>
              <a:t>Why Facebook Marketing?(Continue…)</a:t>
            </a:r>
          </a:p>
        </p:txBody>
      </p:sp>
      <p:sp>
        <p:nvSpPr>
          <p:cNvPr id="4" name="Content Placeholder 2">
            <a:extLst>
              <a:ext uri="{FF2B5EF4-FFF2-40B4-BE49-F238E27FC236}">
                <a16:creationId xmlns:a16="http://schemas.microsoft.com/office/drawing/2014/main" id="{7855686A-EFCF-4B6C-99F4-CB8625D007CE}"/>
              </a:ext>
            </a:extLst>
          </p:cNvPr>
          <p:cNvSpPr txBox="1">
            <a:spLocks noGrp="1"/>
          </p:cNvSpPr>
          <p:nvPr>
            <p:ph idx="1"/>
          </p:nvPr>
        </p:nvSpPr>
        <p:spPr>
          <a:xfrm>
            <a:off x="131763" y="863600"/>
            <a:ext cx="11928475" cy="5591175"/>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8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6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24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22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b="1" dirty="0"/>
              <a:t>Engagement Opportunities: </a:t>
            </a:r>
          </a:p>
          <a:p>
            <a:pPr lvl="1"/>
            <a:r>
              <a:rPr lang="en-US" sz="2000" dirty="0"/>
              <a:t>Likes, comments, shares, reactions and other interactive features help brands communicate with customers. </a:t>
            </a:r>
          </a:p>
          <a:p>
            <a:pPr lvl="1"/>
            <a:r>
              <a:rPr lang="en-US" sz="2000" dirty="0"/>
              <a:t>Engagement can help businesses build </a:t>
            </a:r>
            <a:r>
              <a:rPr lang="en-US" sz="2000" b="1" dirty="0"/>
              <a:t>brand awareness, relationships and customer communities</a:t>
            </a:r>
            <a:r>
              <a:rPr lang="en-US" sz="2000" dirty="0"/>
              <a:t>.</a:t>
            </a:r>
          </a:p>
          <a:p>
            <a:pPr lvl="1"/>
            <a:endParaRPr lang="en-US" sz="2000" dirty="0"/>
          </a:p>
          <a:p>
            <a:r>
              <a:rPr lang="en-US" sz="2400" b="1" dirty="0"/>
              <a:t>Data-Driven Insights: </a:t>
            </a:r>
          </a:p>
          <a:p>
            <a:pPr lvl="1"/>
            <a:r>
              <a:rPr lang="en-US" sz="2000" b="1" dirty="0"/>
              <a:t>Meta Ads Manager </a:t>
            </a:r>
            <a:r>
              <a:rPr lang="en-US" sz="2000" dirty="0"/>
              <a:t>provides </a:t>
            </a:r>
            <a:r>
              <a:rPr lang="en-US" sz="2000" b="1" dirty="0"/>
              <a:t>campaign performance information </a:t>
            </a:r>
            <a:r>
              <a:rPr lang="en-US" sz="2000" dirty="0"/>
              <a:t>to help marketers evaluate results. </a:t>
            </a:r>
          </a:p>
          <a:p>
            <a:pPr lvl="1"/>
            <a:r>
              <a:rPr lang="en-US" sz="2000" dirty="0"/>
              <a:t>Businesses can use performance data to </a:t>
            </a:r>
            <a:r>
              <a:rPr lang="en-US" sz="2000" b="1" dirty="0"/>
              <a:t>optimize campaigns, audiences, creatives and budgets</a:t>
            </a:r>
            <a:r>
              <a:rPr lang="en-US" sz="2000" dirty="0"/>
              <a:t>. Meta's advertising system also optimizes delivery according to selected campaign objectives. </a:t>
            </a:r>
          </a:p>
          <a:p>
            <a:pPr marL="0" indent="0">
              <a:buNone/>
            </a:pPr>
            <a:endParaRPr lang="en-US" dirty="0"/>
          </a:p>
          <a:p>
            <a:pPr lvl="1"/>
            <a:endParaRPr lang="en-US" dirty="0"/>
          </a:p>
        </p:txBody>
      </p:sp>
    </p:spTree>
    <p:extLst>
      <p:ext uri="{BB962C8B-B14F-4D97-AF65-F5344CB8AC3E}">
        <p14:creationId xmlns:p14="http://schemas.microsoft.com/office/powerpoint/2010/main" val="2945374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79C97-36FD-4976-B06F-E0FFF9B1F8BA}"/>
              </a:ext>
            </a:extLst>
          </p:cNvPr>
          <p:cNvSpPr>
            <a:spLocks noGrp="1"/>
          </p:cNvSpPr>
          <p:nvPr>
            <p:ph type="title"/>
          </p:nvPr>
        </p:nvSpPr>
        <p:spPr/>
        <p:txBody>
          <a:bodyPr/>
          <a:lstStyle/>
          <a:p>
            <a:r>
              <a:rPr lang="en-US" dirty="0"/>
              <a:t>Facebook Algorithm for delivery of Ads</a:t>
            </a:r>
          </a:p>
        </p:txBody>
      </p:sp>
      <p:sp>
        <p:nvSpPr>
          <p:cNvPr id="3" name="Text Placeholder 2">
            <a:extLst>
              <a:ext uri="{FF2B5EF4-FFF2-40B4-BE49-F238E27FC236}">
                <a16:creationId xmlns:a16="http://schemas.microsoft.com/office/drawing/2014/main" id="{9EBA21BF-0D2D-4342-AC4A-76D4592B44E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6604919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CAB8-6375-413D-A39F-4E23C5079191}"/>
              </a:ext>
            </a:extLst>
          </p:cNvPr>
          <p:cNvSpPr>
            <a:spLocks noGrp="1"/>
          </p:cNvSpPr>
          <p:nvPr>
            <p:ph type="title"/>
          </p:nvPr>
        </p:nvSpPr>
        <p:spPr/>
        <p:txBody>
          <a:bodyPr>
            <a:normAutofit/>
          </a:bodyPr>
          <a:lstStyle/>
          <a:p>
            <a:r>
              <a:rPr lang="en-US" sz="3200" dirty="0"/>
              <a:t>Facebook Algorithm for delivery of Ads</a:t>
            </a:r>
          </a:p>
        </p:txBody>
      </p:sp>
      <p:sp>
        <p:nvSpPr>
          <p:cNvPr id="3" name="Content Placeholder 2">
            <a:extLst>
              <a:ext uri="{FF2B5EF4-FFF2-40B4-BE49-F238E27FC236}">
                <a16:creationId xmlns:a16="http://schemas.microsoft.com/office/drawing/2014/main" id="{109CB7C0-BE1E-43FC-87E1-0F4F0689181C}"/>
              </a:ext>
            </a:extLst>
          </p:cNvPr>
          <p:cNvSpPr>
            <a:spLocks noGrp="1"/>
          </p:cNvSpPr>
          <p:nvPr>
            <p:ph idx="1"/>
          </p:nvPr>
        </p:nvSpPr>
        <p:spPr/>
        <p:txBody>
          <a:bodyPr/>
          <a:lstStyle/>
          <a:p>
            <a:r>
              <a:rPr lang="en-US" dirty="0"/>
              <a:t>The Facebook algorithm for ad delivery is a sophisticated system.</a:t>
            </a:r>
          </a:p>
          <a:p>
            <a:r>
              <a:rPr lang="en-US" dirty="0"/>
              <a:t>It is designed to show the most relevant ads to users.</a:t>
            </a:r>
          </a:p>
          <a:p>
            <a:r>
              <a:rPr lang="en-US" dirty="0"/>
              <a:t>It uses </a:t>
            </a:r>
            <a:r>
              <a:rPr lang="en-US" b="1" dirty="0"/>
              <a:t>user interests, </a:t>
            </a:r>
            <a:r>
              <a:rPr lang="en-US" b="1" dirty="0" err="1"/>
              <a:t>behaviours</a:t>
            </a:r>
            <a:r>
              <a:rPr lang="en-US" b="1" dirty="0"/>
              <a:t>, and interactions to determine</a:t>
            </a:r>
            <a:r>
              <a:rPr lang="en-US" dirty="0"/>
              <a:t> which ads are most relevant to each user.</a:t>
            </a:r>
          </a:p>
          <a:p>
            <a:endParaRPr lang="en-US" dirty="0"/>
          </a:p>
          <a:p>
            <a:endParaRPr lang="en-US" dirty="0"/>
          </a:p>
        </p:txBody>
      </p:sp>
      <p:pic>
        <p:nvPicPr>
          <p:cNvPr id="4" name="Picture 3" descr="Facebook Algorithm Explained: How Does It Work in 2026?">
            <a:extLst>
              <a:ext uri="{FF2B5EF4-FFF2-40B4-BE49-F238E27FC236}">
                <a16:creationId xmlns:a16="http://schemas.microsoft.com/office/drawing/2014/main" id="{4126905E-C00E-4672-8CD7-12950A0EEEB7}"/>
              </a:ext>
            </a:extLst>
          </p:cNvPr>
          <p:cNvPicPr>
            <a:picLocks noChangeAspect="1"/>
          </p:cNvPicPr>
          <p:nvPr/>
        </p:nvPicPr>
        <p:blipFill>
          <a:blip r:embed="rId2"/>
          <a:srcRect t="26260"/>
          <a:stretch>
            <a:fillRect/>
          </a:stretch>
        </p:blipFill>
        <p:spPr>
          <a:xfrm>
            <a:off x="3371614" y="3921899"/>
            <a:ext cx="5448772" cy="2437171"/>
          </a:xfrm>
          <a:prstGeom prst="rect">
            <a:avLst/>
          </a:prstGeom>
        </p:spPr>
      </p:pic>
    </p:spTree>
    <p:extLst>
      <p:ext uri="{BB962C8B-B14F-4D97-AF65-F5344CB8AC3E}">
        <p14:creationId xmlns:p14="http://schemas.microsoft.com/office/powerpoint/2010/main" val="995149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2D6E839-556D-49EC-A2A6-513E6D89632A}"/>
              </a:ext>
            </a:extLst>
          </p:cNvPr>
          <p:cNvSpPr>
            <a:spLocks noGrp="1"/>
          </p:cNvSpPr>
          <p:nvPr>
            <p:ph type="title"/>
          </p:nvPr>
        </p:nvSpPr>
        <p:spPr/>
        <p:txBody>
          <a:bodyPr>
            <a:normAutofit/>
          </a:bodyPr>
          <a:lstStyle/>
          <a:p>
            <a:r>
              <a:rPr lang="en-US" sz="3200" dirty="0"/>
              <a:t>Key Components of the Facebook Ads Algorithm</a:t>
            </a:r>
          </a:p>
        </p:txBody>
      </p:sp>
      <p:graphicFrame>
        <p:nvGraphicFramePr>
          <p:cNvPr id="6" name="Table 5">
            <a:extLst>
              <a:ext uri="{FF2B5EF4-FFF2-40B4-BE49-F238E27FC236}">
                <a16:creationId xmlns:a16="http://schemas.microsoft.com/office/drawing/2014/main" id="{4BBDEAF9-C2FB-B439-18DA-3B9D539CD4EC}"/>
              </a:ext>
            </a:extLst>
          </p:cNvPr>
          <p:cNvGraphicFramePr>
            <a:graphicFrameLocks noGrp="1"/>
          </p:cNvGraphicFramePr>
          <p:nvPr/>
        </p:nvGraphicFramePr>
        <p:xfrm>
          <a:off x="137160" y="804306"/>
          <a:ext cx="11932920" cy="1236544"/>
        </p:xfrm>
        <a:graphic>
          <a:graphicData uri="http://schemas.openxmlformats.org/drawingml/2006/table">
            <a:tbl>
              <a:tblPr/>
              <a:tblGrid>
                <a:gridCol w="2568722">
                  <a:extLst>
                    <a:ext uri="{9D8B030D-6E8A-4147-A177-3AD203B41FA5}">
                      <a16:colId xmlns:a16="http://schemas.microsoft.com/office/drawing/2014/main" val="3560736513"/>
                    </a:ext>
                  </a:extLst>
                </a:gridCol>
                <a:gridCol w="4475028">
                  <a:extLst>
                    <a:ext uri="{9D8B030D-6E8A-4147-A177-3AD203B41FA5}">
                      <a16:colId xmlns:a16="http://schemas.microsoft.com/office/drawing/2014/main" val="348478619"/>
                    </a:ext>
                  </a:extLst>
                </a:gridCol>
                <a:gridCol w="4889170">
                  <a:extLst>
                    <a:ext uri="{9D8B030D-6E8A-4147-A177-3AD203B41FA5}">
                      <a16:colId xmlns:a16="http://schemas.microsoft.com/office/drawing/2014/main" val="3657518900"/>
                    </a:ext>
                  </a:extLst>
                </a:gridCol>
              </a:tblGrid>
              <a:tr h="217567">
                <a:tc>
                  <a:txBody>
                    <a:bodyPr/>
                    <a:lstStyle/>
                    <a:p>
                      <a:pPr>
                        <a:buNone/>
                      </a:pPr>
                      <a:r>
                        <a:rPr lang="en-US" sz="2000" b="1" dirty="0">
                          <a:solidFill>
                            <a:schemeClr val="bg1"/>
                          </a:solidFill>
                        </a:rPr>
                        <a:t>Component</a:t>
                      </a:r>
                    </a:p>
                  </a:txBody>
                  <a:tcPr marL="54392" marR="54392" marT="27196" marB="27196" anchor="ctr">
                    <a:lnL>
                      <a:noFill/>
                    </a:lnL>
                    <a:lnR>
                      <a:noFill/>
                    </a:lnR>
                    <a:lnT>
                      <a:noFill/>
                    </a:lnT>
                    <a:lnB>
                      <a:noFill/>
                    </a:lnB>
                    <a:solidFill>
                      <a:srgbClr val="C00000"/>
                    </a:solidFill>
                  </a:tcPr>
                </a:tc>
                <a:tc>
                  <a:txBody>
                    <a:bodyPr/>
                    <a:lstStyle/>
                    <a:p>
                      <a:pPr>
                        <a:buNone/>
                      </a:pPr>
                      <a:r>
                        <a:rPr lang="en-US" sz="2000" b="1" dirty="0">
                          <a:solidFill>
                            <a:schemeClr val="bg1"/>
                          </a:solidFill>
                        </a:rPr>
                        <a:t>Easy Explanation</a:t>
                      </a:r>
                    </a:p>
                  </a:txBody>
                  <a:tcPr marL="54392" marR="54392" marT="27196" marB="27196" anchor="ctr">
                    <a:lnL>
                      <a:noFill/>
                    </a:lnL>
                    <a:lnR>
                      <a:noFill/>
                    </a:lnR>
                    <a:lnT>
                      <a:noFill/>
                    </a:lnT>
                    <a:lnB>
                      <a:noFill/>
                    </a:lnB>
                    <a:solidFill>
                      <a:srgbClr val="C00000"/>
                    </a:solidFill>
                  </a:tcPr>
                </a:tc>
                <a:tc>
                  <a:txBody>
                    <a:bodyPr/>
                    <a:lstStyle/>
                    <a:p>
                      <a:pPr>
                        <a:buNone/>
                      </a:pPr>
                      <a:r>
                        <a:rPr lang="en-US" sz="2000" b="1" dirty="0">
                          <a:solidFill>
                            <a:schemeClr val="bg1"/>
                          </a:solidFill>
                        </a:rPr>
                        <a:t>One-Line Example</a:t>
                      </a:r>
                    </a:p>
                  </a:txBody>
                  <a:tcPr marL="54392" marR="54392" marT="27196" marB="27196" anchor="ctr">
                    <a:lnL>
                      <a:noFill/>
                    </a:lnL>
                    <a:lnR>
                      <a:noFill/>
                    </a:lnR>
                    <a:lnT>
                      <a:noFill/>
                    </a:lnT>
                    <a:lnB>
                      <a:noFill/>
                    </a:lnB>
                    <a:solidFill>
                      <a:srgbClr val="C00000"/>
                    </a:solidFill>
                  </a:tcPr>
                </a:tc>
                <a:extLst>
                  <a:ext uri="{0D108BD9-81ED-4DB2-BD59-A6C34878D82A}">
                    <a16:rowId xmlns:a16="http://schemas.microsoft.com/office/drawing/2014/main" val="595795176"/>
                  </a:ext>
                </a:extLst>
              </a:tr>
              <a:tr h="543917">
                <a:tc>
                  <a:txBody>
                    <a:bodyPr/>
                    <a:lstStyle/>
                    <a:p>
                      <a:pPr>
                        <a:buNone/>
                      </a:pPr>
                      <a:r>
                        <a:rPr lang="en-US" sz="1800" b="1" dirty="0"/>
                        <a:t>1. Inventory</a:t>
                      </a:r>
                      <a:endParaRPr lang="en-US" sz="1800" dirty="0"/>
                    </a:p>
                  </a:txBody>
                  <a:tcPr marL="54392" marR="54392" marT="27196" marB="27196" anchor="ctr">
                    <a:lnL>
                      <a:noFill/>
                    </a:lnL>
                    <a:lnR>
                      <a:noFill/>
                    </a:lnR>
                    <a:lnT>
                      <a:noFill/>
                    </a:lnT>
                    <a:lnB>
                      <a:noFill/>
                    </a:lnB>
                    <a:noFill/>
                  </a:tcPr>
                </a:tc>
                <a:tc>
                  <a:txBody>
                    <a:bodyPr/>
                    <a:lstStyle/>
                    <a:p>
                      <a:pPr algn="just">
                        <a:buNone/>
                      </a:pPr>
                      <a:r>
                        <a:rPr lang="en-US" sz="1800" dirty="0"/>
                        <a:t>The system first identifies all ads that are eligible to be shown to a particular user.</a:t>
                      </a:r>
                    </a:p>
                  </a:txBody>
                  <a:tcPr marL="54392" marR="54392" marT="27196" marB="27196" anchor="ctr">
                    <a:lnL>
                      <a:noFill/>
                    </a:lnL>
                    <a:lnR>
                      <a:noFill/>
                    </a:lnR>
                    <a:lnT>
                      <a:noFill/>
                    </a:lnT>
                    <a:lnB>
                      <a:noFill/>
                    </a:lnB>
                    <a:noFill/>
                  </a:tcPr>
                </a:tc>
                <a:tc>
                  <a:txBody>
                    <a:bodyPr/>
                    <a:lstStyle/>
                    <a:p>
                      <a:pPr algn="just">
                        <a:buNone/>
                      </a:pPr>
                      <a:r>
                        <a:rPr lang="en-US" sz="1800" b="1" dirty="0"/>
                        <a:t>Example:</a:t>
                      </a:r>
                      <a:r>
                        <a:rPr lang="en-US" sz="1800" dirty="0"/>
                        <a:t> A user interested in fitness may be eligible to see ads for shoes, gym memberships, and fitness apps.</a:t>
                      </a:r>
                    </a:p>
                  </a:txBody>
                  <a:tcPr marL="54392" marR="54392" marT="27196" marB="27196" anchor="ctr">
                    <a:lnL>
                      <a:noFill/>
                    </a:lnL>
                    <a:lnR>
                      <a:noFill/>
                    </a:lnR>
                    <a:lnT>
                      <a:noFill/>
                    </a:lnT>
                    <a:lnB>
                      <a:noFill/>
                    </a:lnB>
                    <a:noFill/>
                  </a:tcPr>
                </a:tc>
                <a:extLst>
                  <a:ext uri="{0D108BD9-81ED-4DB2-BD59-A6C34878D82A}">
                    <a16:rowId xmlns:a16="http://schemas.microsoft.com/office/drawing/2014/main" val="2199358701"/>
                  </a:ext>
                </a:extLst>
              </a:tr>
            </a:tbl>
          </a:graphicData>
        </a:graphic>
      </p:graphicFrame>
      <p:graphicFrame>
        <p:nvGraphicFramePr>
          <p:cNvPr id="7" name="Table 6">
            <a:extLst>
              <a:ext uri="{FF2B5EF4-FFF2-40B4-BE49-F238E27FC236}">
                <a16:creationId xmlns:a16="http://schemas.microsoft.com/office/drawing/2014/main" id="{5981A3EB-C3CE-2868-0625-50693A7F1DF8}"/>
              </a:ext>
            </a:extLst>
          </p:cNvPr>
          <p:cNvGraphicFramePr>
            <a:graphicFrameLocks noGrp="1"/>
          </p:cNvGraphicFramePr>
          <p:nvPr/>
        </p:nvGraphicFramePr>
        <p:xfrm>
          <a:off x="137160" y="2099945"/>
          <a:ext cx="11932920" cy="2412128"/>
        </p:xfrm>
        <a:graphic>
          <a:graphicData uri="http://schemas.openxmlformats.org/drawingml/2006/table">
            <a:tbl>
              <a:tblPr/>
              <a:tblGrid>
                <a:gridCol w="2568722">
                  <a:extLst>
                    <a:ext uri="{9D8B030D-6E8A-4147-A177-3AD203B41FA5}">
                      <a16:colId xmlns:a16="http://schemas.microsoft.com/office/drawing/2014/main" val="2465891529"/>
                    </a:ext>
                  </a:extLst>
                </a:gridCol>
                <a:gridCol w="4475028">
                  <a:extLst>
                    <a:ext uri="{9D8B030D-6E8A-4147-A177-3AD203B41FA5}">
                      <a16:colId xmlns:a16="http://schemas.microsoft.com/office/drawing/2014/main" val="401483495"/>
                    </a:ext>
                  </a:extLst>
                </a:gridCol>
                <a:gridCol w="4889170">
                  <a:extLst>
                    <a:ext uri="{9D8B030D-6E8A-4147-A177-3AD203B41FA5}">
                      <a16:colId xmlns:a16="http://schemas.microsoft.com/office/drawing/2014/main" val="366790492"/>
                    </a:ext>
                  </a:extLst>
                </a:gridCol>
              </a:tblGrid>
              <a:tr h="543917">
                <a:tc>
                  <a:txBody>
                    <a:bodyPr/>
                    <a:lstStyle/>
                    <a:p>
                      <a:pPr>
                        <a:buNone/>
                      </a:pPr>
                      <a:r>
                        <a:rPr lang="en-US" sz="1800" b="1" dirty="0"/>
                        <a:t>2. Signals</a:t>
                      </a:r>
                      <a:endParaRPr lang="en-US" sz="1800" dirty="0"/>
                    </a:p>
                  </a:txBody>
                  <a:tcPr marL="54392" marR="54392" marT="27196" marB="27196" anchor="ctr">
                    <a:lnL>
                      <a:noFill/>
                    </a:lnL>
                    <a:lnR>
                      <a:noFill/>
                    </a:lnR>
                    <a:lnT>
                      <a:noFill/>
                    </a:lnT>
                    <a:lnB>
                      <a:noFill/>
                    </a:lnB>
                    <a:solidFill>
                      <a:schemeClr val="bg2">
                        <a:lumMod val="95000"/>
                      </a:schemeClr>
                    </a:solidFill>
                  </a:tcPr>
                </a:tc>
                <a:tc>
                  <a:txBody>
                    <a:bodyPr/>
                    <a:lstStyle/>
                    <a:p>
                      <a:pPr algn="just">
                        <a:buNone/>
                      </a:pPr>
                      <a:r>
                        <a:rPr lang="en-US" sz="1800" dirty="0"/>
                        <a:t>The system looks at information about the user and the ad to decide which ad is more suitable.</a:t>
                      </a:r>
                    </a:p>
                  </a:txBody>
                  <a:tcPr marL="54392" marR="54392" marT="27196" marB="27196" anchor="ctr">
                    <a:lnL>
                      <a:noFill/>
                    </a:lnL>
                    <a:lnR>
                      <a:noFill/>
                    </a:lnR>
                    <a:lnT>
                      <a:noFill/>
                    </a:lnT>
                    <a:lnB>
                      <a:noFill/>
                    </a:lnB>
                    <a:solidFill>
                      <a:schemeClr val="bg2">
                        <a:lumMod val="95000"/>
                      </a:schemeClr>
                    </a:solidFill>
                  </a:tcPr>
                </a:tc>
                <a:tc>
                  <a:txBody>
                    <a:bodyPr/>
                    <a:lstStyle/>
                    <a:p>
                      <a:pPr algn="just">
                        <a:buNone/>
                      </a:pPr>
                      <a:r>
                        <a:rPr lang="en-US" sz="1800" b="1" dirty="0"/>
                        <a:t>Example:</a:t>
                      </a:r>
                      <a:r>
                        <a:rPr lang="en-US" sz="1800" dirty="0"/>
                        <a:t> If a user often watches fashion videos, fashion-related ads may be considered relevant.</a:t>
                      </a:r>
                    </a:p>
                  </a:txBody>
                  <a:tcPr marL="54392" marR="54392" marT="27196" marB="27196" anchor="ctr">
                    <a:lnL>
                      <a:noFill/>
                    </a:lnL>
                    <a:lnR>
                      <a:noFill/>
                    </a:lnR>
                    <a:lnT>
                      <a:noFill/>
                    </a:lnT>
                    <a:lnB>
                      <a:noFill/>
                    </a:lnB>
                    <a:solidFill>
                      <a:schemeClr val="bg2">
                        <a:lumMod val="95000"/>
                      </a:schemeClr>
                    </a:solidFill>
                  </a:tcPr>
                </a:tc>
                <a:extLst>
                  <a:ext uri="{0D108BD9-81ED-4DB2-BD59-A6C34878D82A}">
                    <a16:rowId xmlns:a16="http://schemas.microsoft.com/office/drawing/2014/main" val="3865979425"/>
                  </a:ext>
                </a:extLst>
              </a:tr>
              <a:tr h="543917">
                <a:tc>
                  <a:txBody>
                    <a:bodyPr/>
                    <a:lstStyle/>
                    <a:p>
                      <a:pPr>
                        <a:buNone/>
                      </a:pPr>
                      <a:r>
                        <a:rPr lang="en-US" sz="1800" b="1" dirty="0"/>
                        <a:t>• User Behaviour</a:t>
                      </a:r>
                      <a:endParaRPr lang="en-US" sz="1800" dirty="0"/>
                    </a:p>
                  </a:txBody>
                  <a:tcPr marL="54392" marR="54392" marT="27196" marB="27196" anchor="ctr">
                    <a:lnL>
                      <a:noFill/>
                    </a:lnL>
                    <a:lnR>
                      <a:noFill/>
                    </a:lnR>
                    <a:lnT>
                      <a:noFill/>
                    </a:lnT>
                    <a:lnB>
                      <a:noFill/>
                    </a:lnB>
                    <a:solidFill>
                      <a:schemeClr val="bg2">
                        <a:lumMod val="95000"/>
                      </a:schemeClr>
                    </a:solidFill>
                  </a:tcPr>
                </a:tc>
                <a:tc>
                  <a:txBody>
                    <a:bodyPr/>
                    <a:lstStyle/>
                    <a:p>
                      <a:pPr algn="just">
                        <a:buNone/>
                      </a:pPr>
                      <a:r>
                        <a:rPr lang="en-US" sz="1800" dirty="0"/>
                        <a:t>It considers what users have previously clicked, watched, liked, or interacted with.</a:t>
                      </a:r>
                    </a:p>
                  </a:txBody>
                  <a:tcPr marL="54392" marR="54392" marT="27196" marB="27196" anchor="ctr">
                    <a:lnL>
                      <a:noFill/>
                    </a:lnL>
                    <a:lnR>
                      <a:noFill/>
                    </a:lnR>
                    <a:lnT>
                      <a:noFill/>
                    </a:lnT>
                    <a:lnB>
                      <a:noFill/>
                    </a:lnB>
                    <a:solidFill>
                      <a:schemeClr val="bg2">
                        <a:lumMod val="95000"/>
                      </a:schemeClr>
                    </a:solidFill>
                  </a:tcPr>
                </a:tc>
                <a:tc>
                  <a:txBody>
                    <a:bodyPr/>
                    <a:lstStyle/>
                    <a:p>
                      <a:pPr algn="just">
                        <a:buNone/>
                      </a:pPr>
                      <a:r>
                        <a:rPr lang="en-US" sz="1800" b="1" dirty="0"/>
                        <a:t>Example:</a:t>
                      </a:r>
                      <a:r>
                        <a:rPr lang="en-US" sz="1800" dirty="0"/>
                        <a:t> A user who frequently clicks on smartphone ads may see more smartphone offers.</a:t>
                      </a:r>
                    </a:p>
                  </a:txBody>
                  <a:tcPr marL="54392" marR="54392" marT="27196" marB="27196" anchor="ctr">
                    <a:lnL>
                      <a:noFill/>
                    </a:lnL>
                    <a:lnR>
                      <a:noFill/>
                    </a:lnR>
                    <a:lnT>
                      <a:noFill/>
                    </a:lnT>
                    <a:lnB>
                      <a:noFill/>
                    </a:lnB>
                    <a:solidFill>
                      <a:schemeClr val="bg2">
                        <a:lumMod val="95000"/>
                      </a:schemeClr>
                    </a:solidFill>
                  </a:tcPr>
                </a:tc>
                <a:extLst>
                  <a:ext uri="{0D108BD9-81ED-4DB2-BD59-A6C34878D82A}">
                    <a16:rowId xmlns:a16="http://schemas.microsoft.com/office/drawing/2014/main" val="3934916314"/>
                  </a:ext>
                </a:extLst>
              </a:tr>
              <a:tr h="543917">
                <a:tc>
                  <a:txBody>
                    <a:bodyPr/>
                    <a:lstStyle/>
                    <a:p>
                      <a:pPr>
                        <a:buNone/>
                      </a:pPr>
                      <a:r>
                        <a:rPr lang="en-US" sz="1800" b="1" dirty="0"/>
                        <a:t>• Ad Performance</a:t>
                      </a:r>
                      <a:endParaRPr lang="en-US" sz="1800" dirty="0"/>
                    </a:p>
                  </a:txBody>
                  <a:tcPr marL="54392" marR="54392" marT="27196" marB="27196" anchor="ctr">
                    <a:lnL>
                      <a:noFill/>
                    </a:lnL>
                    <a:lnR>
                      <a:noFill/>
                    </a:lnR>
                    <a:lnT>
                      <a:noFill/>
                    </a:lnT>
                    <a:lnB>
                      <a:noFill/>
                    </a:lnB>
                    <a:solidFill>
                      <a:schemeClr val="bg2">
                        <a:lumMod val="95000"/>
                      </a:schemeClr>
                    </a:solidFill>
                  </a:tcPr>
                </a:tc>
                <a:tc>
                  <a:txBody>
                    <a:bodyPr/>
                    <a:lstStyle/>
                    <a:p>
                      <a:pPr algn="just">
                        <a:buNone/>
                      </a:pPr>
                      <a:r>
                        <a:rPr lang="en-US" sz="1800" dirty="0"/>
                        <a:t>It considers how well an ad has performed with similar audiences.</a:t>
                      </a:r>
                    </a:p>
                  </a:txBody>
                  <a:tcPr marL="54392" marR="54392" marT="27196" marB="27196" anchor="ctr">
                    <a:lnL>
                      <a:noFill/>
                    </a:lnL>
                    <a:lnR>
                      <a:noFill/>
                    </a:lnR>
                    <a:lnT>
                      <a:noFill/>
                    </a:lnT>
                    <a:lnB>
                      <a:noFill/>
                    </a:lnB>
                    <a:solidFill>
                      <a:schemeClr val="bg2">
                        <a:lumMod val="95000"/>
                      </a:schemeClr>
                    </a:solidFill>
                  </a:tcPr>
                </a:tc>
                <a:tc>
                  <a:txBody>
                    <a:bodyPr/>
                    <a:lstStyle/>
                    <a:p>
                      <a:pPr algn="just">
                        <a:buNone/>
                      </a:pPr>
                      <a:r>
                        <a:rPr lang="en-US" sz="1800" b="1" dirty="0"/>
                        <a:t>Example:</a:t>
                      </a:r>
                      <a:r>
                        <a:rPr lang="en-US" sz="1800" dirty="0"/>
                        <a:t> An ad receiving many clicks and purchases may be considered a strong-performing ad.</a:t>
                      </a:r>
                    </a:p>
                  </a:txBody>
                  <a:tcPr marL="54392" marR="54392" marT="27196" marB="27196" anchor="ctr">
                    <a:lnL>
                      <a:noFill/>
                    </a:lnL>
                    <a:lnR>
                      <a:noFill/>
                    </a:lnR>
                    <a:lnT>
                      <a:noFill/>
                    </a:lnT>
                    <a:lnB>
                      <a:noFill/>
                    </a:lnB>
                    <a:solidFill>
                      <a:schemeClr val="bg2">
                        <a:lumMod val="95000"/>
                      </a:schemeClr>
                    </a:solidFill>
                  </a:tcPr>
                </a:tc>
                <a:extLst>
                  <a:ext uri="{0D108BD9-81ED-4DB2-BD59-A6C34878D82A}">
                    <a16:rowId xmlns:a16="http://schemas.microsoft.com/office/drawing/2014/main" val="419157201"/>
                  </a:ext>
                </a:extLst>
              </a:tr>
              <a:tr h="543917">
                <a:tc>
                  <a:txBody>
                    <a:bodyPr/>
                    <a:lstStyle/>
                    <a:p>
                      <a:pPr>
                        <a:buNone/>
                      </a:pPr>
                      <a:r>
                        <a:rPr lang="en-US" sz="1800" b="1"/>
                        <a:t>• Ad Relevance / Quality</a:t>
                      </a:r>
                      <a:endParaRPr lang="en-US" sz="1800"/>
                    </a:p>
                  </a:txBody>
                  <a:tcPr marL="54392" marR="54392" marT="27196" marB="27196" anchor="ctr">
                    <a:lnL>
                      <a:noFill/>
                    </a:lnL>
                    <a:lnR>
                      <a:noFill/>
                    </a:lnR>
                    <a:lnT>
                      <a:noFill/>
                    </a:lnT>
                    <a:lnB>
                      <a:noFill/>
                    </a:lnB>
                    <a:solidFill>
                      <a:schemeClr val="bg2">
                        <a:lumMod val="95000"/>
                      </a:schemeClr>
                    </a:solidFill>
                  </a:tcPr>
                </a:tc>
                <a:tc>
                  <a:txBody>
                    <a:bodyPr/>
                    <a:lstStyle/>
                    <a:p>
                      <a:pPr algn="just">
                        <a:buNone/>
                      </a:pPr>
                      <a:r>
                        <a:rPr lang="en-US" sz="1800" dirty="0"/>
                        <a:t>It considers whether the ad is useful and appropriate for the people seeing it.</a:t>
                      </a:r>
                    </a:p>
                  </a:txBody>
                  <a:tcPr marL="54392" marR="54392" marT="27196" marB="27196" anchor="ctr">
                    <a:lnL>
                      <a:noFill/>
                    </a:lnL>
                    <a:lnR>
                      <a:noFill/>
                    </a:lnR>
                    <a:lnT>
                      <a:noFill/>
                    </a:lnT>
                    <a:lnB>
                      <a:noFill/>
                    </a:lnB>
                    <a:solidFill>
                      <a:schemeClr val="bg2">
                        <a:lumMod val="95000"/>
                      </a:schemeClr>
                    </a:solidFill>
                  </a:tcPr>
                </a:tc>
                <a:tc>
                  <a:txBody>
                    <a:bodyPr/>
                    <a:lstStyle/>
                    <a:p>
                      <a:pPr algn="just">
                        <a:buNone/>
                      </a:pPr>
                      <a:r>
                        <a:rPr lang="en-US" sz="1800" b="1" dirty="0"/>
                        <a:t>Example:</a:t>
                      </a:r>
                      <a:r>
                        <a:rPr lang="en-US" sz="1800" dirty="0"/>
                        <a:t> A relevant running-shoe ad is more suitable for a person interested in running.</a:t>
                      </a:r>
                    </a:p>
                  </a:txBody>
                  <a:tcPr marL="54392" marR="54392" marT="27196" marB="27196" anchor="ctr">
                    <a:lnL>
                      <a:noFill/>
                    </a:lnL>
                    <a:lnR>
                      <a:noFill/>
                    </a:lnR>
                    <a:lnT>
                      <a:noFill/>
                    </a:lnT>
                    <a:lnB>
                      <a:noFill/>
                    </a:lnB>
                    <a:solidFill>
                      <a:schemeClr val="bg2">
                        <a:lumMod val="95000"/>
                      </a:schemeClr>
                    </a:solidFill>
                  </a:tcPr>
                </a:tc>
                <a:extLst>
                  <a:ext uri="{0D108BD9-81ED-4DB2-BD59-A6C34878D82A}">
                    <a16:rowId xmlns:a16="http://schemas.microsoft.com/office/drawing/2014/main" val="3981175244"/>
                  </a:ext>
                </a:extLst>
              </a:tr>
            </a:tbl>
          </a:graphicData>
        </a:graphic>
      </p:graphicFrame>
      <p:graphicFrame>
        <p:nvGraphicFramePr>
          <p:cNvPr id="8" name="Table 7">
            <a:extLst>
              <a:ext uri="{FF2B5EF4-FFF2-40B4-BE49-F238E27FC236}">
                <a16:creationId xmlns:a16="http://schemas.microsoft.com/office/drawing/2014/main" id="{95D1D16C-9134-A50C-3253-77365D6C2FCC}"/>
              </a:ext>
            </a:extLst>
          </p:cNvPr>
          <p:cNvGraphicFramePr>
            <a:graphicFrameLocks noGrp="1"/>
          </p:cNvGraphicFramePr>
          <p:nvPr/>
        </p:nvGraphicFramePr>
        <p:xfrm>
          <a:off x="137160" y="4594028"/>
          <a:ext cx="11932920" cy="877352"/>
        </p:xfrm>
        <a:graphic>
          <a:graphicData uri="http://schemas.openxmlformats.org/drawingml/2006/table">
            <a:tbl>
              <a:tblPr/>
              <a:tblGrid>
                <a:gridCol w="2568722">
                  <a:extLst>
                    <a:ext uri="{9D8B030D-6E8A-4147-A177-3AD203B41FA5}">
                      <a16:colId xmlns:a16="http://schemas.microsoft.com/office/drawing/2014/main" val="1561001743"/>
                    </a:ext>
                  </a:extLst>
                </a:gridCol>
                <a:gridCol w="4475028">
                  <a:extLst>
                    <a:ext uri="{9D8B030D-6E8A-4147-A177-3AD203B41FA5}">
                      <a16:colId xmlns:a16="http://schemas.microsoft.com/office/drawing/2014/main" val="1571677036"/>
                    </a:ext>
                  </a:extLst>
                </a:gridCol>
                <a:gridCol w="4889170">
                  <a:extLst>
                    <a:ext uri="{9D8B030D-6E8A-4147-A177-3AD203B41FA5}">
                      <a16:colId xmlns:a16="http://schemas.microsoft.com/office/drawing/2014/main" val="1964211143"/>
                    </a:ext>
                  </a:extLst>
                </a:gridCol>
              </a:tblGrid>
              <a:tr h="707092">
                <a:tc>
                  <a:txBody>
                    <a:bodyPr/>
                    <a:lstStyle/>
                    <a:p>
                      <a:pPr>
                        <a:buNone/>
                      </a:pPr>
                      <a:r>
                        <a:rPr lang="en-US" sz="1800" b="1" dirty="0"/>
                        <a:t>3. Predictions</a:t>
                      </a:r>
                      <a:endParaRPr lang="en-US" sz="1800" dirty="0"/>
                    </a:p>
                  </a:txBody>
                  <a:tcPr marL="54392" marR="54392" marT="27196" marB="27196" anchor="ctr">
                    <a:lnL>
                      <a:noFill/>
                    </a:lnL>
                    <a:lnR>
                      <a:noFill/>
                    </a:lnR>
                    <a:lnT>
                      <a:noFill/>
                    </a:lnT>
                    <a:lnB>
                      <a:noFill/>
                    </a:lnB>
                    <a:noFill/>
                  </a:tcPr>
                </a:tc>
                <a:tc>
                  <a:txBody>
                    <a:bodyPr/>
                    <a:lstStyle/>
                    <a:p>
                      <a:pPr algn="just">
                        <a:buNone/>
                      </a:pPr>
                      <a:r>
                        <a:rPr lang="en-US" sz="1800" dirty="0"/>
                        <a:t>The system predicts how likely a user is to take the desired action on an ad.</a:t>
                      </a:r>
                    </a:p>
                  </a:txBody>
                  <a:tcPr marL="54392" marR="54392" marT="27196" marB="27196" anchor="ctr">
                    <a:lnL>
                      <a:noFill/>
                    </a:lnL>
                    <a:lnR>
                      <a:noFill/>
                    </a:lnR>
                    <a:lnT>
                      <a:noFill/>
                    </a:lnT>
                    <a:lnB>
                      <a:noFill/>
                    </a:lnB>
                    <a:noFill/>
                  </a:tcPr>
                </a:tc>
                <a:tc>
                  <a:txBody>
                    <a:bodyPr/>
                    <a:lstStyle/>
                    <a:p>
                      <a:pPr algn="just">
                        <a:buNone/>
                      </a:pPr>
                      <a:r>
                        <a:rPr lang="en-US" sz="1800" b="1" dirty="0"/>
                        <a:t>Example:</a:t>
                      </a:r>
                      <a:r>
                        <a:rPr lang="en-US" sz="1800" dirty="0"/>
                        <a:t> If a user often clicks shopping ads, the system may predict a higher chance of clicking a new product ad.</a:t>
                      </a:r>
                    </a:p>
                  </a:txBody>
                  <a:tcPr marL="54392" marR="54392" marT="27196" marB="27196" anchor="ctr">
                    <a:lnL>
                      <a:noFill/>
                    </a:lnL>
                    <a:lnR>
                      <a:noFill/>
                    </a:lnR>
                    <a:lnT>
                      <a:noFill/>
                    </a:lnT>
                    <a:lnB>
                      <a:noFill/>
                    </a:lnB>
                    <a:noFill/>
                  </a:tcPr>
                </a:tc>
                <a:extLst>
                  <a:ext uri="{0D108BD9-81ED-4DB2-BD59-A6C34878D82A}">
                    <a16:rowId xmlns:a16="http://schemas.microsoft.com/office/drawing/2014/main" val="1968611892"/>
                  </a:ext>
                </a:extLst>
              </a:tr>
            </a:tbl>
          </a:graphicData>
        </a:graphic>
      </p:graphicFrame>
      <p:graphicFrame>
        <p:nvGraphicFramePr>
          <p:cNvPr id="9" name="Table 8">
            <a:extLst>
              <a:ext uri="{FF2B5EF4-FFF2-40B4-BE49-F238E27FC236}">
                <a16:creationId xmlns:a16="http://schemas.microsoft.com/office/drawing/2014/main" id="{F8A6EEB2-6DE8-4C41-28A6-891743B469FB}"/>
              </a:ext>
            </a:extLst>
          </p:cNvPr>
          <p:cNvGraphicFramePr>
            <a:graphicFrameLocks noGrp="1"/>
          </p:cNvGraphicFramePr>
          <p:nvPr/>
        </p:nvGraphicFramePr>
        <p:xfrm>
          <a:off x="137160" y="5580728"/>
          <a:ext cx="11932920" cy="877352"/>
        </p:xfrm>
        <a:graphic>
          <a:graphicData uri="http://schemas.openxmlformats.org/drawingml/2006/table">
            <a:tbl>
              <a:tblPr/>
              <a:tblGrid>
                <a:gridCol w="2568722">
                  <a:extLst>
                    <a:ext uri="{9D8B030D-6E8A-4147-A177-3AD203B41FA5}">
                      <a16:colId xmlns:a16="http://schemas.microsoft.com/office/drawing/2014/main" val="3704499696"/>
                    </a:ext>
                  </a:extLst>
                </a:gridCol>
                <a:gridCol w="4475028">
                  <a:extLst>
                    <a:ext uri="{9D8B030D-6E8A-4147-A177-3AD203B41FA5}">
                      <a16:colId xmlns:a16="http://schemas.microsoft.com/office/drawing/2014/main" val="2865714555"/>
                    </a:ext>
                  </a:extLst>
                </a:gridCol>
                <a:gridCol w="4889170">
                  <a:extLst>
                    <a:ext uri="{9D8B030D-6E8A-4147-A177-3AD203B41FA5}">
                      <a16:colId xmlns:a16="http://schemas.microsoft.com/office/drawing/2014/main" val="210623941"/>
                    </a:ext>
                  </a:extLst>
                </a:gridCol>
              </a:tblGrid>
              <a:tr h="707092">
                <a:tc>
                  <a:txBody>
                    <a:bodyPr/>
                    <a:lstStyle/>
                    <a:p>
                      <a:pPr>
                        <a:buNone/>
                      </a:pPr>
                      <a:r>
                        <a:rPr lang="en-US" sz="1800" b="1" dirty="0"/>
                        <a:t>4. Ad Quality / Relevance</a:t>
                      </a:r>
                      <a:endParaRPr lang="en-US" sz="1800" dirty="0"/>
                    </a:p>
                  </a:txBody>
                  <a:tcPr marL="54392" marR="54392" marT="27196" marB="27196" anchor="ctr">
                    <a:lnL>
                      <a:noFill/>
                    </a:lnL>
                    <a:lnR>
                      <a:noFill/>
                    </a:lnR>
                    <a:lnT>
                      <a:noFill/>
                    </a:lnT>
                    <a:lnB>
                      <a:noFill/>
                    </a:lnB>
                    <a:solidFill>
                      <a:schemeClr val="bg2">
                        <a:lumMod val="95000"/>
                      </a:schemeClr>
                    </a:solidFill>
                  </a:tcPr>
                </a:tc>
                <a:tc>
                  <a:txBody>
                    <a:bodyPr/>
                    <a:lstStyle/>
                    <a:p>
                      <a:pPr algn="just">
                        <a:buNone/>
                      </a:pPr>
                      <a:r>
                        <a:rPr lang="en-US" sz="1800" dirty="0"/>
                        <a:t>Ads that provide a better experience and are more likely to achieve the advertiser's objective can have an advantage in the auction.</a:t>
                      </a:r>
                    </a:p>
                  </a:txBody>
                  <a:tcPr marL="54392" marR="54392" marT="27196" marB="27196" anchor="ctr">
                    <a:lnL>
                      <a:noFill/>
                    </a:lnL>
                    <a:lnR>
                      <a:noFill/>
                    </a:lnR>
                    <a:lnT>
                      <a:noFill/>
                    </a:lnT>
                    <a:lnB>
                      <a:noFill/>
                    </a:lnB>
                    <a:solidFill>
                      <a:schemeClr val="bg2">
                        <a:lumMod val="95000"/>
                      </a:schemeClr>
                    </a:solidFill>
                  </a:tcPr>
                </a:tc>
                <a:tc>
                  <a:txBody>
                    <a:bodyPr/>
                    <a:lstStyle/>
                    <a:p>
                      <a:pPr algn="just">
                        <a:buNone/>
                      </a:pPr>
                      <a:r>
                        <a:rPr lang="en-US" sz="1800" b="1" dirty="0"/>
                        <a:t>Example:</a:t>
                      </a:r>
                      <a:r>
                        <a:rPr lang="en-US" sz="1800" dirty="0"/>
                        <a:t> A clear, useful product ad with positive user feedback may perform better than a misleading or low-quality ad.</a:t>
                      </a:r>
                    </a:p>
                  </a:txBody>
                  <a:tcPr marL="54392" marR="54392" marT="27196" marB="27196" anchor="ctr">
                    <a:lnL>
                      <a:noFill/>
                    </a:lnL>
                    <a:lnR>
                      <a:noFill/>
                    </a:lnR>
                    <a:lnT>
                      <a:noFill/>
                    </a:lnT>
                    <a:lnB>
                      <a:noFill/>
                    </a:lnB>
                    <a:solidFill>
                      <a:schemeClr val="bg2">
                        <a:lumMod val="95000"/>
                      </a:schemeClr>
                    </a:solidFill>
                  </a:tcPr>
                </a:tc>
                <a:extLst>
                  <a:ext uri="{0D108BD9-81ED-4DB2-BD59-A6C34878D82A}">
                    <a16:rowId xmlns:a16="http://schemas.microsoft.com/office/drawing/2014/main" val="1436149384"/>
                  </a:ext>
                </a:extLst>
              </a:tr>
            </a:tbl>
          </a:graphicData>
        </a:graphic>
      </p:graphicFrame>
    </p:spTree>
    <p:extLst>
      <p:ext uri="{BB962C8B-B14F-4D97-AF65-F5344CB8AC3E}">
        <p14:creationId xmlns:p14="http://schemas.microsoft.com/office/powerpoint/2010/main" val="3096361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442F5B-FF5C-49EF-812C-7E056CD09E02}"/>
              </a:ext>
            </a:extLst>
          </p:cNvPr>
          <p:cNvSpPr>
            <a:spLocks noGrp="1"/>
          </p:cNvSpPr>
          <p:nvPr>
            <p:ph idx="1"/>
          </p:nvPr>
        </p:nvSpPr>
        <p:spPr/>
        <p:txBody>
          <a:bodyPr/>
          <a:lstStyle/>
          <a:p>
            <a:pPr marL="457200" indent="-457200">
              <a:buFont typeface="+mj-lt"/>
              <a:buAutoNum type="arabicPeriod"/>
            </a:pPr>
            <a:r>
              <a:rPr lang="en-US" b="1" dirty="0"/>
              <a:t>Bidding</a:t>
            </a:r>
          </a:p>
          <a:p>
            <a:pPr lvl="1"/>
            <a:r>
              <a:rPr lang="en-US" dirty="0"/>
              <a:t>Advertisers </a:t>
            </a:r>
            <a:r>
              <a:rPr lang="en-US" b="1" dirty="0"/>
              <a:t>bid</a:t>
            </a:r>
            <a:r>
              <a:rPr lang="en-US" dirty="0"/>
              <a:t> for ad placements. </a:t>
            </a:r>
          </a:p>
          <a:p>
            <a:pPr lvl="1"/>
            <a:r>
              <a:rPr lang="en-US" dirty="0"/>
              <a:t>The bid amount, combined with the </a:t>
            </a:r>
            <a:r>
              <a:rPr lang="en-US" b="1" dirty="0"/>
              <a:t>relevance score, </a:t>
            </a:r>
            <a:r>
              <a:rPr lang="en-US" dirty="0"/>
              <a:t>determines the ad’s overall value in the auction.</a:t>
            </a:r>
          </a:p>
          <a:p>
            <a:pPr lvl="1"/>
            <a:r>
              <a:rPr lang="en-US" b="1" dirty="0"/>
              <a:t>Example:</a:t>
            </a:r>
            <a:r>
              <a:rPr lang="en-US" dirty="0"/>
              <a:t> A clothing brand may </a:t>
            </a:r>
            <a:r>
              <a:rPr lang="en-US" b="1" dirty="0"/>
              <a:t>bid ₹50 </a:t>
            </a:r>
            <a:r>
              <a:rPr lang="en-US" dirty="0"/>
              <a:t>to reach potential customers.</a:t>
            </a:r>
          </a:p>
          <a:p>
            <a:pPr lvl="1"/>
            <a:endParaRPr lang="en-US" dirty="0"/>
          </a:p>
          <a:p>
            <a:pPr marL="457200" indent="-457200">
              <a:buFont typeface="+mj-lt"/>
              <a:buAutoNum type="arabicPeriod"/>
            </a:pPr>
            <a:r>
              <a:rPr lang="en-US" b="1" dirty="0"/>
              <a:t>Auction</a:t>
            </a:r>
          </a:p>
          <a:p>
            <a:pPr lvl="1"/>
            <a:r>
              <a:rPr lang="en-US" dirty="0"/>
              <a:t>The algorithm </a:t>
            </a:r>
            <a:r>
              <a:rPr lang="en-US" b="1" dirty="0"/>
              <a:t>runs an auction </a:t>
            </a:r>
            <a:r>
              <a:rPr lang="en-US" dirty="0"/>
              <a:t>to decide which ads to show. </a:t>
            </a:r>
          </a:p>
          <a:p>
            <a:pPr lvl="1"/>
            <a:r>
              <a:rPr lang="en-US" dirty="0"/>
              <a:t>It considers both the bid and the </a:t>
            </a:r>
            <a:r>
              <a:rPr lang="en-US" b="1" dirty="0"/>
              <a:t>relevance score </a:t>
            </a:r>
            <a:r>
              <a:rPr lang="en-US" dirty="0"/>
              <a:t>to select the most valuable ads for the user.</a:t>
            </a:r>
          </a:p>
          <a:p>
            <a:pPr lvl="1"/>
            <a:r>
              <a:rPr lang="en-US" b="1" dirty="0"/>
              <a:t>Example:</a:t>
            </a:r>
            <a:r>
              <a:rPr lang="en-US" dirty="0"/>
              <a:t> Even if </a:t>
            </a:r>
            <a:r>
              <a:rPr lang="en-US" b="1" dirty="0"/>
              <a:t>Brand A</a:t>
            </a:r>
            <a:r>
              <a:rPr lang="en-US" dirty="0"/>
              <a:t> bids higher, </a:t>
            </a:r>
            <a:r>
              <a:rPr lang="en-US" b="1" dirty="0"/>
              <a:t>Brand B</a:t>
            </a:r>
            <a:r>
              <a:rPr lang="en-US" dirty="0"/>
              <a:t> may win if its ad is more relevant and likely to get customer action.</a:t>
            </a:r>
          </a:p>
        </p:txBody>
      </p:sp>
      <p:sp>
        <p:nvSpPr>
          <p:cNvPr id="3" name="Title 2">
            <a:extLst>
              <a:ext uri="{FF2B5EF4-FFF2-40B4-BE49-F238E27FC236}">
                <a16:creationId xmlns:a16="http://schemas.microsoft.com/office/drawing/2014/main" id="{A2D6E839-556D-49EC-A2A6-513E6D89632A}"/>
              </a:ext>
            </a:extLst>
          </p:cNvPr>
          <p:cNvSpPr>
            <a:spLocks noGrp="1"/>
          </p:cNvSpPr>
          <p:nvPr>
            <p:ph type="title"/>
          </p:nvPr>
        </p:nvSpPr>
        <p:spPr/>
        <p:txBody>
          <a:bodyPr>
            <a:normAutofit/>
          </a:bodyPr>
          <a:lstStyle/>
          <a:p>
            <a:r>
              <a:rPr lang="en-US" sz="3200" dirty="0"/>
              <a:t>How the Algorithm Works?</a:t>
            </a:r>
          </a:p>
        </p:txBody>
      </p:sp>
    </p:spTree>
    <p:extLst>
      <p:ext uri="{BB962C8B-B14F-4D97-AF65-F5344CB8AC3E}">
        <p14:creationId xmlns:p14="http://schemas.microsoft.com/office/powerpoint/2010/main" val="2848267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7B0C2-078A-F704-B3BB-41FCCE7874F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EEE14A-19DB-D40B-2660-52B5A85476E4}"/>
              </a:ext>
            </a:extLst>
          </p:cNvPr>
          <p:cNvSpPr>
            <a:spLocks noGrp="1"/>
          </p:cNvSpPr>
          <p:nvPr>
            <p:ph idx="1"/>
          </p:nvPr>
        </p:nvSpPr>
        <p:spPr/>
        <p:txBody>
          <a:bodyPr/>
          <a:lstStyle/>
          <a:p>
            <a:pPr marL="514350" indent="-514350">
              <a:buFont typeface="+mj-lt"/>
              <a:buAutoNum type="arabicPeriod" startAt="3"/>
            </a:pPr>
            <a:r>
              <a:rPr lang="en-US" b="1" dirty="0"/>
              <a:t>Ad Delivery</a:t>
            </a:r>
          </a:p>
          <a:p>
            <a:pPr lvl="1"/>
            <a:r>
              <a:rPr lang="en-US" dirty="0"/>
              <a:t>The </a:t>
            </a:r>
            <a:r>
              <a:rPr lang="en-US" b="1" dirty="0"/>
              <a:t>winning ads</a:t>
            </a:r>
            <a:r>
              <a:rPr lang="en-US" dirty="0"/>
              <a:t> are then delivered to the user. </a:t>
            </a:r>
          </a:p>
          <a:p>
            <a:pPr lvl="1"/>
            <a:r>
              <a:rPr lang="en-US" dirty="0"/>
              <a:t>The algorithm continuously </a:t>
            </a:r>
            <a:r>
              <a:rPr lang="en-US" b="1" dirty="0"/>
              <a:t>monitors ad performance and user interactions </a:t>
            </a:r>
            <a:r>
              <a:rPr lang="en-US" dirty="0"/>
              <a:t>to optimize delivery.</a:t>
            </a:r>
          </a:p>
          <a:p>
            <a:pPr lvl="1"/>
            <a:r>
              <a:rPr lang="en-US" b="1" dirty="0"/>
              <a:t>Example:</a:t>
            </a:r>
            <a:r>
              <a:rPr lang="en-US" dirty="0"/>
              <a:t> If users frequently click a shoes ad, Facebook may show it more often to similar interested users.</a:t>
            </a:r>
          </a:p>
          <a:p>
            <a:pPr marL="457200" lvl="1" indent="0">
              <a:buNone/>
            </a:pPr>
            <a:endParaRPr lang="en-US" dirty="0"/>
          </a:p>
          <a:p>
            <a:pPr marL="457200" lvl="1" indent="0">
              <a:buNone/>
            </a:pPr>
            <a:endParaRPr lang="en-US" dirty="0"/>
          </a:p>
          <a:p>
            <a:pPr marL="457200" lvl="1" indent="0">
              <a:buNone/>
            </a:pPr>
            <a:r>
              <a:rPr lang="en-US" b="1" i="1" dirty="0"/>
              <a:t>Relevance: How well an ad matches the interests and needs of the target audience.</a:t>
            </a:r>
          </a:p>
        </p:txBody>
      </p:sp>
      <p:sp>
        <p:nvSpPr>
          <p:cNvPr id="3" name="Title 2">
            <a:extLst>
              <a:ext uri="{FF2B5EF4-FFF2-40B4-BE49-F238E27FC236}">
                <a16:creationId xmlns:a16="http://schemas.microsoft.com/office/drawing/2014/main" id="{50772690-8B41-9C66-15DF-D60F43B95832}"/>
              </a:ext>
            </a:extLst>
          </p:cNvPr>
          <p:cNvSpPr>
            <a:spLocks noGrp="1"/>
          </p:cNvSpPr>
          <p:nvPr>
            <p:ph type="title"/>
          </p:nvPr>
        </p:nvSpPr>
        <p:spPr/>
        <p:txBody>
          <a:bodyPr>
            <a:normAutofit/>
          </a:bodyPr>
          <a:lstStyle/>
          <a:p>
            <a:r>
              <a:rPr lang="en-US" sz="3200" dirty="0"/>
              <a:t>How the Algorithm Works?</a:t>
            </a:r>
          </a:p>
        </p:txBody>
      </p:sp>
    </p:spTree>
    <p:extLst>
      <p:ext uri="{BB962C8B-B14F-4D97-AF65-F5344CB8AC3E}">
        <p14:creationId xmlns:p14="http://schemas.microsoft.com/office/powerpoint/2010/main" val="1905041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D2C09-14CB-46E9-BFED-25DF05CF33F4}"/>
              </a:ext>
            </a:extLst>
          </p:cNvPr>
          <p:cNvSpPr>
            <a:spLocks noGrp="1"/>
          </p:cNvSpPr>
          <p:nvPr>
            <p:ph type="title"/>
          </p:nvPr>
        </p:nvSpPr>
        <p:spPr/>
        <p:txBody>
          <a:bodyPr/>
          <a:lstStyle/>
          <a:p>
            <a:r>
              <a:rPr lang="en-US" dirty="0"/>
              <a:t>Facebook Marketing Assets </a:t>
            </a:r>
          </a:p>
        </p:txBody>
      </p:sp>
      <p:sp>
        <p:nvSpPr>
          <p:cNvPr id="3" name="Text Placeholder 2">
            <a:extLst>
              <a:ext uri="{FF2B5EF4-FFF2-40B4-BE49-F238E27FC236}">
                <a16:creationId xmlns:a16="http://schemas.microsoft.com/office/drawing/2014/main" id="{B9394DF7-5177-4EBF-9738-A539A3BF1B6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6119275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C723B4E-83A2-6DD7-A31E-415EBEE55BF6}"/>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1" y="711200"/>
            <a:ext cx="12192000" cy="6146799"/>
          </a:xfrm>
          <a:prstGeom prst="rect">
            <a:avLst/>
          </a:prstGeom>
        </p:spPr>
      </p:pic>
      <p:sp>
        <p:nvSpPr>
          <p:cNvPr id="2" name="Content Placeholder 1">
            <a:extLst>
              <a:ext uri="{FF2B5EF4-FFF2-40B4-BE49-F238E27FC236}">
                <a16:creationId xmlns:a16="http://schemas.microsoft.com/office/drawing/2014/main" id="{E5442F5B-FF5C-49EF-812C-7E056CD09E02}"/>
              </a:ext>
            </a:extLst>
          </p:cNvPr>
          <p:cNvSpPr>
            <a:spLocks noGrp="1"/>
          </p:cNvSpPr>
          <p:nvPr>
            <p:ph idx="1"/>
          </p:nvPr>
        </p:nvSpPr>
        <p:spPr/>
        <p:txBody>
          <a:bodyPr/>
          <a:lstStyle/>
          <a:p>
            <a:pPr marL="457200" indent="-457200">
              <a:buFont typeface="+mj-lt"/>
              <a:buAutoNum type="arabicPeriod"/>
            </a:pPr>
            <a:r>
              <a:rPr lang="en-US" dirty="0"/>
              <a:t>Facebook Pages</a:t>
            </a:r>
          </a:p>
          <a:p>
            <a:pPr marL="457200" indent="-457200">
              <a:buFont typeface="+mj-lt"/>
              <a:buAutoNum type="arabicPeriod"/>
            </a:pPr>
            <a:r>
              <a:rPr lang="en-US" dirty="0"/>
              <a:t>Facebook Ads</a:t>
            </a:r>
          </a:p>
          <a:p>
            <a:pPr marL="457200" indent="-457200">
              <a:buFont typeface="+mj-lt"/>
              <a:buAutoNum type="arabicPeriod"/>
            </a:pPr>
            <a:r>
              <a:rPr lang="en-IN" b="0" i="0" u="none" strike="noStrike" dirty="0">
                <a:solidFill>
                  <a:srgbClr val="000000"/>
                </a:solidFill>
                <a:effectLst/>
              </a:rPr>
              <a:t>Facebook Groups</a:t>
            </a:r>
            <a:endParaRPr lang="en-US" b="0" i="0" u="none" strike="noStrike" dirty="0">
              <a:solidFill>
                <a:srgbClr val="000000"/>
              </a:solidFill>
              <a:effectLst/>
            </a:endParaRPr>
          </a:p>
          <a:p>
            <a:pPr marL="457200" indent="-457200">
              <a:buFont typeface="+mj-lt"/>
              <a:buAutoNum type="arabicPeriod"/>
            </a:pPr>
            <a:r>
              <a:rPr lang="en-IN" b="0" i="0" u="none" strike="noStrike" dirty="0">
                <a:solidFill>
                  <a:srgbClr val="000000"/>
                </a:solidFill>
                <a:effectLst/>
              </a:rPr>
              <a:t>Facebook Events</a:t>
            </a:r>
          </a:p>
          <a:p>
            <a:pPr marL="457200" indent="-457200">
              <a:buFont typeface="+mj-lt"/>
              <a:buAutoNum type="arabicPeriod"/>
            </a:pPr>
            <a:r>
              <a:rPr lang="en-IN" dirty="0">
                <a:solidFill>
                  <a:srgbClr val="000000"/>
                </a:solidFill>
              </a:rPr>
              <a:t>Facebook Ads Manager</a:t>
            </a:r>
            <a:endParaRPr lang="en-US" dirty="0">
              <a:solidFill>
                <a:srgbClr val="000000"/>
              </a:solidFill>
            </a:endParaRPr>
          </a:p>
          <a:p>
            <a:pPr marL="457200" indent="-457200">
              <a:buFont typeface="+mj-lt"/>
              <a:buAutoNum type="arabicPeriod"/>
            </a:pPr>
            <a:r>
              <a:rPr lang="en-IN" b="0" i="0" u="none" strike="noStrike" dirty="0">
                <a:solidFill>
                  <a:srgbClr val="000000"/>
                </a:solidFill>
                <a:effectLst/>
              </a:rPr>
              <a:t>Facebook Insights</a:t>
            </a:r>
          </a:p>
          <a:p>
            <a:endParaRPr lang="en-US" dirty="0"/>
          </a:p>
        </p:txBody>
      </p:sp>
      <p:sp>
        <p:nvSpPr>
          <p:cNvPr id="3" name="Title 2">
            <a:extLst>
              <a:ext uri="{FF2B5EF4-FFF2-40B4-BE49-F238E27FC236}">
                <a16:creationId xmlns:a16="http://schemas.microsoft.com/office/drawing/2014/main" id="{A2D6E839-556D-49EC-A2A6-513E6D89632A}"/>
              </a:ext>
            </a:extLst>
          </p:cNvPr>
          <p:cNvSpPr>
            <a:spLocks noGrp="1"/>
          </p:cNvSpPr>
          <p:nvPr>
            <p:ph type="title"/>
          </p:nvPr>
        </p:nvSpPr>
        <p:spPr/>
        <p:txBody>
          <a:bodyPr>
            <a:normAutofit/>
          </a:bodyPr>
          <a:lstStyle/>
          <a:p>
            <a:r>
              <a:rPr lang="en-US" sz="3200" dirty="0"/>
              <a:t>Assets of Facebook Marketing</a:t>
            </a:r>
          </a:p>
        </p:txBody>
      </p:sp>
      <p:pic>
        <p:nvPicPr>
          <p:cNvPr id="4" name="Picture 3" descr="Facebook page - Free interface icons">
            <a:extLst>
              <a:ext uri="{FF2B5EF4-FFF2-40B4-BE49-F238E27FC236}">
                <a16:creationId xmlns:a16="http://schemas.microsoft.com/office/drawing/2014/main" id="{10B6C49F-7EC7-E3FA-56F5-1B969B774903}"/>
              </a:ext>
            </a:extLst>
          </p:cNvPr>
          <p:cNvPicPr>
            <a:picLocks noChangeAspect="1"/>
          </p:cNvPicPr>
          <p:nvPr/>
        </p:nvPicPr>
        <p:blipFill>
          <a:blip r:embed="rId3"/>
          <a:stretch>
            <a:fillRect/>
          </a:stretch>
        </p:blipFill>
        <p:spPr>
          <a:xfrm>
            <a:off x="4897514" y="1223010"/>
            <a:ext cx="1491703" cy="1491703"/>
          </a:xfrm>
          <a:prstGeom prst="rect">
            <a:avLst/>
          </a:prstGeom>
        </p:spPr>
      </p:pic>
      <p:pic>
        <p:nvPicPr>
          <p:cNvPr id="5" name="Picture 4" descr="Facebook Ads Icon - 33 Park Media">
            <a:extLst>
              <a:ext uri="{FF2B5EF4-FFF2-40B4-BE49-F238E27FC236}">
                <a16:creationId xmlns:a16="http://schemas.microsoft.com/office/drawing/2014/main" id="{F26453AE-C095-7E95-871E-B8FAE4E833B4}"/>
              </a:ext>
            </a:extLst>
          </p:cNvPr>
          <p:cNvPicPr>
            <a:picLocks noChangeAspect="1"/>
          </p:cNvPicPr>
          <p:nvPr/>
        </p:nvPicPr>
        <p:blipFill>
          <a:blip r:embed="rId4"/>
          <a:stretch>
            <a:fillRect/>
          </a:stretch>
        </p:blipFill>
        <p:spPr>
          <a:xfrm>
            <a:off x="7116304" y="948295"/>
            <a:ext cx="2218448" cy="2218448"/>
          </a:xfrm>
          <a:prstGeom prst="rect">
            <a:avLst/>
          </a:prstGeom>
        </p:spPr>
      </p:pic>
      <p:pic>
        <p:nvPicPr>
          <p:cNvPr id="6" name="Picture 5" descr="Groups - Free social media icons">
            <a:extLst>
              <a:ext uri="{FF2B5EF4-FFF2-40B4-BE49-F238E27FC236}">
                <a16:creationId xmlns:a16="http://schemas.microsoft.com/office/drawing/2014/main" id="{54D8C3F4-B0D5-353E-0D61-046B3D44855F}"/>
              </a:ext>
            </a:extLst>
          </p:cNvPr>
          <p:cNvPicPr>
            <a:picLocks noChangeAspect="1"/>
          </p:cNvPicPr>
          <p:nvPr/>
        </p:nvPicPr>
        <p:blipFill>
          <a:blip r:embed="rId5"/>
          <a:stretch>
            <a:fillRect/>
          </a:stretch>
        </p:blipFill>
        <p:spPr>
          <a:xfrm>
            <a:off x="10061839" y="948295"/>
            <a:ext cx="1894839" cy="1894839"/>
          </a:xfrm>
          <a:prstGeom prst="rect">
            <a:avLst/>
          </a:prstGeom>
        </p:spPr>
      </p:pic>
      <p:pic>
        <p:nvPicPr>
          <p:cNvPr id="7" name="Picture 6" descr="Star Icon Flat PNG &amp; SVG Design For T-Shirts">
            <a:extLst>
              <a:ext uri="{FF2B5EF4-FFF2-40B4-BE49-F238E27FC236}">
                <a16:creationId xmlns:a16="http://schemas.microsoft.com/office/drawing/2014/main" id="{E377D1EA-B114-0F68-987A-2FB096F6510A}"/>
              </a:ext>
            </a:extLst>
          </p:cNvPr>
          <p:cNvPicPr>
            <a:picLocks noChangeAspect="1"/>
          </p:cNvPicPr>
          <p:nvPr/>
        </p:nvPicPr>
        <p:blipFill>
          <a:blip r:embed="rId6"/>
          <a:stretch>
            <a:fillRect/>
          </a:stretch>
        </p:blipFill>
        <p:spPr>
          <a:xfrm>
            <a:off x="4822539" y="3429000"/>
            <a:ext cx="1637996" cy="1637996"/>
          </a:xfrm>
          <a:prstGeom prst="rect">
            <a:avLst/>
          </a:prstGeom>
        </p:spPr>
      </p:pic>
      <p:pic>
        <p:nvPicPr>
          <p:cNvPr id="8" name="Picture 7" descr="Meta Ads Manager Icon SVG Vector &amp; PNG Free Download | UXWing">
            <a:extLst>
              <a:ext uri="{FF2B5EF4-FFF2-40B4-BE49-F238E27FC236}">
                <a16:creationId xmlns:a16="http://schemas.microsoft.com/office/drawing/2014/main" id="{FABF6668-DC83-DF98-23E8-EA3296B527CB}"/>
              </a:ext>
            </a:extLst>
          </p:cNvPr>
          <p:cNvPicPr>
            <a:picLocks noChangeAspect="1"/>
          </p:cNvPicPr>
          <p:nvPr/>
        </p:nvPicPr>
        <p:blipFill>
          <a:blip r:embed="rId7"/>
          <a:stretch>
            <a:fillRect/>
          </a:stretch>
        </p:blipFill>
        <p:spPr>
          <a:xfrm>
            <a:off x="7478694" y="3487751"/>
            <a:ext cx="1493667" cy="1493667"/>
          </a:xfrm>
          <a:prstGeom prst="rect">
            <a:avLst/>
          </a:prstGeom>
        </p:spPr>
      </p:pic>
      <p:pic>
        <p:nvPicPr>
          <p:cNvPr id="9" name="Picture 8" descr="Insight - Free seo and web icons">
            <a:extLst>
              <a:ext uri="{FF2B5EF4-FFF2-40B4-BE49-F238E27FC236}">
                <a16:creationId xmlns:a16="http://schemas.microsoft.com/office/drawing/2014/main" id="{D9E81311-9A6C-34B4-70A1-8247200E0672}"/>
              </a:ext>
            </a:extLst>
          </p:cNvPr>
          <p:cNvPicPr>
            <a:picLocks noChangeAspect="1"/>
          </p:cNvPicPr>
          <p:nvPr/>
        </p:nvPicPr>
        <p:blipFill>
          <a:blip r:embed="rId8"/>
          <a:stretch>
            <a:fillRect/>
          </a:stretch>
        </p:blipFill>
        <p:spPr>
          <a:xfrm>
            <a:off x="10184742" y="3559917"/>
            <a:ext cx="1493666" cy="1493666"/>
          </a:xfrm>
          <a:prstGeom prst="rect">
            <a:avLst/>
          </a:prstGeom>
        </p:spPr>
      </p:pic>
    </p:spTree>
    <p:extLst>
      <p:ext uri="{BB962C8B-B14F-4D97-AF65-F5344CB8AC3E}">
        <p14:creationId xmlns:p14="http://schemas.microsoft.com/office/powerpoint/2010/main" val="1141571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childTnLst>
                                </p:cTn>
                              </p:par>
                            </p:childTnLst>
                          </p:cTn>
                        </p:par>
                        <p:par>
                          <p:cTn id="14" fill="hold">
                            <p:stCondLst>
                              <p:cond delay="0"/>
                            </p:stCondLst>
                            <p:childTnLst>
                              <p:par>
                                <p:cTn id="15" presetID="1" presetClass="entr" presetSubtype="0" fill="hold" nodeType="after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childTnLst>
                                </p:cTn>
                              </p:par>
                            </p:childTnLst>
                          </p:cTn>
                        </p:par>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childTnLst>
                                </p:cTn>
                              </p:par>
                            </p:childTnLst>
                          </p:cTn>
                        </p:par>
                        <p:par>
                          <p:cTn id="35" fill="hold">
                            <p:stCondLst>
                              <p:cond delay="0"/>
                            </p:stCondLst>
                            <p:childTnLst>
                              <p:par>
                                <p:cTn id="36" presetID="1" presetClass="entr" presetSubtype="0" fill="hold" nodeType="afterEffect">
                                  <p:stCondLst>
                                    <p:cond delay="0"/>
                                  </p:stCondLst>
                                  <p:childTnLst>
                                    <p:set>
                                      <p:cBhvr>
                                        <p:cTn id="37" dur="1" fill="hold">
                                          <p:stCondLst>
                                            <p:cond delay="0"/>
                                          </p:stCondLst>
                                        </p:cTn>
                                        <p:tgtEl>
                                          <p:spTgt spid="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childTnLst>
                                </p:cTn>
                              </p:par>
                            </p:childTnLst>
                          </p:cTn>
                        </p:par>
                        <p:par>
                          <p:cTn id="42" fill="hold">
                            <p:stCondLst>
                              <p:cond delay="0"/>
                            </p:stCondLst>
                            <p:childTnLst>
                              <p:par>
                                <p:cTn id="43" presetID="1" presetClass="entr" presetSubtype="0" fill="hold" nodeType="after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CAB8-6375-413D-A39F-4E23C5079191}"/>
              </a:ext>
            </a:extLst>
          </p:cNvPr>
          <p:cNvSpPr>
            <a:spLocks noGrp="1"/>
          </p:cNvSpPr>
          <p:nvPr>
            <p:ph type="title"/>
          </p:nvPr>
        </p:nvSpPr>
        <p:spPr/>
        <p:txBody>
          <a:bodyPr>
            <a:normAutofit/>
          </a:bodyPr>
          <a:lstStyle/>
          <a:p>
            <a:r>
              <a:rPr lang="en-US" sz="3200" dirty="0"/>
              <a:t>Facebook Pages</a:t>
            </a:r>
          </a:p>
        </p:txBody>
      </p:sp>
      <p:sp>
        <p:nvSpPr>
          <p:cNvPr id="3" name="Content Placeholder 2">
            <a:extLst>
              <a:ext uri="{FF2B5EF4-FFF2-40B4-BE49-F238E27FC236}">
                <a16:creationId xmlns:a16="http://schemas.microsoft.com/office/drawing/2014/main" id="{109CB7C0-BE1E-43FC-87E1-0F4F0689181C}"/>
              </a:ext>
            </a:extLst>
          </p:cNvPr>
          <p:cNvSpPr>
            <a:spLocks noGrp="1"/>
          </p:cNvSpPr>
          <p:nvPr>
            <p:ph idx="1"/>
          </p:nvPr>
        </p:nvSpPr>
        <p:spPr>
          <a:xfrm>
            <a:off x="131181" y="863444"/>
            <a:ext cx="8643852" cy="5590565"/>
          </a:xfrm>
        </p:spPr>
        <p:txBody>
          <a:bodyPr/>
          <a:lstStyle/>
          <a:p>
            <a:r>
              <a:rPr lang="en-US" dirty="0"/>
              <a:t>A </a:t>
            </a:r>
            <a:r>
              <a:rPr lang="en-US" b="1" dirty="0"/>
              <a:t>Facebook Page</a:t>
            </a:r>
            <a:r>
              <a:rPr lang="en-US" dirty="0"/>
              <a:t> works like a digital storefront where a business can present its brand and communicate with customers.</a:t>
            </a:r>
            <a:endParaRPr lang="en-US" b="1" dirty="0"/>
          </a:p>
          <a:p>
            <a:r>
              <a:rPr lang="en-US" b="1" dirty="0"/>
              <a:t>Business Pages: </a:t>
            </a:r>
          </a:p>
          <a:p>
            <a:pPr lvl="1"/>
            <a:r>
              <a:rPr lang="en-US" dirty="0"/>
              <a:t>A Facebook Page acts as a digital storefront where businesses can share content, interact with followers, and provide information about their brand.</a:t>
            </a:r>
          </a:p>
          <a:p>
            <a:endParaRPr lang="en-US" dirty="0"/>
          </a:p>
          <a:p>
            <a:r>
              <a:rPr lang="en-US" b="1" dirty="0"/>
              <a:t>Content Posting: </a:t>
            </a:r>
          </a:p>
          <a:p>
            <a:pPr lvl="1"/>
            <a:r>
              <a:rPr lang="en-US" dirty="0"/>
              <a:t>Regularly sharing posts, images, videos, and updates helps keep your audience engaged and informed.</a:t>
            </a:r>
          </a:p>
          <a:p>
            <a:pPr marL="0" indent="0">
              <a:buNone/>
            </a:pPr>
            <a:endParaRPr lang="en-US" dirty="0"/>
          </a:p>
          <a:p>
            <a:r>
              <a:rPr lang="en-US" b="1" dirty="0"/>
              <a:t>Customer Interaction: </a:t>
            </a:r>
          </a:p>
          <a:p>
            <a:pPr lvl="1"/>
            <a:r>
              <a:rPr lang="en-US" dirty="0"/>
              <a:t>Pages allow businesses to respond to messages, comments, and reviews, fostering direct communication with customers.</a:t>
            </a:r>
          </a:p>
          <a:p>
            <a:endParaRPr lang="en-US" dirty="0"/>
          </a:p>
          <a:p>
            <a:endParaRPr lang="en-US" dirty="0"/>
          </a:p>
        </p:txBody>
      </p:sp>
      <p:pic>
        <p:nvPicPr>
          <p:cNvPr id="4" name="Picture 3" descr="Facebook page - Free interface icons">
            <a:extLst>
              <a:ext uri="{FF2B5EF4-FFF2-40B4-BE49-F238E27FC236}">
                <a16:creationId xmlns:a16="http://schemas.microsoft.com/office/drawing/2014/main" id="{7856DB85-FC43-42CF-84F9-1526C56BC753}"/>
              </a:ext>
            </a:extLst>
          </p:cNvPr>
          <p:cNvPicPr>
            <a:picLocks noChangeAspect="1"/>
          </p:cNvPicPr>
          <p:nvPr/>
        </p:nvPicPr>
        <p:blipFill>
          <a:blip r:embed="rId2"/>
          <a:stretch>
            <a:fillRect/>
          </a:stretch>
        </p:blipFill>
        <p:spPr>
          <a:xfrm>
            <a:off x="9673389" y="2455569"/>
            <a:ext cx="1660357" cy="1660357"/>
          </a:xfrm>
          <a:prstGeom prst="rect">
            <a:avLst/>
          </a:prstGeom>
        </p:spPr>
      </p:pic>
    </p:spTree>
    <p:extLst>
      <p:ext uri="{BB962C8B-B14F-4D97-AF65-F5344CB8AC3E}">
        <p14:creationId xmlns:p14="http://schemas.microsoft.com/office/powerpoint/2010/main" val="4076077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CAB8-6375-413D-A39F-4E23C5079191}"/>
              </a:ext>
            </a:extLst>
          </p:cNvPr>
          <p:cNvSpPr>
            <a:spLocks noGrp="1"/>
          </p:cNvSpPr>
          <p:nvPr>
            <p:ph type="title"/>
          </p:nvPr>
        </p:nvSpPr>
        <p:spPr/>
        <p:txBody>
          <a:bodyPr>
            <a:normAutofit/>
          </a:bodyPr>
          <a:lstStyle/>
          <a:p>
            <a:r>
              <a:rPr lang="en-US" sz="3200" dirty="0"/>
              <a:t>Facebook Ads</a:t>
            </a:r>
          </a:p>
        </p:txBody>
      </p:sp>
      <p:sp>
        <p:nvSpPr>
          <p:cNvPr id="3" name="Content Placeholder 2">
            <a:extLst>
              <a:ext uri="{FF2B5EF4-FFF2-40B4-BE49-F238E27FC236}">
                <a16:creationId xmlns:a16="http://schemas.microsoft.com/office/drawing/2014/main" id="{109CB7C0-BE1E-43FC-87E1-0F4F0689181C}"/>
              </a:ext>
            </a:extLst>
          </p:cNvPr>
          <p:cNvSpPr>
            <a:spLocks noGrp="1"/>
          </p:cNvSpPr>
          <p:nvPr>
            <p:ph idx="1"/>
          </p:nvPr>
        </p:nvSpPr>
        <p:spPr/>
        <p:txBody>
          <a:bodyPr/>
          <a:lstStyle/>
          <a:p>
            <a:r>
              <a:rPr lang="en-US" sz="2400" b="1" dirty="0">
                <a:solidFill>
                  <a:schemeClr val="tx1">
                    <a:lumMod val="90000"/>
                    <a:lumOff val="10000"/>
                  </a:schemeClr>
                </a:solidFill>
              </a:rPr>
              <a:t>Ad Manager: </a:t>
            </a:r>
          </a:p>
          <a:p>
            <a:pPr lvl="1"/>
            <a:r>
              <a:rPr lang="en-US" sz="2400" dirty="0">
                <a:solidFill>
                  <a:schemeClr val="tx1">
                    <a:lumMod val="90000"/>
                    <a:lumOff val="10000"/>
                  </a:schemeClr>
                </a:solidFill>
              </a:rPr>
              <a:t>It is a powerful tool for creating and managing ad campaigns. </a:t>
            </a:r>
          </a:p>
          <a:p>
            <a:pPr lvl="1"/>
            <a:r>
              <a:rPr lang="en-US" sz="2400" dirty="0">
                <a:solidFill>
                  <a:schemeClr val="tx1">
                    <a:lumMod val="90000"/>
                    <a:lumOff val="10000"/>
                  </a:schemeClr>
                </a:solidFill>
              </a:rPr>
              <a:t>It offers detailed targeting options and budget control.</a:t>
            </a:r>
          </a:p>
          <a:p>
            <a:r>
              <a:rPr lang="en-US" sz="2400" b="1" dirty="0">
                <a:solidFill>
                  <a:schemeClr val="tx1">
                    <a:lumMod val="90000"/>
                    <a:lumOff val="10000"/>
                  </a:schemeClr>
                </a:solidFill>
              </a:rPr>
              <a:t>Ad Formats:</a:t>
            </a:r>
          </a:p>
          <a:p>
            <a:pPr lvl="1"/>
            <a:r>
              <a:rPr lang="en-US" sz="2400" b="1" dirty="0">
                <a:solidFill>
                  <a:schemeClr val="tx1">
                    <a:lumMod val="90000"/>
                    <a:lumOff val="10000"/>
                  </a:schemeClr>
                </a:solidFill>
              </a:rPr>
              <a:t>Image Ads</a:t>
            </a:r>
            <a:r>
              <a:rPr lang="en-US" sz="2400" dirty="0">
                <a:solidFill>
                  <a:schemeClr val="tx1">
                    <a:lumMod val="90000"/>
                    <a:lumOff val="10000"/>
                  </a:schemeClr>
                </a:solidFill>
              </a:rPr>
              <a:t>: Simple yet effective, these ads use a single image to capture attention.</a:t>
            </a:r>
          </a:p>
          <a:p>
            <a:pPr lvl="1"/>
            <a:r>
              <a:rPr lang="en-US" sz="2400" dirty="0">
                <a:solidFill>
                  <a:schemeClr val="tx1">
                    <a:lumMod val="90000"/>
                    <a:lumOff val="10000"/>
                  </a:schemeClr>
                </a:solidFill>
              </a:rPr>
              <a:t>Video Ads: Engaging and dynamic, video ads can tell a story or showcase a product in action.</a:t>
            </a:r>
          </a:p>
          <a:p>
            <a:pPr lvl="1"/>
            <a:r>
              <a:rPr lang="en-US" sz="2400" b="1" dirty="0">
                <a:solidFill>
                  <a:schemeClr val="tx1">
                    <a:lumMod val="90000"/>
                    <a:lumOff val="10000"/>
                  </a:schemeClr>
                </a:solidFill>
              </a:rPr>
              <a:t>Carousel Ads: </a:t>
            </a:r>
            <a:r>
              <a:rPr lang="en-US" sz="2400" dirty="0">
                <a:solidFill>
                  <a:schemeClr val="tx1">
                    <a:lumMod val="90000"/>
                    <a:lumOff val="10000"/>
                  </a:schemeClr>
                </a:solidFill>
              </a:rPr>
              <a:t>Allow users to swipe through multiple images or videos in a single ad.</a:t>
            </a:r>
          </a:p>
          <a:p>
            <a:pPr lvl="1"/>
            <a:r>
              <a:rPr lang="en-US" sz="2400" b="1" dirty="0">
                <a:solidFill>
                  <a:schemeClr val="tx1">
                    <a:lumMod val="90000"/>
                    <a:lumOff val="10000"/>
                  </a:schemeClr>
                </a:solidFill>
              </a:rPr>
              <a:t>Slideshow Ads: </a:t>
            </a:r>
            <a:r>
              <a:rPr lang="en-US" sz="2400" dirty="0">
                <a:solidFill>
                  <a:schemeClr val="tx1">
                    <a:lumMod val="90000"/>
                    <a:lumOff val="10000"/>
                  </a:schemeClr>
                </a:solidFill>
              </a:rPr>
              <a:t>Lightweight videos that combine multiple images with text and sound.</a:t>
            </a:r>
          </a:p>
          <a:p>
            <a:pPr lvl="1"/>
            <a:r>
              <a:rPr lang="en-US" sz="2400" b="1" dirty="0">
                <a:solidFill>
                  <a:schemeClr val="tx1">
                    <a:lumMod val="90000"/>
                    <a:lumOff val="10000"/>
                  </a:schemeClr>
                </a:solidFill>
              </a:rPr>
              <a:t>Collection Ads: </a:t>
            </a:r>
            <a:r>
              <a:rPr lang="en-US" sz="2400" dirty="0">
                <a:solidFill>
                  <a:schemeClr val="tx1">
                    <a:lumMod val="90000"/>
                    <a:lumOff val="10000"/>
                  </a:schemeClr>
                </a:solidFill>
              </a:rPr>
              <a:t>Feature a cover image or video, followed by several product images, ideal for e-commerce.</a:t>
            </a:r>
          </a:p>
          <a:p>
            <a:endParaRPr lang="en-US" dirty="0">
              <a:solidFill>
                <a:schemeClr val="tx1">
                  <a:lumMod val="90000"/>
                  <a:lumOff val="10000"/>
                </a:schemeClr>
              </a:solidFill>
            </a:endParaRPr>
          </a:p>
        </p:txBody>
      </p:sp>
    </p:spTree>
    <p:extLst>
      <p:ext uri="{BB962C8B-B14F-4D97-AF65-F5344CB8AC3E}">
        <p14:creationId xmlns:p14="http://schemas.microsoft.com/office/powerpoint/2010/main" val="1929786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CAB8-6375-413D-A39F-4E23C5079191}"/>
              </a:ext>
            </a:extLst>
          </p:cNvPr>
          <p:cNvSpPr>
            <a:spLocks noGrp="1"/>
          </p:cNvSpPr>
          <p:nvPr>
            <p:ph type="title"/>
          </p:nvPr>
        </p:nvSpPr>
        <p:spPr/>
        <p:txBody>
          <a:bodyPr>
            <a:normAutofit/>
          </a:bodyPr>
          <a:lstStyle/>
          <a:p>
            <a:r>
              <a:rPr lang="en-US" sz="3200" dirty="0"/>
              <a:t>Facebook Ads (Continue…)</a:t>
            </a:r>
          </a:p>
        </p:txBody>
      </p:sp>
      <p:sp>
        <p:nvSpPr>
          <p:cNvPr id="3" name="Content Placeholder 2">
            <a:extLst>
              <a:ext uri="{FF2B5EF4-FFF2-40B4-BE49-F238E27FC236}">
                <a16:creationId xmlns:a16="http://schemas.microsoft.com/office/drawing/2014/main" id="{109CB7C0-BE1E-43FC-87E1-0F4F0689181C}"/>
              </a:ext>
            </a:extLst>
          </p:cNvPr>
          <p:cNvSpPr>
            <a:spLocks noGrp="1"/>
          </p:cNvSpPr>
          <p:nvPr>
            <p:ph idx="1"/>
          </p:nvPr>
        </p:nvSpPr>
        <p:spPr/>
        <p:txBody>
          <a:bodyPr/>
          <a:lstStyle/>
          <a:p>
            <a:r>
              <a:rPr lang="en-US" sz="2400" b="1" dirty="0"/>
              <a:t>Targeting Options: </a:t>
            </a:r>
          </a:p>
          <a:p>
            <a:pPr lvl="1"/>
            <a:r>
              <a:rPr lang="en-US" sz="2400" dirty="0"/>
              <a:t>Facebook allows precise targeting based on location, age, gender, interests, behavior, and more.</a:t>
            </a:r>
          </a:p>
          <a:p>
            <a:pPr lvl="1"/>
            <a:r>
              <a:rPr lang="en-US" sz="2400" dirty="0"/>
              <a:t> Custom audiences can be created from customer lists, website visitors, or engagement data.</a:t>
            </a:r>
          </a:p>
          <a:p>
            <a:r>
              <a:rPr lang="en-US" sz="2400" b="1" dirty="0"/>
              <a:t>A/B Testing: </a:t>
            </a:r>
          </a:p>
          <a:p>
            <a:pPr lvl="1"/>
            <a:r>
              <a:rPr lang="en-US" sz="2400" dirty="0"/>
              <a:t>Test different ad creatives, copy, and audiences to find the most effective combinations.</a:t>
            </a:r>
          </a:p>
          <a:p>
            <a:endParaRPr lang="en-US" dirty="0"/>
          </a:p>
        </p:txBody>
      </p:sp>
      <p:pic>
        <p:nvPicPr>
          <p:cNvPr id="4" name="Picture 3" descr="Facebook Ads Icon - 33 Park Media">
            <a:extLst>
              <a:ext uri="{FF2B5EF4-FFF2-40B4-BE49-F238E27FC236}">
                <a16:creationId xmlns:a16="http://schemas.microsoft.com/office/drawing/2014/main" id="{C8842B1F-7B28-4254-87F3-60A34B6A9667}"/>
              </a:ext>
            </a:extLst>
          </p:cNvPr>
          <p:cNvPicPr>
            <a:picLocks noChangeAspect="1"/>
          </p:cNvPicPr>
          <p:nvPr/>
        </p:nvPicPr>
        <p:blipFill>
          <a:blip r:embed="rId2"/>
          <a:stretch>
            <a:fillRect/>
          </a:stretch>
        </p:blipFill>
        <p:spPr>
          <a:xfrm>
            <a:off x="4986776" y="4235561"/>
            <a:ext cx="2218448" cy="2218448"/>
          </a:xfrm>
          <a:prstGeom prst="rect">
            <a:avLst/>
          </a:prstGeom>
        </p:spPr>
      </p:pic>
    </p:spTree>
    <p:extLst>
      <p:ext uri="{BB962C8B-B14F-4D97-AF65-F5344CB8AC3E}">
        <p14:creationId xmlns:p14="http://schemas.microsoft.com/office/powerpoint/2010/main" val="223008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CAB8-6375-413D-A39F-4E23C5079191}"/>
              </a:ext>
            </a:extLst>
          </p:cNvPr>
          <p:cNvSpPr>
            <a:spLocks noGrp="1"/>
          </p:cNvSpPr>
          <p:nvPr>
            <p:ph type="title"/>
          </p:nvPr>
        </p:nvSpPr>
        <p:spPr/>
        <p:txBody>
          <a:bodyPr>
            <a:normAutofit/>
          </a:bodyPr>
          <a:lstStyle/>
          <a:p>
            <a:r>
              <a:rPr lang="en-US" sz="3200" dirty="0"/>
              <a:t>Facebook Groups</a:t>
            </a:r>
          </a:p>
        </p:txBody>
      </p:sp>
      <p:sp>
        <p:nvSpPr>
          <p:cNvPr id="3" name="Content Placeholder 2">
            <a:extLst>
              <a:ext uri="{FF2B5EF4-FFF2-40B4-BE49-F238E27FC236}">
                <a16:creationId xmlns:a16="http://schemas.microsoft.com/office/drawing/2014/main" id="{109CB7C0-BE1E-43FC-87E1-0F4F0689181C}"/>
              </a:ext>
            </a:extLst>
          </p:cNvPr>
          <p:cNvSpPr>
            <a:spLocks noGrp="1"/>
          </p:cNvSpPr>
          <p:nvPr>
            <p:ph idx="1"/>
          </p:nvPr>
        </p:nvSpPr>
        <p:spPr/>
        <p:txBody>
          <a:bodyPr/>
          <a:lstStyle/>
          <a:p>
            <a:r>
              <a:rPr lang="en-US" b="1" dirty="0"/>
              <a:t>Community Building: </a:t>
            </a:r>
          </a:p>
          <a:p>
            <a:pPr lvl="1"/>
            <a:r>
              <a:rPr lang="en-US" dirty="0"/>
              <a:t>Facebook Groups offer a space for users to connect over shared interests. </a:t>
            </a:r>
          </a:p>
          <a:p>
            <a:pPr lvl="1"/>
            <a:r>
              <a:rPr lang="en-US" dirty="0"/>
              <a:t>Brands can create or participate in groups to engage with niche communities.</a:t>
            </a:r>
          </a:p>
          <a:p>
            <a:pPr lvl="1"/>
            <a:endParaRPr lang="en-US" dirty="0"/>
          </a:p>
          <a:p>
            <a:r>
              <a:rPr lang="en-US" b="1" dirty="0"/>
              <a:t>Exclusive Content: </a:t>
            </a:r>
          </a:p>
          <a:p>
            <a:pPr lvl="1"/>
            <a:r>
              <a:rPr lang="en-US" dirty="0"/>
              <a:t>Groups can be used to offer exclusive content, deals, or support, fostering a sense of community and loyalty.</a:t>
            </a:r>
          </a:p>
          <a:p>
            <a:endParaRPr lang="en-US" dirty="0"/>
          </a:p>
          <a:p>
            <a:endParaRPr lang="en-US" dirty="0"/>
          </a:p>
        </p:txBody>
      </p:sp>
      <p:pic>
        <p:nvPicPr>
          <p:cNvPr id="4" name="Picture 3" descr="Groups - Free social media icons">
            <a:extLst>
              <a:ext uri="{FF2B5EF4-FFF2-40B4-BE49-F238E27FC236}">
                <a16:creationId xmlns:a16="http://schemas.microsoft.com/office/drawing/2014/main" id="{7C0D028F-A06F-4805-A752-6FE03A0DB747}"/>
              </a:ext>
            </a:extLst>
          </p:cNvPr>
          <p:cNvPicPr>
            <a:picLocks noChangeAspect="1"/>
          </p:cNvPicPr>
          <p:nvPr/>
        </p:nvPicPr>
        <p:blipFill>
          <a:blip r:embed="rId2"/>
          <a:stretch>
            <a:fillRect/>
          </a:stretch>
        </p:blipFill>
        <p:spPr>
          <a:xfrm>
            <a:off x="5148580" y="4099717"/>
            <a:ext cx="1894839" cy="1894839"/>
          </a:xfrm>
          <a:prstGeom prst="rect">
            <a:avLst/>
          </a:prstGeom>
        </p:spPr>
      </p:pic>
    </p:spTree>
    <p:extLst>
      <p:ext uri="{BB962C8B-B14F-4D97-AF65-F5344CB8AC3E}">
        <p14:creationId xmlns:p14="http://schemas.microsoft.com/office/powerpoint/2010/main" val="389894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CAB8-6375-413D-A39F-4E23C5079191}"/>
              </a:ext>
            </a:extLst>
          </p:cNvPr>
          <p:cNvSpPr>
            <a:spLocks noGrp="1"/>
          </p:cNvSpPr>
          <p:nvPr>
            <p:ph type="title"/>
          </p:nvPr>
        </p:nvSpPr>
        <p:spPr/>
        <p:txBody>
          <a:bodyPr>
            <a:normAutofit/>
          </a:bodyPr>
          <a:lstStyle/>
          <a:p>
            <a:r>
              <a:rPr lang="en-US" sz="3200" dirty="0"/>
              <a:t>Facebook Events</a:t>
            </a:r>
          </a:p>
        </p:txBody>
      </p:sp>
      <p:sp>
        <p:nvSpPr>
          <p:cNvPr id="3" name="Content Placeholder 2">
            <a:extLst>
              <a:ext uri="{FF2B5EF4-FFF2-40B4-BE49-F238E27FC236}">
                <a16:creationId xmlns:a16="http://schemas.microsoft.com/office/drawing/2014/main" id="{109CB7C0-BE1E-43FC-87E1-0F4F0689181C}"/>
              </a:ext>
            </a:extLst>
          </p:cNvPr>
          <p:cNvSpPr>
            <a:spLocks noGrp="1"/>
          </p:cNvSpPr>
          <p:nvPr>
            <p:ph idx="1"/>
          </p:nvPr>
        </p:nvSpPr>
        <p:spPr/>
        <p:txBody>
          <a:bodyPr/>
          <a:lstStyle/>
          <a:p>
            <a:r>
              <a:rPr lang="en-US" b="1" dirty="0"/>
              <a:t>Event Promotion: </a:t>
            </a:r>
          </a:p>
          <a:p>
            <a:pPr lvl="1"/>
            <a:r>
              <a:rPr lang="en-US" dirty="0"/>
              <a:t>Facebook Events allow businesses to </a:t>
            </a:r>
            <a:r>
              <a:rPr lang="en-US" b="1" dirty="0"/>
              <a:t>promote events</a:t>
            </a:r>
            <a:r>
              <a:rPr lang="en-US" dirty="0"/>
              <a:t>, both online and offline. </a:t>
            </a:r>
          </a:p>
          <a:p>
            <a:pPr lvl="1"/>
            <a:r>
              <a:rPr lang="en-US" dirty="0"/>
              <a:t>Users can RSVP, share, and engage with event-related content.</a:t>
            </a:r>
          </a:p>
          <a:p>
            <a:endParaRPr lang="en-US" dirty="0"/>
          </a:p>
          <a:p>
            <a:r>
              <a:rPr lang="en-US" b="1" dirty="0"/>
              <a:t>Live Events: </a:t>
            </a:r>
          </a:p>
          <a:p>
            <a:pPr lvl="1"/>
            <a:r>
              <a:rPr lang="en-US" dirty="0"/>
              <a:t>Facebook Live allows real-time broadcasting, making it ideal for webinars, product launches, and interactive sessions.</a:t>
            </a:r>
          </a:p>
          <a:p>
            <a:endParaRPr lang="en-US" dirty="0"/>
          </a:p>
          <a:p>
            <a:endParaRPr lang="en-US" dirty="0"/>
          </a:p>
        </p:txBody>
      </p:sp>
      <p:pic>
        <p:nvPicPr>
          <p:cNvPr id="4" name="Picture 3" descr="Star Icon Flat PNG &amp; SVG Design For T-Shirts">
            <a:extLst>
              <a:ext uri="{FF2B5EF4-FFF2-40B4-BE49-F238E27FC236}">
                <a16:creationId xmlns:a16="http://schemas.microsoft.com/office/drawing/2014/main" id="{E50E699D-3D92-4649-9815-DF5ABA93E963}"/>
              </a:ext>
            </a:extLst>
          </p:cNvPr>
          <p:cNvPicPr>
            <a:picLocks noChangeAspect="1"/>
          </p:cNvPicPr>
          <p:nvPr/>
        </p:nvPicPr>
        <p:blipFill>
          <a:blip r:embed="rId2"/>
          <a:stretch>
            <a:fillRect/>
          </a:stretch>
        </p:blipFill>
        <p:spPr>
          <a:xfrm>
            <a:off x="5067782" y="4356560"/>
            <a:ext cx="1637996" cy="1637996"/>
          </a:xfrm>
          <a:prstGeom prst="rect">
            <a:avLst/>
          </a:prstGeom>
        </p:spPr>
      </p:pic>
    </p:spTree>
    <p:extLst>
      <p:ext uri="{BB962C8B-B14F-4D97-AF65-F5344CB8AC3E}">
        <p14:creationId xmlns:p14="http://schemas.microsoft.com/office/powerpoint/2010/main" val="1591274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CAB8-6375-413D-A39F-4E23C5079191}"/>
              </a:ext>
            </a:extLst>
          </p:cNvPr>
          <p:cNvSpPr>
            <a:spLocks noGrp="1"/>
          </p:cNvSpPr>
          <p:nvPr>
            <p:ph type="title"/>
          </p:nvPr>
        </p:nvSpPr>
        <p:spPr/>
        <p:txBody>
          <a:bodyPr>
            <a:normAutofit/>
          </a:bodyPr>
          <a:lstStyle/>
          <a:p>
            <a:r>
              <a:rPr lang="en-US" sz="3200" dirty="0"/>
              <a:t>Facebook Ads Manager</a:t>
            </a:r>
          </a:p>
        </p:txBody>
      </p:sp>
      <p:sp>
        <p:nvSpPr>
          <p:cNvPr id="3" name="Content Placeholder 2">
            <a:extLst>
              <a:ext uri="{FF2B5EF4-FFF2-40B4-BE49-F238E27FC236}">
                <a16:creationId xmlns:a16="http://schemas.microsoft.com/office/drawing/2014/main" id="{109CB7C0-BE1E-43FC-87E1-0F4F0689181C}"/>
              </a:ext>
            </a:extLst>
          </p:cNvPr>
          <p:cNvSpPr>
            <a:spLocks noGrp="1"/>
          </p:cNvSpPr>
          <p:nvPr>
            <p:ph idx="1"/>
          </p:nvPr>
        </p:nvSpPr>
        <p:spPr/>
        <p:txBody>
          <a:bodyPr/>
          <a:lstStyle/>
          <a:p>
            <a:r>
              <a:rPr lang="en-US" dirty="0"/>
              <a:t>Facebook Ads Manager is a comprehensive tool that allows you to </a:t>
            </a:r>
          </a:p>
          <a:p>
            <a:pPr lvl="1"/>
            <a:r>
              <a:rPr lang="en-US" dirty="0"/>
              <a:t>Create, </a:t>
            </a:r>
          </a:p>
          <a:p>
            <a:pPr lvl="1"/>
            <a:r>
              <a:rPr lang="en-US" dirty="0"/>
              <a:t>Manage, and </a:t>
            </a:r>
          </a:p>
          <a:p>
            <a:pPr lvl="1"/>
            <a:r>
              <a:rPr lang="en-US" dirty="0"/>
              <a:t>Analyze your ad campaigns</a:t>
            </a:r>
          </a:p>
          <a:p>
            <a:r>
              <a:rPr lang="en-US" dirty="0"/>
              <a:t>Facebook, Instagram, Messenger, and Audience Network. </a:t>
            </a:r>
          </a:p>
          <a:p>
            <a:endParaRPr lang="en-US" dirty="0"/>
          </a:p>
        </p:txBody>
      </p:sp>
      <p:pic>
        <p:nvPicPr>
          <p:cNvPr id="5" name="Picture 4" descr="Meta Ads Manager Icon SVG Vector &amp; PNG Free Download | UXWing">
            <a:extLst>
              <a:ext uri="{FF2B5EF4-FFF2-40B4-BE49-F238E27FC236}">
                <a16:creationId xmlns:a16="http://schemas.microsoft.com/office/drawing/2014/main" id="{571F7023-4A6A-4F40-8C77-5F1D3A8E3C18}"/>
              </a:ext>
            </a:extLst>
          </p:cNvPr>
          <p:cNvPicPr>
            <a:picLocks noChangeAspect="1"/>
          </p:cNvPicPr>
          <p:nvPr/>
        </p:nvPicPr>
        <p:blipFill>
          <a:blip r:embed="rId2"/>
          <a:stretch>
            <a:fillRect/>
          </a:stretch>
        </p:blipFill>
        <p:spPr>
          <a:xfrm>
            <a:off x="5349166" y="4254489"/>
            <a:ext cx="1493667" cy="1493667"/>
          </a:xfrm>
          <a:prstGeom prst="rect">
            <a:avLst/>
          </a:prstGeom>
        </p:spPr>
      </p:pic>
    </p:spTree>
    <p:extLst>
      <p:ext uri="{BB962C8B-B14F-4D97-AF65-F5344CB8AC3E}">
        <p14:creationId xmlns:p14="http://schemas.microsoft.com/office/powerpoint/2010/main" val="624801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9B9EF-D07D-4152-A6BA-0BB2C3AB75CA}"/>
              </a:ext>
            </a:extLst>
          </p:cNvPr>
          <p:cNvSpPr>
            <a:spLocks noGrp="1"/>
          </p:cNvSpPr>
          <p:nvPr>
            <p:ph type="title"/>
          </p:nvPr>
        </p:nvSpPr>
        <p:spPr/>
        <p:txBody>
          <a:bodyPr>
            <a:normAutofit/>
          </a:bodyPr>
          <a:lstStyle/>
          <a:p>
            <a:r>
              <a:rPr lang="en-US" sz="3200" dirty="0"/>
              <a:t>Facebook Insights</a:t>
            </a:r>
          </a:p>
        </p:txBody>
      </p:sp>
      <p:sp>
        <p:nvSpPr>
          <p:cNvPr id="3" name="Content Placeholder 2">
            <a:extLst>
              <a:ext uri="{FF2B5EF4-FFF2-40B4-BE49-F238E27FC236}">
                <a16:creationId xmlns:a16="http://schemas.microsoft.com/office/drawing/2014/main" id="{08F3D8CE-ABCD-401C-B570-3986C09CEE30}"/>
              </a:ext>
            </a:extLst>
          </p:cNvPr>
          <p:cNvSpPr>
            <a:spLocks noGrp="1"/>
          </p:cNvSpPr>
          <p:nvPr>
            <p:ph idx="1"/>
          </p:nvPr>
        </p:nvSpPr>
        <p:spPr/>
        <p:txBody>
          <a:bodyPr/>
          <a:lstStyle/>
          <a:p>
            <a:r>
              <a:rPr lang="en-US" b="1" dirty="0"/>
              <a:t>Facebook Insights</a:t>
            </a:r>
            <a:r>
              <a:rPr lang="en-US" dirty="0"/>
              <a:t> provides performance information about a Page and its content, </a:t>
            </a:r>
          </a:p>
          <a:p>
            <a:r>
              <a:rPr lang="en-US" dirty="0"/>
              <a:t>It helps businesses understand their audience and improve their marketing strategy.</a:t>
            </a:r>
          </a:p>
          <a:p>
            <a:r>
              <a:rPr lang="en-US" b="1" dirty="0"/>
              <a:t>Example:</a:t>
            </a:r>
            <a:r>
              <a:rPr lang="en-US" dirty="0"/>
              <a:t> A business checks which posts received the most reach and engagement and creates more similar content.</a:t>
            </a:r>
          </a:p>
          <a:p>
            <a:endParaRPr lang="en-US" dirty="0"/>
          </a:p>
        </p:txBody>
      </p:sp>
      <p:pic>
        <p:nvPicPr>
          <p:cNvPr id="4" name="Picture 3" descr="Insight - Free seo and web icons">
            <a:extLst>
              <a:ext uri="{FF2B5EF4-FFF2-40B4-BE49-F238E27FC236}">
                <a16:creationId xmlns:a16="http://schemas.microsoft.com/office/drawing/2014/main" id="{511812A5-5A2F-4DF4-8298-45D6DA68843D}"/>
              </a:ext>
            </a:extLst>
          </p:cNvPr>
          <p:cNvPicPr>
            <a:picLocks noChangeAspect="1"/>
          </p:cNvPicPr>
          <p:nvPr/>
        </p:nvPicPr>
        <p:blipFill>
          <a:blip r:embed="rId2"/>
          <a:stretch>
            <a:fillRect/>
          </a:stretch>
        </p:blipFill>
        <p:spPr>
          <a:xfrm>
            <a:off x="5349167" y="4334701"/>
            <a:ext cx="1493666" cy="1493666"/>
          </a:xfrm>
          <a:prstGeom prst="rect">
            <a:avLst/>
          </a:prstGeom>
        </p:spPr>
      </p:pic>
    </p:spTree>
    <p:extLst>
      <p:ext uri="{BB962C8B-B14F-4D97-AF65-F5344CB8AC3E}">
        <p14:creationId xmlns:p14="http://schemas.microsoft.com/office/powerpoint/2010/main" val="88405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B9415-9C9B-C639-C593-1E897002ED5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AC9BD1-6BEE-89B6-EA8C-22A632AF96B8}"/>
              </a:ext>
            </a:extLst>
          </p:cNvPr>
          <p:cNvSpPr>
            <a:spLocks noGrp="1"/>
          </p:cNvSpPr>
          <p:nvPr>
            <p:ph idx="1"/>
          </p:nvPr>
        </p:nvSpPr>
        <p:spPr/>
        <p:txBody>
          <a:bodyPr/>
          <a:lstStyle/>
          <a:p>
            <a:pPr marL="0" indent="0">
              <a:buNone/>
            </a:pPr>
            <a:r>
              <a:rPr lang="en-US" b="1" dirty="0"/>
              <a:t>Pages</a:t>
            </a:r>
            <a:r>
              <a:rPr lang="en-US" dirty="0"/>
              <a:t> = Presence</a:t>
            </a:r>
          </a:p>
          <a:p>
            <a:pPr marL="0" indent="0">
              <a:buNone/>
            </a:pPr>
            <a:r>
              <a:rPr lang="en-US" b="1" dirty="0"/>
              <a:t>Ads</a:t>
            </a:r>
            <a:r>
              <a:rPr lang="en-US" dirty="0"/>
              <a:t> = Promotion</a:t>
            </a:r>
          </a:p>
          <a:p>
            <a:pPr marL="0" indent="0">
              <a:buNone/>
            </a:pPr>
            <a:r>
              <a:rPr lang="en-US" b="1" dirty="0"/>
              <a:t>Groups</a:t>
            </a:r>
            <a:r>
              <a:rPr lang="en-US" dirty="0"/>
              <a:t> = Community</a:t>
            </a:r>
          </a:p>
          <a:p>
            <a:pPr marL="0" indent="0">
              <a:buNone/>
            </a:pPr>
            <a:r>
              <a:rPr lang="en-US" b="1" dirty="0"/>
              <a:t>Events</a:t>
            </a:r>
            <a:r>
              <a:rPr lang="en-US" dirty="0"/>
              <a:t> = Interaction</a:t>
            </a:r>
          </a:p>
          <a:p>
            <a:pPr marL="0" indent="0">
              <a:buNone/>
            </a:pPr>
            <a:r>
              <a:rPr lang="en-US" b="1" dirty="0"/>
              <a:t>Ads</a:t>
            </a:r>
            <a:r>
              <a:rPr lang="en-US" dirty="0"/>
              <a:t> </a:t>
            </a:r>
            <a:r>
              <a:rPr lang="en-US" b="1" dirty="0"/>
              <a:t>Manager</a:t>
            </a:r>
            <a:r>
              <a:rPr lang="en-US" dirty="0"/>
              <a:t> = Control</a:t>
            </a:r>
          </a:p>
          <a:p>
            <a:pPr marL="0" indent="0">
              <a:buNone/>
            </a:pPr>
            <a:r>
              <a:rPr lang="en-US" b="1" dirty="0"/>
              <a:t>Insights</a:t>
            </a:r>
            <a:r>
              <a:rPr lang="en-US" dirty="0"/>
              <a:t> = Measurement</a:t>
            </a:r>
          </a:p>
          <a:p>
            <a:pPr marL="0" indent="0">
              <a:buNone/>
            </a:pPr>
            <a:endParaRPr lang="en-US" dirty="0"/>
          </a:p>
          <a:p>
            <a:pPr marL="0" indent="0">
              <a:buNone/>
            </a:pPr>
            <a:r>
              <a:rPr lang="en-US" b="1" i="1" dirty="0">
                <a:solidFill>
                  <a:srgbClr val="C00000"/>
                </a:solidFill>
              </a:rPr>
              <a:t>“Facebook Marketing is not just about reaching people; it is about reaching the right people, building relationships, and turning engagement into action.”</a:t>
            </a:r>
          </a:p>
        </p:txBody>
      </p:sp>
      <p:sp>
        <p:nvSpPr>
          <p:cNvPr id="3" name="Title 2">
            <a:extLst>
              <a:ext uri="{FF2B5EF4-FFF2-40B4-BE49-F238E27FC236}">
                <a16:creationId xmlns:a16="http://schemas.microsoft.com/office/drawing/2014/main" id="{8F2F9100-4913-6286-C71C-378CEB5E80D0}"/>
              </a:ext>
            </a:extLst>
          </p:cNvPr>
          <p:cNvSpPr>
            <a:spLocks noGrp="1"/>
          </p:cNvSpPr>
          <p:nvPr>
            <p:ph type="title"/>
          </p:nvPr>
        </p:nvSpPr>
        <p:spPr/>
        <p:txBody>
          <a:bodyPr>
            <a:normAutofit/>
          </a:bodyPr>
          <a:lstStyle/>
          <a:p>
            <a:r>
              <a:rPr lang="en-US" sz="3200" dirty="0"/>
              <a:t>Assets of Facebook Marketing</a:t>
            </a:r>
          </a:p>
        </p:txBody>
      </p:sp>
      <p:pic>
        <p:nvPicPr>
          <p:cNvPr id="6" name="Picture 5">
            <a:extLst>
              <a:ext uri="{FF2B5EF4-FFF2-40B4-BE49-F238E27FC236}">
                <a16:creationId xmlns:a16="http://schemas.microsoft.com/office/drawing/2014/main" id="{EB76232B-6199-1244-AC96-47734D1B2999}"/>
              </a:ext>
            </a:extLst>
          </p:cNvPr>
          <p:cNvPicPr>
            <a:picLocks noChangeAspect="1"/>
          </p:cNvPicPr>
          <p:nvPr/>
        </p:nvPicPr>
        <p:blipFill>
          <a:blip r:embed="rId2">
            <a:alphaModFix amt="5000"/>
            <a:extLst>
              <a:ext uri="{28A0092B-C50C-407E-A947-70E740481C1C}">
                <a14:useLocalDpi xmlns:a14="http://schemas.microsoft.com/office/drawing/2010/main" val="0"/>
              </a:ext>
            </a:extLst>
          </a:blip>
          <a:stretch>
            <a:fillRect/>
          </a:stretch>
        </p:blipFill>
        <p:spPr>
          <a:xfrm>
            <a:off x="1" y="711200"/>
            <a:ext cx="12192000" cy="6146799"/>
          </a:xfrm>
          <a:prstGeom prst="rect">
            <a:avLst/>
          </a:prstGeom>
        </p:spPr>
      </p:pic>
      <p:pic>
        <p:nvPicPr>
          <p:cNvPr id="4" name="Picture 3" descr="Memo to remember – Apps on Google Play">
            <a:extLst>
              <a:ext uri="{FF2B5EF4-FFF2-40B4-BE49-F238E27FC236}">
                <a16:creationId xmlns:a16="http://schemas.microsoft.com/office/drawing/2014/main" id="{38616F1B-7B43-29FD-D095-AE7B34EED12C}"/>
              </a:ext>
            </a:extLst>
          </p:cNvPr>
          <p:cNvPicPr>
            <a:picLocks noChangeAspect="1"/>
          </p:cNvPicPr>
          <p:nvPr/>
        </p:nvPicPr>
        <p:blipFill>
          <a:blip r:embed="rId3"/>
          <a:stretch>
            <a:fillRect/>
          </a:stretch>
        </p:blipFill>
        <p:spPr>
          <a:xfrm rot="877854">
            <a:off x="5368402" y="755510"/>
            <a:ext cx="6392396" cy="3196198"/>
          </a:xfrm>
          <a:prstGeom prst="rect">
            <a:avLst/>
          </a:prstGeom>
        </p:spPr>
      </p:pic>
    </p:spTree>
    <p:extLst>
      <p:ext uri="{BB962C8B-B14F-4D97-AF65-F5344CB8AC3E}">
        <p14:creationId xmlns:p14="http://schemas.microsoft.com/office/powerpoint/2010/main" val="1911966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CAB8-6375-413D-A39F-4E23C5079191}"/>
              </a:ext>
            </a:extLst>
          </p:cNvPr>
          <p:cNvSpPr>
            <a:spLocks noGrp="1"/>
          </p:cNvSpPr>
          <p:nvPr>
            <p:ph type="title"/>
          </p:nvPr>
        </p:nvSpPr>
        <p:spPr/>
        <p:txBody>
          <a:bodyPr>
            <a:normAutofit/>
          </a:bodyPr>
          <a:lstStyle/>
          <a:p>
            <a:r>
              <a:rPr lang="en-US" sz="3200" dirty="0"/>
              <a:t>Key Features of Facebook Ads Manager</a:t>
            </a:r>
          </a:p>
        </p:txBody>
      </p:sp>
      <p:sp>
        <p:nvSpPr>
          <p:cNvPr id="3" name="Content Placeholder 2">
            <a:extLst>
              <a:ext uri="{FF2B5EF4-FFF2-40B4-BE49-F238E27FC236}">
                <a16:creationId xmlns:a16="http://schemas.microsoft.com/office/drawing/2014/main" id="{109CB7C0-BE1E-43FC-87E1-0F4F0689181C}"/>
              </a:ext>
            </a:extLst>
          </p:cNvPr>
          <p:cNvSpPr>
            <a:spLocks noGrp="1"/>
          </p:cNvSpPr>
          <p:nvPr>
            <p:ph idx="1"/>
          </p:nvPr>
        </p:nvSpPr>
        <p:spPr/>
        <p:txBody>
          <a:bodyPr/>
          <a:lstStyle/>
          <a:p>
            <a:pPr marL="457200" indent="-457200">
              <a:buFont typeface="+mj-lt"/>
              <a:buAutoNum type="arabicPeriod"/>
            </a:pPr>
            <a:r>
              <a:rPr lang="en-US" b="1" dirty="0"/>
              <a:t>Ad Creation</a:t>
            </a:r>
          </a:p>
          <a:p>
            <a:pPr lvl="1"/>
            <a:r>
              <a:rPr lang="en-US" b="1" dirty="0"/>
              <a:t>Ad Formats: </a:t>
            </a:r>
          </a:p>
          <a:p>
            <a:pPr lvl="2"/>
            <a:r>
              <a:rPr lang="en-US" dirty="0"/>
              <a:t>Choose from various ad formats like image, video, carousel, slideshow, and collection ads.</a:t>
            </a:r>
          </a:p>
          <a:p>
            <a:pPr lvl="1"/>
            <a:r>
              <a:rPr lang="en-US" b="1" dirty="0"/>
              <a:t>Creative Tools: </a:t>
            </a:r>
          </a:p>
          <a:p>
            <a:pPr lvl="2"/>
            <a:r>
              <a:rPr lang="en-US" dirty="0"/>
              <a:t>Use tools like Creative Hub to design and preview your ads before they go live.</a:t>
            </a:r>
            <a:endParaRPr lang="en-US" b="1" dirty="0"/>
          </a:p>
          <a:p>
            <a:pPr marL="457200" indent="-457200">
              <a:buFont typeface="+mj-lt"/>
              <a:buAutoNum type="arabicPeriod" startAt="2"/>
            </a:pPr>
            <a:r>
              <a:rPr lang="en-US" b="1" dirty="0"/>
              <a:t>Campaign Management</a:t>
            </a:r>
          </a:p>
          <a:p>
            <a:pPr lvl="1"/>
            <a:r>
              <a:rPr lang="en-US" b="1" dirty="0"/>
              <a:t>Campaign Structure: </a:t>
            </a:r>
          </a:p>
          <a:p>
            <a:pPr lvl="2"/>
            <a:r>
              <a:rPr lang="en-US" dirty="0"/>
              <a:t>Organize your ads into campaigns, ad sets, and individual ads.</a:t>
            </a:r>
          </a:p>
          <a:p>
            <a:pPr lvl="1"/>
            <a:r>
              <a:rPr lang="en-US" dirty="0"/>
              <a:t>Budgeting: </a:t>
            </a:r>
          </a:p>
          <a:p>
            <a:pPr lvl="2"/>
            <a:r>
              <a:rPr lang="en-US" dirty="0"/>
              <a:t>Set daily or lifetime budgets for your campaigns.</a:t>
            </a:r>
          </a:p>
          <a:p>
            <a:pPr lvl="1"/>
            <a:r>
              <a:rPr lang="en-US" b="1" dirty="0"/>
              <a:t>Scheduling: </a:t>
            </a:r>
          </a:p>
          <a:p>
            <a:pPr lvl="2"/>
            <a:r>
              <a:rPr lang="en-US" dirty="0" err="1"/>
              <a:t>qChoose</a:t>
            </a:r>
            <a:r>
              <a:rPr lang="en-US" dirty="0"/>
              <a:t> specific dates and times for your ads to run.</a:t>
            </a:r>
          </a:p>
          <a:p>
            <a:endParaRPr lang="en-US" dirty="0"/>
          </a:p>
        </p:txBody>
      </p:sp>
    </p:spTree>
    <p:extLst>
      <p:ext uri="{BB962C8B-B14F-4D97-AF65-F5344CB8AC3E}">
        <p14:creationId xmlns:p14="http://schemas.microsoft.com/office/powerpoint/2010/main" val="2231150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CAB8-6375-413D-A39F-4E23C5079191}"/>
              </a:ext>
            </a:extLst>
          </p:cNvPr>
          <p:cNvSpPr>
            <a:spLocks noGrp="1"/>
          </p:cNvSpPr>
          <p:nvPr>
            <p:ph type="title"/>
          </p:nvPr>
        </p:nvSpPr>
        <p:spPr/>
        <p:txBody>
          <a:bodyPr>
            <a:normAutofit/>
          </a:bodyPr>
          <a:lstStyle/>
          <a:p>
            <a:r>
              <a:rPr lang="en-US" sz="3200" dirty="0"/>
              <a:t>Key Features of Facebook Ads Manager (Continue…)</a:t>
            </a:r>
          </a:p>
        </p:txBody>
      </p:sp>
      <p:sp>
        <p:nvSpPr>
          <p:cNvPr id="3" name="Content Placeholder 2">
            <a:extLst>
              <a:ext uri="{FF2B5EF4-FFF2-40B4-BE49-F238E27FC236}">
                <a16:creationId xmlns:a16="http://schemas.microsoft.com/office/drawing/2014/main" id="{109CB7C0-BE1E-43FC-87E1-0F4F0689181C}"/>
              </a:ext>
            </a:extLst>
          </p:cNvPr>
          <p:cNvSpPr>
            <a:spLocks noGrp="1"/>
          </p:cNvSpPr>
          <p:nvPr>
            <p:ph idx="1"/>
          </p:nvPr>
        </p:nvSpPr>
        <p:spPr/>
        <p:txBody>
          <a:bodyPr/>
          <a:lstStyle/>
          <a:p>
            <a:pPr marL="457200" indent="-457200">
              <a:buFont typeface="+mj-lt"/>
              <a:buAutoNum type="arabicPeriod" startAt="3"/>
            </a:pPr>
            <a:r>
              <a:rPr lang="en-US" b="1" dirty="0"/>
              <a:t>Targeting Options</a:t>
            </a:r>
          </a:p>
          <a:p>
            <a:pPr lvl="1"/>
            <a:r>
              <a:rPr lang="en-US" b="1" dirty="0"/>
              <a:t>Demographics: </a:t>
            </a:r>
          </a:p>
          <a:p>
            <a:pPr lvl="2"/>
            <a:r>
              <a:rPr lang="en-US" dirty="0"/>
              <a:t>Target based on age, gender, location, and more.</a:t>
            </a:r>
          </a:p>
          <a:p>
            <a:pPr lvl="1"/>
            <a:r>
              <a:rPr lang="en-US" b="1" dirty="0"/>
              <a:t>Interests and Behaviors: </a:t>
            </a:r>
          </a:p>
          <a:p>
            <a:pPr lvl="2"/>
            <a:r>
              <a:rPr lang="en-US" dirty="0"/>
              <a:t>Reach people based on their interests, activities, and behaviors.</a:t>
            </a:r>
          </a:p>
          <a:p>
            <a:pPr lvl="1"/>
            <a:r>
              <a:rPr lang="en-US" b="1" dirty="0"/>
              <a:t>Custom Audiences: </a:t>
            </a:r>
          </a:p>
          <a:p>
            <a:pPr lvl="2"/>
            <a:r>
              <a:rPr lang="en-US" dirty="0"/>
              <a:t>Upload your customer list or target people who have interacted with your business.</a:t>
            </a:r>
          </a:p>
          <a:p>
            <a:pPr lvl="1"/>
            <a:r>
              <a:rPr lang="en-US" b="1" dirty="0"/>
              <a:t>Lookalike Audiences: </a:t>
            </a:r>
          </a:p>
          <a:p>
            <a:pPr lvl="2"/>
            <a:r>
              <a:rPr lang="en-US" dirty="0"/>
              <a:t>Find new people similar to your existing customers.</a:t>
            </a:r>
          </a:p>
          <a:p>
            <a:endParaRPr lang="en-US" dirty="0"/>
          </a:p>
          <a:p>
            <a:endParaRPr lang="en-US" dirty="0"/>
          </a:p>
        </p:txBody>
      </p:sp>
    </p:spTree>
    <p:extLst>
      <p:ext uri="{BB962C8B-B14F-4D97-AF65-F5344CB8AC3E}">
        <p14:creationId xmlns:p14="http://schemas.microsoft.com/office/powerpoint/2010/main" val="1530540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CAB8-6375-413D-A39F-4E23C5079191}"/>
              </a:ext>
            </a:extLst>
          </p:cNvPr>
          <p:cNvSpPr>
            <a:spLocks noGrp="1"/>
          </p:cNvSpPr>
          <p:nvPr>
            <p:ph type="title"/>
          </p:nvPr>
        </p:nvSpPr>
        <p:spPr/>
        <p:txBody>
          <a:bodyPr>
            <a:normAutofit/>
          </a:bodyPr>
          <a:lstStyle/>
          <a:p>
            <a:r>
              <a:rPr lang="en-US" sz="3200" dirty="0"/>
              <a:t>Key Features of Facebook Ads Manager (Continue…)</a:t>
            </a:r>
          </a:p>
        </p:txBody>
      </p:sp>
      <p:sp>
        <p:nvSpPr>
          <p:cNvPr id="3" name="Content Placeholder 2">
            <a:extLst>
              <a:ext uri="{FF2B5EF4-FFF2-40B4-BE49-F238E27FC236}">
                <a16:creationId xmlns:a16="http://schemas.microsoft.com/office/drawing/2014/main" id="{109CB7C0-BE1E-43FC-87E1-0F4F0689181C}"/>
              </a:ext>
            </a:extLst>
          </p:cNvPr>
          <p:cNvSpPr>
            <a:spLocks noGrp="1"/>
          </p:cNvSpPr>
          <p:nvPr>
            <p:ph idx="1"/>
          </p:nvPr>
        </p:nvSpPr>
        <p:spPr/>
        <p:txBody>
          <a:bodyPr/>
          <a:lstStyle/>
          <a:p>
            <a:pPr marL="457200" indent="-457200">
              <a:buFont typeface="+mj-lt"/>
              <a:buAutoNum type="arabicPeriod" startAt="4"/>
            </a:pPr>
            <a:r>
              <a:rPr lang="en-US" b="1" dirty="0"/>
              <a:t>Performance Tracking</a:t>
            </a:r>
          </a:p>
          <a:p>
            <a:pPr lvl="1"/>
            <a:r>
              <a:rPr lang="en-US" b="1" dirty="0"/>
              <a:t>Analytics: </a:t>
            </a:r>
          </a:p>
          <a:p>
            <a:pPr lvl="2"/>
            <a:r>
              <a:rPr lang="en-US" dirty="0"/>
              <a:t>Monitor key metrics like impressions, clicks, conversions, and return on ad spend (ROAS).</a:t>
            </a:r>
          </a:p>
          <a:p>
            <a:pPr lvl="1"/>
            <a:r>
              <a:rPr lang="en-US" b="1" dirty="0"/>
              <a:t>Reports: </a:t>
            </a:r>
          </a:p>
          <a:p>
            <a:pPr lvl="2"/>
            <a:r>
              <a:rPr lang="en-US" dirty="0"/>
              <a:t>Generate detailed reports to analyze the performance of your campaigns.</a:t>
            </a:r>
          </a:p>
          <a:p>
            <a:pPr lvl="1"/>
            <a:r>
              <a:rPr lang="en-US" b="1" dirty="0"/>
              <a:t>A/B Testing: </a:t>
            </a:r>
          </a:p>
          <a:p>
            <a:pPr lvl="2"/>
            <a:r>
              <a:rPr lang="en-US" dirty="0"/>
              <a:t>Test different versions of your ads to see which performs best.</a:t>
            </a:r>
          </a:p>
          <a:p>
            <a:endParaRPr lang="en-US" dirty="0"/>
          </a:p>
          <a:p>
            <a:endParaRPr lang="en-US" dirty="0"/>
          </a:p>
        </p:txBody>
      </p:sp>
    </p:spTree>
    <p:extLst>
      <p:ext uri="{BB962C8B-B14F-4D97-AF65-F5344CB8AC3E}">
        <p14:creationId xmlns:p14="http://schemas.microsoft.com/office/powerpoint/2010/main" val="875317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7CAB8-6375-413D-A39F-4E23C5079191}"/>
              </a:ext>
            </a:extLst>
          </p:cNvPr>
          <p:cNvSpPr>
            <a:spLocks noGrp="1"/>
          </p:cNvSpPr>
          <p:nvPr>
            <p:ph type="title"/>
          </p:nvPr>
        </p:nvSpPr>
        <p:spPr/>
        <p:txBody>
          <a:bodyPr>
            <a:normAutofit/>
          </a:bodyPr>
          <a:lstStyle/>
          <a:p>
            <a:r>
              <a:rPr lang="en-US" sz="3200" dirty="0"/>
              <a:t>Key Features of Facebook Ads Manager (Continue…)</a:t>
            </a:r>
          </a:p>
        </p:txBody>
      </p:sp>
      <p:sp>
        <p:nvSpPr>
          <p:cNvPr id="3" name="Content Placeholder 2">
            <a:extLst>
              <a:ext uri="{FF2B5EF4-FFF2-40B4-BE49-F238E27FC236}">
                <a16:creationId xmlns:a16="http://schemas.microsoft.com/office/drawing/2014/main" id="{109CB7C0-BE1E-43FC-87E1-0F4F0689181C}"/>
              </a:ext>
            </a:extLst>
          </p:cNvPr>
          <p:cNvSpPr>
            <a:spLocks noGrp="1"/>
          </p:cNvSpPr>
          <p:nvPr>
            <p:ph idx="1"/>
          </p:nvPr>
        </p:nvSpPr>
        <p:spPr/>
        <p:txBody>
          <a:bodyPr/>
          <a:lstStyle/>
          <a:p>
            <a:pPr marL="457200" indent="-457200">
              <a:buFont typeface="+mj-lt"/>
              <a:buAutoNum type="arabicPeriod" startAt="5"/>
            </a:pPr>
            <a:r>
              <a:rPr lang="en-US" b="1" dirty="0"/>
              <a:t>Optimization Tools</a:t>
            </a:r>
          </a:p>
          <a:p>
            <a:pPr lvl="1"/>
            <a:r>
              <a:rPr lang="en-US" b="1" dirty="0"/>
              <a:t>Automatic Placements: </a:t>
            </a:r>
          </a:p>
          <a:p>
            <a:pPr lvl="2"/>
            <a:r>
              <a:rPr lang="en-US" dirty="0"/>
              <a:t>Let Facebook decide where to show your ads for the best results.</a:t>
            </a:r>
          </a:p>
          <a:p>
            <a:pPr lvl="1"/>
            <a:r>
              <a:rPr lang="en-US" b="1" dirty="0"/>
              <a:t>Bid Strategies: </a:t>
            </a:r>
          </a:p>
          <a:p>
            <a:pPr lvl="2"/>
            <a:r>
              <a:rPr lang="en-US" dirty="0"/>
              <a:t>Choose from different bidding strategies like cost per click (CPC), cost per thousand impressions (CPM), and cost per action (CPA).</a:t>
            </a:r>
          </a:p>
          <a:p>
            <a:pPr lvl="1"/>
            <a:r>
              <a:rPr lang="en-US" b="1" dirty="0"/>
              <a:t>Ad Relevance Diagnostics: </a:t>
            </a:r>
          </a:p>
          <a:p>
            <a:pPr lvl="2"/>
            <a:r>
              <a:rPr lang="en-US" dirty="0"/>
              <a:t>Get insights into how relevant your ads are to your target audience.</a:t>
            </a:r>
          </a:p>
          <a:p>
            <a:endParaRPr lang="en-US" dirty="0"/>
          </a:p>
          <a:p>
            <a:endParaRPr lang="en-US" dirty="0"/>
          </a:p>
        </p:txBody>
      </p:sp>
    </p:spTree>
    <p:extLst>
      <p:ext uri="{BB962C8B-B14F-4D97-AF65-F5344CB8AC3E}">
        <p14:creationId xmlns:p14="http://schemas.microsoft.com/office/powerpoint/2010/main" val="1516647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753AE-24C5-43A4-A0A8-B083E3CB0670}"/>
              </a:ext>
            </a:extLst>
          </p:cNvPr>
          <p:cNvSpPr>
            <a:spLocks noGrp="1"/>
          </p:cNvSpPr>
          <p:nvPr>
            <p:ph type="title"/>
          </p:nvPr>
        </p:nvSpPr>
        <p:spPr/>
        <p:txBody>
          <a:bodyPr/>
          <a:lstStyle/>
          <a:p>
            <a:r>
              <a:rPr lang="en-US" dirty="0"/>
              <a:t>Creating &amp; Optimizing Advertising Campaigns</a:t>
            </a:r>
          </a:p>
        </p:txBody>
      </p:sp>
      <p:sp>
        <p:nvSpPr>
          <p:cNvPr id="3" name="Text Placeholder 2">
            <a:extLst>
              <a:ext uri="{FF2B5EF4-FFF2-40B4-BE49-F238E27FC236}">
                <a16:creationId xmlns:a16="http://schemas.microsoft.com/office/drawing/2014/main" id="{0355EF50-1135-4CBF-9DAE-B4C6031D24D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242537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9F7B-0D86-4E01-A7ED-74BD32E6B2CD}"/>
              </a:ext>
            </a:extLst>
          </p:cNvPr>
          <p:cNvSpPr>
            <a:spLocks noGrp="1"/>
          </p:cNvSpPr>
          <p:nvPr>
            <p:ph type="title"/>
          </p:nvPr>
        </p:nvSpPr>
        <p:spPr/>
        <p:txBody>
          <a:bodyPr>
            <a:normAutofit/>
          </a:bodyPr>
          <a:lstStyle/>
          <a:p>
            <a:r>
              <a:rPr lang="en-US" sz="3200" dirty="0"/>
              <a:t>How to Use Facebook Ads Manager</a:t>
            </a:r>
          </a:p>
        </p:txBody>
      </p:sp>
      <p:sp>
        <p:nvSpPr>
          <p:cNvPr id="3" name="Content Placeholder 2">
            <a:extLst>
              <a:ext uri="{FF2B5EF4-FFF2-40B4-BE49-F238E27FC236}">
                <a16:creationId xmlns:a16="http://schemas.microsoft.com/office/drawing/2014/main" id="{58BE0AAC-E74A-4D5E-9016-BB8A4C61CDAF}"/>
              </a:ext>
            </a:extLst>
          </p:cNvPr>
          <p:cNvSpPr>
            <a:spLocks noGrp="1"/>
          </p:cNvSpPr>
          <p:nvPr>
            <p:ph idx="1"/>
          </p:nvPr>
        </p:nvSpPr>
        <p:spPr/>
        <p:txBody>
          <a:bodyPr/>
          <a:lstStyle/>
          <a:p>
            <a:pPr marL="457200" indent="-457200">
              <a:buFont typeface="+mj-lt"/>
              <a:buAutoNum type="arabicPeriod"/>
            </a:pPr>
            <a:r>
              <a:rPr lang="en-US" b="1" dirty="0"/>
              <a:t>Access Ads Manager</a:t>
            </a:r>
          </a:p>
          <a:p>
            <a:pPr lvl="1"/>
            <a:r>
              <a:rPr lang="en-US" dirty="0"/>
              <a:t>Go to Facebook Ads Manager and log in with your Facebook account.</a:t>
            </a:r>
          </a:p>
          <a:p>
            <a:pPr marL="457200" indent="-457200">
              <a:buFont typeface="+mj-lt"/>
              <a:buAutoNum type="arabicPeriod"/>
            </a:pPr>
            <a:r>
              <a:rPr lang="en-US" b="1" dirty="0"/>
              <a:t>Create a Campaign</a:t>
            </a:r>
          </a:p>
          <a:p>
            <a:pPr lvl="1"/>
            <a:r>
              <a:rPr lang="en-US" dirty="0"/>
              <a:t>Click on the “Create” button and choose your campaign objective (e.g., brand awareness, traffic, conversions).</a:t>
            </a:r>
          </a:p>
          <a:p>
            <a:pPr marL="457200" indent="-457200">
              <a:buFont typeface="+mj-lt"/>
              <a:buAutoNum type="arabicPeriod"/>
            </a:pPr>
            <a:r>
              <a:rPr lang="en-US" b="1" dirty="0"/>
              <a:t>Set Up Ad Sets</a:t>
            </a:r>
          </a:p>
          <a:p>
            <a:pPr lvl="1"/>
            <a:r>
              <a:rPr lang="en-US" dirty="0"/>
              <a:t>Define your target audience, budget, and schedule for each ad set within your campaign.</a:t>
            </a:r>
          </a:p>
          <a:p>
            <a:pPr marL="457200" indent="-457200">
              <a:buFont typeface="+mj-lt"/>
              <a:buAutoNum type="arabicPeriod"/>
            </a:pPr>
            <a:r>
              <a:rPr lang="en-US" b="1" dirty="0"/>
              <a:t>Optimize and Scale</a:t>
            </a:r>
          </a:p>
          <a:p>
            <a:pPr lvl="1"/>
            <a:r>
              <a:rPr lang="en-US" dirty="0"/>
              <a:t>Use the data from your campaigns to optimize your ads. </a:t>
            </a:r>
          </a:p>
          <a:p>
            <a:pPr lvl="1"/>
            <a:r>
              <a:rPr lang="en-US" dirty="0"/>
              <a:t>Scale successful campaigns by increasing the budget or expanding your target audience.</a:t>
            </a:r>
          </a:p>
          <a:p>
            <a:endParaRPr lang="en-US" dirty="0"/>
          </a:p>
        </p:txBody>
      </p:sp>
    </p:spTree>
    <p:extLst>
      <p:ext uri="{BB962C8B-B14F-4D97-AF65-F5344CB8AC3E}">
        <p14:creationId xmlns:p14="http://schemas.microsoft.com/office/powerpoint/2010/main" val="2562223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9F7B-0D86-4E01-A7ED-74BD32E6B2CD}"/>
              </a:ext>
            </a:extLst>
          </p:cNvPr>
          <p:cNvSpPr>
            <a:spLocks noGrp="1"/>
          </p:cNvSpPr>
          <p:nvPr>
            <p:ph type="title"/>
          </p:nvPr>
        </p:nvSpPr>
        <p:spPr/>
        <p:txBody>
          <a:bodyPr>
            <a:normAutofit/>
          </a:bodyPr>
          <a:lstStyle/>
          <a:p>
            <a:r>
              <a:rPr lang="en-US" sz="3200" dirty="0"/>
              <a:t>How to Use Facebook Ads Manager (Continue…)</a:t>
            </a:r>
          </a:p>
        </p:txBody>
      </p:sp>
      <p:pic>
        <p:nvPicPr>
          <p:cNvPr id="5" name="Content Placeholder 4">
            <a:extLst>
              <a:ext uri="{FF2B5EF4-FFF2-40B4-BE49-F238E27FC236}">
                <a16:creationId xmlns:a16="http://schemas.microsoft.com/office/drawing/2014/main" id="{04C50134-0600-4C71-A6A7-AD04DF553EA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0943" t="5787" r="10459" b="10146"/>
          <a:stretch/>
        </p:blipFill>
        <p:spPr>
          <a:xfrm>
            <a:off x="1422785" y="919749"/>
            <a:ext cx="8923495" cy="5368756"/>
          </a:xfrm>
        </p:spPr>
      </p:pic>
    </p:spTree>
    <p:extLst>
      <p:ext uri="{BB962C8B-B14F-4D97-AF65-F5344CB8AC3E}">
        <p14:creationId xmlns:p14="http://schemas.microsoft.com/office/powerpoint/2010/main" val="289049246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9113D-0EAA-453E-B459-6284865DB69E}"/>
              </a:ext>
            </a:extLst>
          </p:cNvPr>
          <p:cNvSpPr>
            <a:spLocks noGrp="1"/>
          </p:cNvSpPr>
          <p:nvPr>
            <p:ph type="title"/>
          </p:nvPr>
        </p:nvSpPr>
        <p:spPr/>
        <p:txBody>
          <a:bodyPr/>
          <a:lstStyle/>
          <a:p>
            <a:r>
              <a:rPr lang="en-US" dirty="0"/>
              <a:t>Facebook Insights</a:t>
            </a:r>
          </a:p>
        </p:txBody>
      </p:sp>
      <p:sp>
        <p:nvSpPr>
          <p:cNvPr id="3" name="Text Placeholder 2">
            <a:extLst>
              <a:ext uri="{FF2B5EF4-FFF2-40B4-BE49-F238E27FC236}">
                <a16:creationId xmlns:a16="http://schemas.microsoft.com/office/drawing/2014/main" id="{CBD89431-932E-4CA9-9624-EEF885200BE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476209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9F7B-0D86-4E01-A7ED-74BD32E6B2CD}"/>
              </a:ext>
            </a:extLst>
          </p:cNvPr>
          <p:cNvSpPr>
            <a:spLocks noGrp="1"/>
          </p:cNvSpPr>
          <p:nvPr>
            <p:ph type="title"/>
          </p:nvPr>
        </p:nvSpPr>
        <p:spPr/>
        <p:txBody>
          <a:bodyPr>
            <a:normAutofit/>
          </a:bodyPr>
          <a:lstStyle/>
          <a:p>
            <a:r>
              <a:rPr lang="en-US" sz="3200" dirty="0"/>
              <a:t>Facebook Insights</a:t>
            </a:r>
          </a:p>
        </p:txBody>
      </p:sp>
      <p:sp>
        <p:nvSpPr>
          <p:cNvPr id="3" name="Content Placeholder 2">
            <a:extLst>
              <a:ext uri="{FF2B5EF4-FFF2-40B4-BE49-F238E27FC236}">
                <a16:creationId xmlns:a16="http://schemas.microsoft.com/office/drawing/2014/main" id="{58BE0AAC-E74A-4D5E-9016-BB8A4C61CDAF}"/>
              </a:ext>
            </a:extLst>
          </p:cNvPr>
          <p:cNvSpPr>
            <a:spLocks noGrp="1"/>
          </p:cNvSpPr>
          <p:nvPr>
            <p:ph idx="1"/>
          </p:nvPr>
        </p:nvSpPr>
        <p:spPr/>
        <p:txBody>
          <a:bodyPr/>
          <a:lstStyle/>
          <a:p>
            <a:r>
              <a:rPr lang="en-US" dirty="0"/>
              <a:t>Facebook Insights is a powerful analytics tool that helps  track and analyze the performance of Facebook business page. </a:t>
            </a:r>
          </a:p>
          <a:p>
            <a:endParaRPr lang="en-US" dirty="0"/>
          </a:p>
          <a:p>
            <a:r>
              <a:rPr lang="en-US" dirty="0"/>
              <a:t>Key aspects to understand:</a:t>
            </a:r>
          </a:p>
          <a:p>
            <a:r>
              <a:rPr lang="en-US" b="1" dirty="0"/>
              <a:t>Page Views and Likes</a:t>
            </a:r>
          </a:p>
          <a:p>
            <a:pPr lvl="1"/>
            <a:r>
              <a:rPr lang="en-US" dirty="0"/>
              <a:t>Track the </a:t>
            </a:r>
            <a:r>
              <a:rPr lang="en-US" b="1" dirty="0"/>
              <a:t>number of views and likes </a:t>
            </a:r>
            <a:r>
              <a:rPr lang="en-US" dirty="0"/>
              <a:t>your page receives over time.</a:t>
            </a:r>
          </a:p>
          <a:p>
            <a:pPr lvl="1"/>
            <a:endParaRPr lang="en-US" dirty="0"/>
          </a:p>
          <a:p>
            <a:r>
              <a:rPr lang="en-US" b="1" dirty="0"/>
              <a:t>Post Reach and Engagement</a:t>
            </a:r>
          </a:p>
          <a:p>
            <a:pPr lvl="1"/>
            <a:r>
              <a:rPr lang="en-US" dirty="0"/>
              <a:t>Measure how many </a:t>
            </a:r>
            <a:r>
              <a:rPr lang="en-US" b="1" dirty="0"/>
              <a:t>people see your posts and how they interact</a:t>
            </a:r>
            <a:r>
              <a:rPr lang="en-US" dirty="0"/>
              <a:t> with them (likes, comments, shares).</a:t>
            </a:r>
          </a:p>
          <a:p>
            <a:pPr lvl="1"/>
            <a:endParaRPr lang="en-US" dirty="0"/>
          </a:p>
          <a:p>
            <a:r>
              <a:rPr lang="en-US" b="1" dirty="0"/>
              <a:t>Audience Demographics</a:t>
            </a:r>
          </a:p>
          <a:p>
            <a:pPr lvl="1"/>
            <a:r>
              <a:rPr lang="en-US" dirty="0"/>
              <a:t>Get insights into the </a:t>
            </a:r>
            <a:r>
              <a:rPr lang="en-US" b="1" dirty="0"/>
              <a:t>age, gender, location, and other demographics </a:t>
            </a:r>
            <a:r>
              <a:rPr lang="en-US" dirty="0"/>
              <a:t>of your audience.</a:t>
            </a:r>
          </a:p>
          <a:p>
            <a:endParaRPr lang="en-US" dirty="0"/>
          </a:p>
          <a:p>
            <a:endParaRPr lang="en-US" dirty="0"/>
          </a:p>
        </p:txBody>
      </p:sp>
    </p:spTree>
    <p:extLst>
      <p:ext uri="{BB962C8B-B14F-4D97-AF65-F5344CB8AC3E}">
        <p14:creationId xmlns:p14="http://schemas.microsoft.com/office/powerpoint/2010/main" val="2287572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19F7B-0D86-4E01-A7ED-74BD32E6B2CD}"/>
              </a:ext>
            </a:extLst>
          </p:cNvPr>
          <p:cNvSpPr>
            <a:spLocks noGrp="1"/>
          </p:cNvSpPr>
          <p:nvPr>
            <p:ph type="title"/>
          </p:nvPr>
        </p:nvSpPr>
        <p:spPr/>
        <p:txBody>
          <a:bodyPr>
            <a:normAutofit/>
          </a:bodyPr>
          <a:lstStyle/>
          <a:p>
            <a:r>
              <a:rPr lang="en-US" sz="3200" dirty="0"/>
              <a:t>Facebook Insights (Continue…)</a:t>
            </a:r>
          </a:p>
        </p:txBody>
      </p:sp>
      <p:sp>
        <p:nvSpPr>
          <p:cNvPr id="3" name="Content Placeholder 2">
            <a:extLst>
              <a:ext uri="{FF2B5EF4-FFF2-40B4-BE49-F238E27FC236}">
                <a16:creationId xmlns:a16="http://schemas.microsoft.com/office/drawing/2014/main" id="{58BE0AAC-E74A-4D5E-9016-BB8A4C61CDAF}"/>
              </a:ext>
            </a:extLst>
          </p:cNvPr>
          <p:cNvSpPr>
            <a:spLocks noGrp="1"/>
          </p:cNvSpPr>
          <p:nvPr>
            <p:ph idx="1"/>
          </p:nvPr>
        </p:nvSpPr>
        <p:spPr/>
        <p:txBody>
          <a:bodyPr/>
          <a:lstStyle/>
          <a:p>
            <a:r>
              <a:rPr lang="en-US" b="1" dirty="0"/>
              <a:t>Post Performance</a:t>
            </a:r>
          </a:p>
          <a:p>
            <a:pPr lvl="1"/>
            <a:r>
              <a:rPr lang="en-US" dirty="0"/>
              <a:t>Analyze </a:t>
            </a:r>
            <a:r>
              <a:rPr lang="en-US" b="1" dirty="0"/>
              <a:t>which posts are performing well</a:t>
            </a:r>
            <a:r>
              <a:rPr lang="en-US" dirty="0"/>
              <a:t> and why, helping you to optimize your content strategy.</a:t>
            </a:r>
          </a:p>
          <a:p>
            <a:pPr lvl="1"/>
            <a:endParaRPr lang="en-US" dirty="0"/>
          </a:p>
          <a:p>
            <a:r>
              <a:rPr lang="en-US" b="1" dirty="0"/>
              <a:t>Competitor Analysis</a:t>
            </a:r>
          </a:p>
          <a:p>
            <a:pPr lvl="1"/>
            <a:r>
              <a:rPr lang="en-US" b="1" dirty="0"/>
              <a:t>Monitor and compare </a:t>
            </a:r>
            <a:r>
              <a:rPr lang="en-US" dirty="0"/>
              <a:t>your page’s performance with similar pages.</a:t>
            </a:r>
          </a:p>
          <a:p>
            <a:endParaRPr lang="en-US" dirty="0"/>
          </a:p>
          <a:p>
            <a:endParaRPr lang="en-US" dirty="0"/>
          </a:p>
        </p:txBody>
      </p:sp>
    </p:spTree>
    <p:extLst>
      <p:ext uri="{BB962C8B-B14F-4D97-AF65-F5344CB8AC3E}">
        <p14:creationId xmlns:p14="http://schemas.microsoft.com/office/powerpoint/2010/main" val="2467334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80A8D-5EE4-41D6-A5FA-1BEFB1BD5F2B}"/>
              </a:ext>
            </a:extLst>
          </p:cNvPr>
          <p:cNvSpPr>
            <a:spLocks noGrp="1"/>
          </p:cNvSpPr>
          <p:nvPr>
            <p:ph type="title"/>
          </p:nvPr>
        </p:nvSpPr>
        <p:spPr/>
        <p:txBody>
          <a:bodyPr/>
          <a:lstStyle/>
          <a:p>
            <a:r>
              <a:rPr lang="en-US" sz="6000" b="1" dirty="0"/>
              <a:t>Introduction of digital marketing Strategies through Instagram</a:t>
            </a:r>
            <a:endParaRPr lang="en-US" dirty="0"/>
          </a:p>
        </p:txBody>
      </p:sp>
      <p:sp>
        <p:nvSpPr>
          <p:cNvPr id="3" name="Text Placeholder 2">
            <a:extLst>
              <a:ext uri="{FF2B5EF4-FFF2-40B4-BE49-F238E27FC236}">
                <a16:creationId xmlns:a16="http://schemas.microsoft.com/office/drawing/2014/main" id="{7ABB5F81-A08A-452C-B895-0C79BA26B97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884248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1316EB-0F91-46C4-AA29-72E3E2C9F7D3}"/>
              </a:ext>
            </a:extLst>
          </p:cNvPr>
          <p:cNvSpPr>
            <a:spLocks noGrp="1"/>
          </p:cNvSpPr>
          <p:nvPr>
            <p:ph idx="1"/>
          </p:nvPr>
        </p:nvSpPr>
        <p:spPr/>
        <p:txBody>
          <a:bodyPr/>
          <a:lstStyle/>
          <a:p>
            <a:r>
              <a:rPr lang="en-US" b="1" u="none" strike="noStrike" dirty="0">
                <a:effectLst/>
                <a:latin typeface="Roboto Condensed" panose="02000000000000000000" pitchFamily="2" charset="0"/>
              </a:rPr>
              <a:t>Instagram marketing </a:t>
            </a:r>
            <a:r>
              <a:rPr lang="en-US" b="0" u="none" strike="noStrike" dirty="0">
                <a:effectLst/>
                <a:latin typeface="Roboto Condensed" panose="02000000000000000000" pitchFamily="2" charset="0"/>
              </a:rPr>
              <a:t>is </a:t>
            </a:r>
            <a:r>
              <a:rPr lang="en-US" dirty="0"/>
              <a:t>the </a:t>
            </a:r>
            <a:r>
              <a:rPr lang="en-US" b="1" dirty="0">
                <a:solidFill>
                  <a:srgbClr val="C00000"/>
                </a:solidFill>
              </a:rPr>
              <a:t>use of the platform to promote a brand, product, or service</a:t>
            </a:r>
            <a:r>
              <a:rPr lang="en-US" dirty="0"/>
              <a:t>.</a:t>
            </a:r>
          </a:p>
          <a:p>
            <a:r>
              <a:rPr lang="en-US" dirty="0"/>
              <a:t> It combines creative content, strategic planning, community engagement, and data analysis to build brand awareness, foster authentic relationships, and drive sales. </a:t>
            </a:r>
          </a:p>
          <a:p>
            <a:r>
              <a:rPr lang="en-US" b="1" u="none" strike="noStrike" dirty="0">
                <a:effectLst/>
                <a:latin typeface="Roboto Condensed" panose="02000000000000000000" pitchFamily="2" charset="0"/>
              </a:rPr>
              <a:t>Account Setup and Optimization</a:t>
            </a:r>
          </a:p>
          <a:p>
            <a:pPr lvl="1"/>
            <a:r>
              <a:rPr lang="en-US" b="1" u="none" strike="noStrike" dirty="0">
                <a:effectLst/>
                <a:latin typeface="Roboto Condensed" panose="02000000000000000000" pitchFamily="2" charset="0"/>
              </a:rPr>
              <a:t>Switch to a Professional Account:</a:t>
            </a:r>
            <a:r>
              <a:rPr lang="en-US" dirty="0"/>
              <a:t> Convert your personal account to an Instagram Business or Creator account to unlock powerful tools like </a:t>
            </a:r>
            <a:r>
              <a:rPr lang="en-US" b="0" u="none" strike="noStrike" dirty="0">
                <a:effectLst/>
                <a:latin typeface="Roboto Condensed" panose="02000000000000000000" pitchFamily="2" charset="0"/>
              </a:rPr>
              <a:t>Meta Ads Manager</a:t>
            </a:r>
            <a:r>
              <a:rPr lang="en-US" dirty="0"/>
              <a:t>, detailed analytics (Instagram Insights), and Instagram Shopping.</a:t>
            </a:r>
          </a:p>
          <a:p>
            <a:pPr lvl="1"/>
            <a:r>
              <a:rPr lang="en-US" b="1" u="none" strike="noStrike" dirty="0">
                <a:effectLst/>
                <a:latin typeface="Roboto Condensed" panose="02000000000000000000" pitchFamily="2" charset="0"/>
              </a:rPr>
              <a:t>Optimize Your Profile:</a:t>
            </a:r>
            <a:r>
              <a:rPr lang="en-US" b="0" u="none" strike="noStrike" dirty="0">
                <a:effectLst/>
                <a:latin typeface="Roboto Condensed" panose="02000000000000000000" pitchFamily="2" charset="0"/>
              </a:rPr>
              <a:t> Your bio must clearly state who you serve, how you help them, and include a clear Call-To-Action (CTA) with a link. Use a recognizable profile picture, like a brand logo or professional headshot.</a:t>
            </a:r>
            <a:r>
              <a:rPr lang="en-US" dirty="0"/>
              <a:t> </a:t>
            </a:r>
            <a:endParaRPr lang="en-US" b="1" dirty="0"/>
          </a:p>
        </p:txBody>
      </p:sp>
      <p:sp>
        <p:nvSpPr>
          <p:cNvPr id="3" name="Title 2">
            <a:extLst>
              <a:ext uri="{FF2B5EF4-FFF2-40B4-BE49-F238E27FC236}">
                <a16:creationId xmlns:a16="http://schemas.microsoft.com/office/drawing/2014/main" id="{B1D88552-A799-4F4A-83D7-168D1C303402}"/>
              </a:ext>
            </a:extLst>
          </p:cNvPr>
          <p:cNvSpPr>
            <a:spLocks noGrp="1"/>
          </p:cNvSpPr>
          <p:nvPr>
            <p:ph type="title"/>
          </p:nvPr>
        </p:nvSpPr>
        <p:spPr/>
        <p:txBody>
          <a:bodyPr>
            <a:normAutofit/>
          </a:bodyPr>
          <a:lstStyle/>
          <a:p>
            <a:r>
              <a:rPr lang="en-US" sz="3200" b="1" dirty="0"/>
              <a:t>Introduction of digital marketing Strategies through Instagram</a:t>
            </a:r>
            <a:endParaRPr lang="en-US" sz="3200" dirty="0"/>
          </a:p>
        </p:txBody>
      </p:sp>
    </p:spTree>
    <p:extLst>
      <p:ext uri="{BB962C8B-B14F-4D97-AF65-F5344CB8AC3E}">
        <p14:creationId xmlns:p14="http://schemas.microsoft.com/office/powerpoint/2010/main" val="296784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C76FE-5EFB-4019-8769-128FE4790F7D}"/>
              </a:ext>
            </a:extLst>
          </p:cNvPr>
          <p:cNvSpPr>
            <a:spLocks noGrp="1"/>
          </p:cNvSpPr>
          <p:nvPr>
            <p:ph type="title"/>
          </p:nvPr>
        </p:nvSpPr>
        <p:spPr/>
        <p:txBody>
          <a:bodyPr/>
          <a:lstStyle/>
          <a:p>
            <a:r>
              <a:rPr lang="en-US" sz="6000" b="1" dirty="0"/>
              <a:t>Types of Instagram Content</a:t>
            </a:r>
            <a:br>
              <a:rPr lang="en-US" sz="6000" b="1" dirty="0"/>
            </a:br>
            <a:endParaRPr lang="en-US" dirty="0"/>
          </a:p>
        </p:txBody>
      </p:sp>
      <p:sp>
        <p:nvSpPr>
          <p:cNvPr id="3" name="Text Placeholder 2">
            <a:extLst>
              <a:ext uri="{FF2B5EF4-FFF2-40B4-BE49-F238E27FC236}">
                <a16:creationId xmlns:a16="http://schemas.microsoft.com/office/drawing/2014/main" id="{F168D442-342B-4F62-908C-C20DCD84197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674310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1316EB-0F91-46C4-AA29-72E3E2C9F7D3}"/>
              </a:ext>
            </a:extLst>
          </p:cNvPr>
          <p:cNvSpPr>
            <a:spLocks noGrp="1"/>
          </p:cNvSpPr>
          <p:nvPr>
            <p:ph idx="1"/>
          </p:nvPr>
        </p:nvSpPr>
        <p:spPr/>
        <p:txBody>
          <a:bodyPr/>
          <a:lstStyle/>
          <a:p>
            <a:r>
              <a:rPr lang="en-US" b="1" dirty="0"/>
              <a:t>Best for</a:t>
            </a:r>
            <a:r>
              <a:rPr lang="en-US" dirty="0"/>
              <a:t>: Massive reach, brand awareness, and discovering new audiences.</a:t>
            </a:r>
          </a:p>
          <a:p>
            <a:endParaRPr lang="en-US" dirty="0"/>
          </a:p>
          <a:p>
            <a:r>
              <a:rPr lang="en-US" b="1" dirty="0"/>
              <a:t>How to use</a:t>
            </a:r>
            <a:r>
              <a:rPr lang="en-US" dirty="0"/>
              <a:t>: Create entertaining skits, quick tutorials, step-by-step guides, or highly relatable "problem-aware" videos showcasing how your product solves a common pain point.</a:t>
            </a:r>
          </a:p>
        </p:txBody>
      </p:sp>
      <p:sp>
        <p:nvSpPr>
          <p:cNvPr id="3" name="Title 2">
            <a:extLst>
              <a:ext uri="{FF2B5EF4-FFF2-40B4-BE49-F238E27FC236}">
                <a16:creationId xmlns:a16="http://schemas.microsoft.com/office/drawing/2014/main" id="{B1D88552-A799-4F4A-83D7-168D1C303402}"/>
              </a:ext>
            </a:extLst>
          </p:cNvPr>
          <p:cNvSpPr>
            <a:spLocks noGrp="1"/>
          </p:cNvSpPr>
          <p:nvPr>
            <p:ph type="title"/>
          </p:nvPr>
        </p:nvSpPr>
        <p:spPr/>
        <p:txBody>
          <a:bodyPr>
            <a:normAutofit/>
          </a:bodyPr>
          <a:lstStyle/>
          <a:p>
            <a:r>
              <a:rPr lang="en-US" sz="3200" dirty="0"/>
              <a:t>Reels (Short-Form Video)</a:t>
            </a:r>
          </a:p>
        </p:txBody>
      </p:sp>
    </p:spTree>
    <p:extLst>
      <p:ext uri="{BB962C8B-B14F-4D97-AF65-F5344CB8AC3E}">
        <p14:creationId xmlns:p14="http://schemas.microsoft.com/office/powerpoint/2010/main" val="1488532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B1E3E7-4FC5-436A-9F1B-5A03E7890C64}"/>
              </a:ext>
            </a:extLst>
          </p:cNvPr>
          <p:cNvSpPr>
            <a:spLocks noGrp="1"/>
          </p:cNvSpPr>
          <p:nvPr>
            <p:ph idx="1"/>
          </p:nvPr>
        </p:nvSpPr>
        <p:spPr>
          <a:xfrm>
            <a:off x="131179" y="912430"/>
            <a:ext cx="11929641" cy="5590565"/>
          </a:xfrm>
        </p:spPr>
        <p:txBody>
          <a:bodyPr/>
          <a:lstStyle/>
          <a:p>
            <a:r>
              <a:rPr lang="en-US" b="1" dirty="0"/>
              <a:t>Best for: </a:t>
            </a:r>
            <a:r>
              <a:rPr lang="en-US" dirty="0"/>
              <a:t>Deep-dive education, step-by-step guides, case studies, and saving for later.</a:t>
            </a:r>
          </a:p>
          <a:p>
            <a:endParaRPr lang="en-US" dirty="0"/>
          </a:p>
          <a:p>
            <a:r>
              <a:rPr lang="en-US" b="1" dirty="0"/>
              <a:t>How to use: </a:t>
            </a:r>
            <a:r>
              <a:rPr lang="en-US" dirty="0"/>
              <a:t>Swipe able multi-slide posts allow you to provide massive value by breaking down complex topics. Perfect for sharing "Dos and Don'ts," myth-busting, or before-and-after transformations. </a:t>
            </a:r>
          </a:p>
        </p:txBody>
      </p:sp>
      <p:sp>
        <p:nvSpPr>
          <p:cNvPr id="3" name="Title 2">
            <a:extLst>
              <a:ext uri="{FF2B5EF4-FFF2-40B4-BE49-F238E27FC236}">
                <a16:creationId xmlns:a16="http://schemas.microsoft.com/office/drawing/2014/main" id="{34EA3E81-5721-474E-BA2E-34BECBCB546A}"/>
              </a:ext>
            </a:extLst>
          </p:cNvPr>
          <p:cNvSpPr>
            <a:spLocks noGrp="1"/>
          </p:cNvSpPr>
          <p:nvPr>
            <p:ph type="title"/>
          </p:nvPr>
        </p:nvSpPr>
        <p:spPr/>
        <p:txBody>
          <a:bodyPr>
            <a:normAutofit/>
          </a:bodyPr>
          <a:lstStyle/>
          <a:p>
            <a:r>
              <a:rPr lang="en-US" sz="3200" dirty="0"/>
              <a:t>Carousels (Multiple Images or Short Videos)</a:t>
            </a:r>
          </a:p>
        </p:txBody>
      </p:sp>
    </p:spTree>
    <p:extLst>
      <p:ext uri="{BB962C8B-B14F-4D97-AF65-F5344CB8AC3E}">
        <p14:creationId xmlns:p14="http://schemas.microsoft.com/office/powerpoint/2010/main" val="1616086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B1E3E7-4FC5-436A-9F1B-5A03E7890C64}"/>
              </a:ext>
            </a:extLst>
          </p:cNvPr>
          <p:cNvSpPr>
            <a:spLocks noGrp="1"/>
          </p:cNvSpPr>
          <p:nvPr>
            <p:ph idx="1"/>
          </p:nvPr>
        </p:nvSpPr>
        <p:spPr/>
        <p:txBody>
          <a:bodyPr/>
          <a:lstStyle/>
          <a:p>
            <a:r>
              <a:rPr lang="en-US" b="1" u="none" strike="noStrike" dirty="0">
                <a:effectLst/>
              </a:rPr>
              <a:t>Best for:</a:t>
            </a:r>
            <a:r>
              <a:rPr lang="en-US" dirty="0"/>
              <a:t> Daily connection, driving immediate action, and building community.</a:t>
            </a:r>
          </a:p>
          <a:p>
            <a:endParaRPr lang="en-US" dirty="0"/>
          </a:p>
          <a:p>
            <a:r>
              <a:rPr lang="en-US" b="1" u="none" strike="noStrike" dirty="0">
                <a:effectLst/>
              </a:rPr>
              <a:t>How to use:</a:t>
            </a:r>
            <a:r>
              <a:rPr lang="en-US" dirty="0"/>
              <a:t> Use interactive stickers (polls, sliders, and Q&amp;As) to directly engage your audience and run market research. Share behind-the-scenes moments, time-limited flash sales, and product teasers. </a:t>
            </a:r>
          </a:p>
          <a:p>
            <a:r>
              <a:rPr lang="en-US" dirty="0"/>
              <a:t>Save the best ones to your profile Highlights so new visitors can learn about your business immediately.</a:t>
            </a:r>
          </a:p>
        </p:txBody>
      </p:sp>
      <p:sp>
        <p:nvSpPr>
          <p:cNvPr id="3" name="Title 2">
            <a:extLst>
              <a:ext uri="{FF2B5EF4-FFF2-40B4-BE49-F238E27FC236}">
                <a16:creationId xmlns:a16="http://schemas.microsoft.com/office/drawing/2014/main" id="{34EA3E81-5721-474E-BA2E-34BECBCB546A}"/>
              </a:ext>
            </a:extLst>
          </p:cNvPr>
          <p:cNvSpPr>
            <a:spLocks noGrp="1"/>
          </p:cNvSpPr>
          <p:nvPr>
            <p:ph type="title"/>
          </p:nvPr>
        </p:nvSpPr>
        <p:spPr/>
        <p:txBody>
          <a:bodyPr>
            <a:normAutofit/>
          </a:bodyPr>
          <a:lstStyle/>
          <a:p>
            <a:r>
              <a:rPr lang="en-US" sz="3200" dirty="0"/>
              <a:t>Stories (Ephemeral Content)</a:t>
            </a:r>
          </a:p>
        </p:txBody>
      </p:sp>
    </p:spTree>
    <p:extLst>
      <p:ext uri="{BB962C8B-B14F-4D97-AF65-F5344CB8AC3E}">
        <p14:creationId xmlns:p14="http://schemas.microsoft.com/office/powerpoint/2010/main" val="3564763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B1E3E7-4FC5-436A-9F1B-5A03E7890C64}"/>
              </a:ext>
            </a:extLst>
          </p:cNvPr>
          <p:cNvSpPr>
            <a:spLocks noGrp="1"/>
          </p:cNvSpPr>
          <p:nvPr>
            <p:ph idx="1"/>
          </p:nvPr>
        </p:nvSpPr>
        <p:spPr/>
        <p:txBody>
          <a:bodyPr/>
          <a:lstStyle/>
          <a:p>
            <a:r>
              <a:rPr lang="en-US" b="1" dirty="0"/>
              <a:t>Best for: </a:t>
            </a:r>
            <a:r>
              <a:rPr lang="en-US" dirty="0"/>
              <a:t>Trust-building and social proof.</a:t>
            </a:r>
          </a:p>
          <a:p>
            <a:endParaRPr lang="en-US" dirty="0"/>
          </a:p>
          <a:p>
            <a:r>
              <a:rPr lang="en-US" b="1" dirty="0"/>
              <a:t>How to use: </a:t>
            </a:r>
            <a:r>
              <a:rPr lang="en-US" dirty="0"/>
              <a:t>Reshare posts and reviews from real customers who love your product. Authentic UGC makes a brand highly relatable and provides unvarnished validation of your service or product quality.</a:t>
            </a:r>
          </a:p>
          <a:p>
            <a:endParaRPr lang="en-US" dirty="0"/>
          </a:p>
          <a:p>
            <a:endParaRPr lang="en-US" dirty="0"/>
          </a:p>
        </p:txBody>
      </p:sp>
      <p:sp>
        <p:nvSpPr>
          <p:cNvPr id="3" name="Title 2">
            <a:extLst>
              <a:ext uri="{FF2B5EF4-FFF2-40B4-BE49-F238E27FC236}">
                <a16:creationId xmlns:a16="http://schemas.microsoft.com/office/drawing/2014/main" id="{34EA3E81-5721-474E-BA2E-34BECBCB546A}"/>
              </a:ext>
            </a:extLst>
          </p:cNvPr>
          <p:cNvSpPr>
            <a:spLocks noGrp="1"/>
          </p:cNvSpPr>
          <p:nvPr>
            <p:ph type="title"/>
          </p:nvPr>
        </p:nvSpPr>
        <p:spPr/>
        <p:txBody>
          <a:bodyPr>
            <a:normAutofit/>
          </a:bodyPr>
          <a:lstStyle/>
          <a:p>
            <a:r>
              <a:rPr lang="en-US" sz="3200" b="1" u="none" strike="noStrike" dirty="0">
                <a:effectLst/>
                <a:latin typeface="+mn-lt"/>
              </a:rPr>
              <a:t>User-Generated Content (UGC) &amp; Testimonials</a:t>
            </a:r>
            <a:endParaRPr lang="en-US" sz="3200" dirty="0">
              <a:latin typeface="+mn-lt"/>
            </a:endParaRPr>
          </a:p>
        </p:txBody>
      </p:sp>
    </p:spTree>
    <p:extLst>
      <p:ext uri="{BB962C8B-B14F-4D97-AF65-F5344CB8AC3E}">
        <p14:creationId xmlns:p14="http://schemas.microsoft.com/office/powerpoint/2010/main" val="1008951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B1E3E7-4FC5-436A-9F1B-5A03E7890C64}"/>
              </a:ext>
            </a:extLst>
          </p:cNvPr>
          <p:cNvSpPr>
            <a:spLocks noGrp="1"/>
          </p:cNvSpPr>
          <p:nvPr>
            <p:ph idx="1"/>
          </p:nvPr>
        </p:nvSpPr>
        <p:spPr/>
        <p:txBody>
          <a:bodyPr/>
          <a:lstStyle/>
          <a:p>
            <a:pPr algn="l"/>
            <a:r>
              <a:rPr lang="en-US" b="1" dirty="0"/>
              <a:t>Best for: </a:t>
            </a:r>
            <a:r>
              <a:rPr lang="en-US" dirty="0"/>
              <a:t>Aesthetic branding, quick announcements, and quotes.</a:t>
            </a:r>
          </a:p>
          <a:p>
            <a:pPr algn="l"/>
            <a:endParaRPr lang="en-US" dirty="0"/>
          </a:p>
          <a:p>
            <a:pPr algn="l"/>
            <a:r>
              <a:rPr lang="en-US" b="1" dirty="0"/>
              <a:t>How to use: </a:t>
            </a:r>
            <a:r>
              <a:rPr lang="en-US" dirty="0"/>
              <a:t>High-quality, high-resolution product photography, motivational/industry quote graphics, or clear, simple images highlighting a major brand announcement.</a:t>
            </a:r>
          </a:p>
        </p:txBody>
      </p:sp>
      <p:sp>
        <p:nvSpPr>
          <p:cNvPr id="3" name="Title 2">
            <a:extLst>
              <a:ext uri="{FF2B5EF4-FFF2-40B4-BE49-F238E27FC236}">
                <a16:creationId xmlns:a16="http://schemas.microsoft.com/office/drawing/2014/main" id="{34EA3E81-5721-474E-BA2E-34BECBCB546A}"/>
              </a:ext>
            </a:extLst>
          </p:cNvPr>
          <p:cNvSpPr>
            <a:spLocks noGrp="1"/>
          </p:cNvSpPr>
          <p:nvPr>
            <p:ph type="title"/>
          </p:nvPr>
        </p:nvSpPr>
        <p:spPr/>
        <p:txBody>
          <a:bodyPr>
            <a:normAutofit/>
          </a:bodyPr>
          <a:lstStyle/>
          <a:p>
            <a:r>
              <a:rPr lang="en-US" sz="3200" dirty="0"/>
              <a:t>Single Photo Posts</a:t>
            </a:r>
          </a:p>
        </p:txBody>
      </p:sp>
    </p:spTree>
    <p:extLst>
      <p:ext uri="{BB962C8B-B14F-4D97-AF65-F5344CB8AC3E}">
        <p14:creationId xmlns:p14="http://schemas.microsoft.com/office/powerpoint/2010/main" val="1326367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DB1E3E7-4FC5-436A-9F1B-5A03E7890C64}"/>
              </a:ext>
            </a:extLst>
          </p:cNvPr>
          <p:cNvSpPr>
            <a:spLocks noGrp="1"/>
          </p:cNvSpPr>
          <p:nvPr>
            <p:ph idx="1"/>
          </p:nvPr>
        </p:nvSpPr>
        <p:spPr/>
        <p:txBody>
          <a:bodyPr/>
          <a:lstStyle/>
          <a:p>
            <a:r>
              <a:rPr lang="en-US" b="1" dirty="0"/>
              <a:t>Best for</a:t>
            </a:r>
            <a:r>
              <a:rPr lang="en-US" dirty="0"/>
              <a:t>: Real-time engagement, Q&amp;A sessions, and product launches.</a:t>
            </a:r>
          </a:p>
          <a:p>
            <a:endParaRPr lang="en-US" dirty="0"/>
          </a:p>
          <a:p>
            <a:r>
              <a:rPr lang="en-US" b="1" dirty="0"/>
              <a:t>How to use: </a:t>
            </a:r>
            <a:r>
              <a:rPr lang="en-US" dirty="0"/>
              <a:t>Host an "Ask Me Anything" (AMA), give a live tour of your workspace, or do a live demonstration of how your product works.</a:t>
            </a:r>
          </a:p>
        </p:txBody>
      </p:sp>
      <p:sp>
        <p:nvSpPr>
          <p:cNvPr id="3" name="Title 2">
            <a:extLst>
              <a:ext uri="{FF2B5EF4-FFF2-40B4-BE49-F238E27FC236}">
                <a16:creationId xmlns:a16="http://schemas.microsoft.com/office/drawing/2014/main" id="{34EA3E81-5721-474E-BA2E-34BECBCB546A}"/>
              </a:ext>
            </a:extLst>
          </p:cNvPr>
          <p:cNvSpPr>
            <a:spLocks noGrp="1"/>
          </p:cNvSpPr>
          <p:nvPr>
            <p:ph type="title"/>
          </p:nvPr>
        </p:nvSpPr>
        <p:spPr/>
        <p:txBody>
          <a:bodyPr>
            <a:normAutofit/>
          </a:bodyPr>
          <a:lstStyle/>
          <a:p>
            <a:r>
              <a:rPr lang="en-US" sz="3200" dirty="0"/>
              <a:t>Instagram Live</a:t>
            </a:r>
          </a:p>
        </p:txBody>
      </p:sp>
    </p:spTree>
    <p:extLst>
      <p:ext uri="{BB962C8B-B14F-4D97-AF65-F5344CB8AC3E}">
        <p14:creationId xmlns:p14="http://schemas.microsoft.com/office/powerpoint/2010/main" val="4190623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850BAE-B381-4E3E-BF84-4EB008476750}"/>
              </a:ext>
            </a:extLst>
          </p:cNvPr>
          <p:cNvSpPr>
            <a:spLocks noGrp="1"/>
          </p:cNvSpPr>
          <p:nvPr>
            <p:ph idx="1"/>
          </p:nvPr>
        </p:nvSpPr>
        <p:spPr/>
        <p:txBody>
          <a:bodyPr/>
          <a:lstStyle/>
          <a:p>
            <a:r>
              <a:rPr lang="en-US" b="1" dirty="0"/>
              <a:t>Best for: </a:t>
            </a:r>
            <a:r>
              <a:rPr lang="en-US" dirty="0"/>
              <a:t>Seamless purchasing directly from the app.</a:t>
            </a:r>
          </a:p>
          <a:p>
            <a:endParaRPr lang="en-US" dirty="0"/>
          </a:p>
          <a:p>
            <a:r>
              <a:rPr lang="en-US" b="1" dirty="0"/>
              <a:t>How to use</a:t>
            </a:r>
            <a:r>
              <a:rPr lang="en-US" dirty="0"/>
              <a:t>: Tag products directly in your Posts, Stories, and Reels. This shortens the buyer's journey by allowing users to tap and purchase without leaving Instagram.</a:t>
            </a:r>
          </a:p>
        </p:txBody>
      </p:sp>
      <p:sp>
        <p:nvSpPr>
          <p:cNvPr id="3" name="Title 2">
            <a:extLst>
              <a:ext uri="{FF2B5EF4-FFF2-40B4-BE49-F238E27FC236}">
                <a16:creationId xmlns:a16="http://schemas.microsoft.com/office/drawing/2014/main" id="{6C9907B8-01D1-40CA-8597-B0ECFD8712AA}"/>
              </a:ext>
            </a:extLst>
          </p:cNvPr>
          <p:cNvSpPr>
            <a:spLocks noGrp="1"/>
          </p:cNvSpPr>
          <p:nvPr>
            <p:ph type="title"/>
          </p:nvPr>
        </p:nvSpPr>
        <p:spPr/>
        <p:txBody>
          <a:bodyPr>
            <a:normAutofit/>
          </a:bodyPr>
          <a:lstStyle/>
          <a:p>
            <a:r>
              <a:rPr lang="en-US" sz="3200" b="1" u="none" strike="noStrike" dirty="0">
                <a:effectLst/>
                <a:latin typeface="+mn-lt"/>
              </a:rPr>
              <a:t>Instagram Shop</a:t>
            </a:r>
            <a:endParaRPr lang="en-US" sz="3200" dirty="0">
              <a:latin typeface="+mn-lt"/>
            </a:endParaRPr>
          </a:p>
        </p:txBody>
      </p:sp>
    </p:spTree>
    <p:extLst>
      <p:ext uri="{BB962C8B-B14F-4D97-AF65-F5344CB8AC3E}">
        <p14:creationId xmlns:p14="http://schemas.microsoft.com/office/powerpoint/2010/main" val="2384702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30A0FE-66A6-4525-8DD5-042C677DAAB2}"/>
              </a:ext>
            </a:extLst>
          </p:cNvPr>
          <p:cNvSpPr>
            <a:spLocks noGrp="1"/>
          </p:cNvSpPr>
          <p:nvPr>
            <p:ph idx="1"/>
          </p:nvPr>
        </p:nvSpPr>
        <p:spPr/>
        <p:txBody>
          <a:bodyPr/>
          <a:lstStyle/>
          <a:p>
            <a:r>
              <a:rPr lang="en-US" b="1" u="none" strike="noStrike" dirty="0">
                <a:effectLst/>
              </a:rPr>
              <a:t>Best for:</a:t>
            </a:r>
            <a:r>
              <a:rPr lang="en-US" dirty="0"/>
              <a:t> Direct DM inbox reach, VIP engagement, and customer retention.</a:t>
            </a:r>
          </a:p>
          <a:p>
            <a:endParaRPr lang="en-US" dirty="0"/>
          </a:p>
          <a:p>
            <a:r>
              <a:rPr lang="en-US" b="1" dirty="0"/>
              <a:t>How to use: </a:t>
            </a:r>
            <a:r>
              <a:rPr lang="en-US" dirty="0"/>
              <a:t>Send text updates, raw voice notes, interactive polls, or exclusive sneak peeks directly to your most loyal followers to bypass the feed algorithm entirely.</a:t>
            </a:r>
          </a:p>
        </p:txBody>
      </p:sp>
      <p:sp>
        <p:nvSpPr>
          <p:cNvPr id="3" name="Title 2">
            <a:extLst>
              <a:ext uri="{FF2B5EF4-FFF2-40B4-BE49-F238E27FC236}">
                <a16:creationId xmlns:a16="http://schemas.microsoft.com/office/drawing/2014/main" id="{769A8421-2B31-4DAF-8A8C-0EA1B6DF9251}"/>
              </a:ext>
            </a:extLst>
          </p:cNvPr>
          <p:cNvSpPr>
            <a:spLocks noGrp="1"/>
          </p:cNvSpPr>
          <p:nvPr>
            <p:ph type="title"/>
          </p:nvPr>
        </p:nvSpPr>
        <p:spPr/>
        <p:txBody>
          <a:bodyPr>
            <a:normAutofit/>
          </a:bodyPr>
          <a:lstStyle/>
          <a:p>
            <a:r>
              <a:rPr lang="en-US" sz="3200" dirty="0"/>
              <a:t>Instagram Broadcast Channels (One-to-Many Messaging)</a:t>
            </a:r>
          </a:p>
        </p:txBody>
      </p:sp>
    </p:spTree>
    <p:extLst>
      <p:ext uri="{BB962C8B-B14F-4D97-AF65-F5344CB8AC3E}">
        <p14:creationId xmlns:p14="http://schemas.microsoft.com/office/powerpoint/2010/main" val="3727170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725DC-4D0F-4B57-9D46-C50E2EC35355}"/>
              </a:ext>
            </a:extLst>
          </p:cNvPr>
          <p:cNvSpPr>
            <a:spLocks noGrp="1"/>
          </p:cNvSpPr>
          <p:nvPr>
            <p:ph type="title"/>
          </p:nvPr>
        </p:nvSpPr>
        <p:spPr/>
        <p:txBody>
          <a:bodyPr/>
          <a:lstStyle/>
          <a:p>
            <a:r>
              <a:rPr lang="en-US" sz="6000" b="1" dirty="0"/>
              <a:t>Instagram Ads</a:t>
            </a:r>
            <a:br>
              <a:rPr lang="en-US" sz="6000" b="1" dirty="0"/>
            </a:br>
            <a:endParaRPr lang="en-US" dirty="0"/>
          </a:p>
        </p:txBody>
      </p:sp>
      <p:sp>
        <p:nvSpPr>
          <p:cNvPr id="3" name="Text Placeholder 2">
            <a:extLst>
              <a:ext uri="{FF2B5EF4-FFF2-40B4-BE49-F238E27FC236}">
                <a16:creationId xmlns:a16="http://schemas.microsoft.com/office/drawing/2014/main" id="{CB40C4C8-697E-4BCA-BAB7-D7A5B6FC0FC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720029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1316EB-0F91-46C4-AA29-72E3E2C9F7D3}"/>
              </a:ext>
            </a:extLst>
          </p:cNvPr>
          <p:cNvSpPr>
            <a:spLocks noGrp="1"/>
          </p:cNvSpPr>
          <p:nvPr>
            <p:ph idx="1"/>
          </p:nvPr>
        </p:nvSpPr>
        <p:spPr/>
        <p:txBody>
          <a:bodyPr/>
          <a:lstStyle/>
          <a:p>
            <a:r>
              <a:rPr lang="en-US" b="1" dirty="0"/>
              <a:t>Instagram Ads </a:t>
            </a:r>
            <a:r>
              <a:rPr lang="en-US" dirty="0"/>
              <a:t>are paid posts that businesses use to promote products or services to specific target audiences across the platform.</a:t>
            </a:r>
          </a:p>
          <a:p>
            <a:r>
              <a:rPr lang="en-US" dirty="0"/>
              <a:t> Managed primarily through Meta Ads Manager, these ads allow brands to bypass the organic algorithm by directly funding guaranteed visibility in user feeds, stories, and reels.</a:t>
            </a:r>
          </a:p>
          <a:p>
            <a:endParaRPr lang="en-US" dirty="0"/>
          </a:p>
        </p:txBody>
      </p:sp>
      <p:sp>
        <p:nvSpPr>
          <p:cNvPr id="3" name="Title 2">
            <a:extLst>
              <a:ext uri="{FF2B5EF4-FFF2-40B4-BE49-F238E27FC236}">
                <a16:creationId xmlns:a16="http://schemas.microsoft.com/office/drawing/2014/main" id="{B1D88552-A799-4F4A-83D7-168D1C303402}"/>
              </a:ext>
            </a:extLst>
          </p:cNvPr>
          <p:cNvSpPr>
            <a:spLocks noGrp="1"/>
          </p:cNvSpPr>
          <p:nvPr>
            <p:ph type="title"/>
          </p:nvPr>
        </p:nvSpPr>
        <p:spPr/>
        <p:txBody>
          <a:bodyPr>
            <a:normAutofit/>
          </a:bodyPr>
          <a:lstStyle/>
          <a:p>
            <a:r>
              <a:rPr lang="en-US" sz="3200" b="1" dirty="0"/>
              <a:t>Instagram Ads</a:t>
            </a:r>
            <a:endParaRPr lang="en-US" sz="3200" dirty="0"/>
          </a:p>
        </p:txBody>
      </p:sp>
    </p:spTree>
    <p:extLst>
      <p:ext uri="{BB962C8B-B14F-4D97-AF65-F5344CB8AC3E}">
        <p14:creationId xmlns:p14="http://schemas.microsoft.com/office/powerpoint/2010/main" val="24846719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1B80D6-0BB5-48C9-A2F6-840161902416}"/>
              </a:ext>
            </a:extLst>
          </p:cNvPr>
          <p:cNvSpPr>
            <a:spLocks noGrp="1"/>
          </p:cNvSpPr>
          <p:nvPr>
            <p:ph idx="1"/>
          </p:nvPr>
        </p:nvSpPr>
        <p:spPr/>
        <p:txBody>
          <a:bodyPr/>
          <a:lstStyle/>
          <a:p>
            <a:endParaRPr lang="en-US" dirty="0"/>
          </a:p>
        </p:txBody>
      </p:sp>
      <p:sp>
        <p:nvSpPr>
          <p:cNvPr id="3" name="Title 2">
            <a:extLst>
              <a:ext uri="{FF2B5EF4-FFF2-40B4-BE49-F238E27FC236}">
                <a16:creationId xmlns:a16="http://schemas.microsoft.com/office/drawing/2014/main" id="{879696CB-C992-478A-90E3-7C883C7DE409}"/>
              </a:ext>
            </a:extLst>
          </p:cNvPr>
          <p:cNvSpPr>
            <a:spLocks noGrp="1"/>
          </p:cNvSpPr>
          <p:nvPr>
            <p:ph type="title"/>
          </p:nvPr>
        </p:nvSpPr>
        <p:spPr/>
        <p:txBody>
          <a:bodyPr>
            <a:normAutofit/>
          </a:bodyPr>
          <a:lstStyle/>
          <a:p>
            <a:r>
              <a:rPr lang="en-US" sz="3200" dirty="0"/>
              <a:t>Instagram Ads (Summary)</a:t>
            </a:r>
          </a:p>
        </p:txBody>
      </p:sp>
      <p:graphicFrame>
        <p:nvGraphicFramePr>
          <p:cNvPr id="4" name="Table 4">
            <a:extLst>
              <a:ext uri="{FF2B5EF4-FFF2-40B4-BE49-F238E27FC236}">
                <a16:creationId xmlns:a16="http://schemas.microsoft.com/office/drawing/2014/main" id="{80284E14-4F38-4AB5-AAAA-DB41C606705A}"/>
              </a:ext>
            </a:extLst>
          </p:cNvPr>
          <p:cNvGraphicFramePr>
            <a:graphicFrameLocks noGrp="1"/>
          </p:cNvGraphicFramePr>
          <p:nvPr/>
        </p:nvGraphicFramePr>
        <p:xfrm>
          <a:off x="412380" y="764491"/>
          <a:ext cx="11537577" cy="5714175"/>
        </p:xfrm>
        <a:graphic>
          <a:graphicData uri="http://schemas.openxmlformats.org/drawingml/2006/table">
            <a:tbl>
              <a:tblPr firstRow="1" bandRow="1">
                <a:tableStyleId>{5C22544A-7EE6-4342-B048-85BDC9FD1C3A}</a:tableStyleId>
              </a:tblPr>
              <a:tblGrid>
                <a:gridCol w="1866373">
                  <a:extLst>
                    <a:ext uri="{9D8B030D-6E8A-4147-A177-3AD203B41FA5}">
                      <a16:colId xmlns:a16="http://schemas.microsoft.com/office/drawing/2014/main" val="786754403"/>
                    </a:ext>
                  </a:extLst>
                </a:gridCol>
                <a:gridCol w="9671204">
                  <a:extLst>
                    <a:ext uri="{9D8B030D-6E8A-4147-A177-3AD203B41FA5}">
                      <a16:colId xmlns:a16="http://schemas.microsoft.com/office/drawing/2014/main" val="2951107212"/>
                    </a:ext>
                  </a:extLst>
                </a:gridCol>
              </a:tblGrid>
              <a:tr h="294882">
                <a:tc>
                  <a:txBody>
                    <a:bodyPr/>
                    <a:lstStyle/>
                    <a:p>
                      <a:pPr algn="ctr" rtl="0" fontAlgn="b"/>
                      <a:r>
                        <a:rPr lang="en-US" sz="1600" b="1" dirty="0">
                          <a:effectLst/>
                        </a:rPr>
                        <a:t>Instagram Ad Type</a:t>
                      </a:r>
                    </a:p>
                  </a:txBody>
                  <a:tcPr marL="22860" marR="22860" marT="15240" marB="15240" anchor="b"/>
                </a:tc>
                <a:tc>
                  <a:txBody>
                    <a:bodyPr/>
                    <a:lstStyle/>
                    <a:p>
                      <a:pPr algn="ctr" rtl="0" fontAlgn="b"/>
                      <a:r>
                        <a:rPr lang="en-US" sz="1600" b="1" dirty="0">
                          <a:effectLst/>
                        </a:rPr>
                        <a:t>Description / Purpose</a:t>
                      </a:r>
                    </a:p>
                  </a:txBody>
                  <a:tcPr marL="22860" marR="22860" marT="15240" marB="15240" anchor="b"/>
                </a:tc>
                <a:extLst>
                  <a:ext uri="{0D108BD9-81ED-4DB2-BD59-A6C34878D82A}">
                    <a16:rowId xmlns:a16="http://schemas.microsoft.com/office/drawing/2014/main" val="1703344091"/>
                  </a:ext>
                </a:extLst>
              </a:tr>
              <a:tr h="877005">
                <a:tc>
                  <a:txBody>
                    <a:bodyPr/>
                    <a:lstStyle/>
                    <a:p>
                      <a:pPr rtl="0" fontAlgn="b"/>
                      <a:r>
                        <a:rPr lang="en-US" sz="1600" dirty="0">
                          <a:effectLst/>
                        </a:rPr>
                        <a:t>Photo Ads</a:t>
                      </a:r>
                    </a:p>
                  </a:txBody>
                  <a:tcPr marL="22860" marR="22860" marT="15240" marB="15240" anchor="b"/>
                </a:tc>
                <a:tc>
                  <a:txBody>
                    <a:bodyPr/>
                    <a:lstStyle/>
                    <a:p>
                      <a:pPr rtl="0" fontAlgn="b"/>
                      <a:r>
                        <a:rPr lang="en-US" sz="1600" dirty="0">
                          <a:effectLst/>
                        </a:rPr>
                        <a:t>Photo ads are simple image-based advertisements used to create strong visual impact. Businesses use them for product promotion, brand awareness, announcements, discounts, and promotional campaigns. They are effective because users can quickly understand the message through a single attractive image.</a:t>
                      </a:r>
                    </a:p>
                  </a:txBody>
                  <a:tcPr marL="22860" marR="22860" marT="15240" marB="15240" anchor="b"/>
                </a:tc>
                <a:extLst>
                  <a:ext uri="{0D108BD9-81ED-4DB2-BD59-A6C34878D82A}">
                    <a16:rowId xmlns:a16="http://schemas.microsoft.com/office/drawing/2014/main" val="4058511838"/>
                  </a:ext>
                </a:extLst>
              </a:tr>
              <a:tr h="941294">
                <a:tc>
                  <a:txBody>
                    <a:bodyPr/>
                    <a:lstStyle/>
                    <a:p>
                      <a:pPr rtl="0" fontAlgn="b"/>
                      <a:r>
                        <a:rPr lang="en-US" sz="1600">
                          <a:effectLst/>
                        </a:rPr>
                        <a:t>Video Ads</a:t>
                      </a:r>
                    </a:p>
                  </a:txBody>
                  <a:tcPr marL="22860" marR="22860" marT="15240" marB="15240" anchor="b"/>
                </a:tc>
                <a:tc>
                  <a:txBody>
                    <a:bodyPr/>
                    <a:lstStyle/>
                    <a:p>
                      <a:pPr rtl="0" fontAlgn="b"/>
                      <a:r>
                        <a:rPr lang="en-US" sz="1600">
                          <a:effectLst/>
                        </a:rPr>
                        <a:t>Video ads help businesses explain products and services in a more engaging way. They are commonly used for storytelling, product demonstrations, tutorials, customer testimonials, and brand awareness campaigns. Videos attract more attention and improve audience engagement compared to static images.</a:t>
                      </a:r>
                    </a:p>
                  </a:txBody>
                  <a:tcPr marL="22860" marR="22860" marT="15240" marB="15240" anchor="b"/>
                </a:tc>
                <a:extLst>
                  <a:ext uri="{0D108BD9-81ED-4DB2-BD59-A6C34878D82A}">
                    <a16:rowId xmlns:a16="http://schemas.microsoft.com/office/drawing/2014/main" val="4264824924"/>
                  </a:ext>
                </a:extLst>
              </a:tr>
              <a:tr h="932329">
                <a:tc>
                  <a:txBody>
                    <a:bodyPr/>
                    <a:lstStyle/>
                    <a:p>
                      <a:pPr rtl="0" fontAlgn="b"/>
                      <a:r>
                        <a:rPr lang="en-US" sz="1600">
                          <a:effectLst/>
                        </a:rPr>
                        <a:t>Carousel Ads</a:t>
                      </a:r>
                    </a:p>
                  </a:txBody>
                  <a:tcPr marL="22860" marR="22860" marT="15240" marB="15240" anchor="b"/>
                </a:tc>
                <a:tc>
                  <a:txBody>
                    <a:bodyPr/>
                    <a:lstStyle/>
                    <a:p>
                      <a:pPr rtl="0" fontAlgn="b"/>
                      <a:r>
                        <a:rPr lang="en-US" sz="1600" dirty="0">
                          <a:effectLst/>
                        </a:rPr>
                        <a:t>Carousel ads allow businesses to display multiple images or videos in a single advertisement. Users can swipe through different cards. These ads are ideal for showcasing multiple products, explaining step-by-step processes, or showing products from different angles.</a:t>
                      </a:r>
                    </a:p>
                  </a:txBody>
                  <a:tcPr marL="22860" marR="22860" marT="15240" marB="15240" anchor="b"/>
                </a:tc>
                <a:extLst>
                  <a:ext uri="{0D108BD9-81ED-4DB2-BD59-A6C34878D82A}">
                    <a16:rowId xmlns:a16="http://schemas.microsoft.com/office/drawing/2014/main" val="3164475202"/>
                  </a:ext>
                </a:extLst>
              </a:tr>
              <a:tr h="932330">
                <a:tc>
                  <a:txBody>
                    <a:bodyPr/>
                    <a:lstStyle/>
                    <a:p>
                      <a:pPr rtl="0" fontAlgn="b"/>
                      <a:r>
                        <a:rPr lang="en-US" sz="1600">
                          <a:effectLst/>
                        </a:rPr>
                        <a:t>Stories Ads</a:t>
                      </a:r>
                    </a:p>
                  </a:txBody>
                  <a:tcPr marL="22860" marR="22860" marT="15240" marB="15240" anchor="b"/>
                </a:tc>
                <a:tc>
                  <a:txBody>
                    <a:bodyPr/>
                    <a:lstStyle/>
                    <a:p>
                      <a:pPr rtl="0" fontAlgn="b"/>
                      <a:r>
                        <a:rPr lang="en-US" sz="1600" dirty="0">
                          <a:effectLst/>
                        </a:rPr>
                        <a:t>Story ads appear in full-screen vertical format between users’ Instagram stories. They are highly immersive and interactive. Businesses use them for limited-time offers, flash sales, event promotions, and interactive campaigns using stickers, polls, or links.</a:t>
                      </a:r>
                    </a:p>
                  </a:txBody>
                  <a:tcPr marL="22860" marR="22860" marT="15240" marB="15240" anchor="b"/>
                </a:tc>
                <a:extLst>
                  <a:ext uri="{0D108BD9-81ED-4DB2-BD59-A6C34878D82A}">
                    <a16:rowId xmlns:a16="http://schemas.microsoft.com/office/drawing/2014/main" val="3268946765"/>
                  </a:ext>
                </a:extLst>
              </a:tr>
              <a:tr h="869576">
                <a:tc>
                  <a:txBody>
                    <a:bodyPr/>
                    <a:lstStyle/>
                    <a:p>
                      <a:pPr rtl="0" fontAlgn="b"/>
                      <a:r>
                        <a:rPr lang="en-US" sz="1600">
                          <a:effectLst/>
                        </a:rPr>
                        <a:t>Reels Ads</a:t>
                      </a:r>
                    </a:p>
                  </a:txBody>
                  <a:tcPr marL="22860" marR="22860" marT="15240" marB="15240" anchor="b"/>
                </a:tc>
                <a:tc>
                  <a:txBody>
                    <a:bodyPr/>
                    <a:lstStyle/>
                    <a:p>
                      <a:pPr rtl="0" fontAlgn="b"/>
                      <a:r>
                        <a:rPr lang="en-US" sz="1600">
                          <a:effectLst/>
                        </a:rPr>
                        <a:t>Reels ads are short vertical video advertisements shown between Instagram reels. These ads are designed to be entertaining, fast-paced, and attention-grabbing. Businesses use reels ads to increase reach, engage younger audiences, and create viral marketing campaigns.</a:t>
                      </a:r>
                    </a:p>
                  </a:txBody>
                  <a:tcPr marL="22860" marR="22860" marT="15240" marB="15240" anchor="b"/>
                </a:tc>
                <a:extLst>
                  <a:ext uri="{0D108BD9-81ED-4DB2-BD59-A6C34878D82A}">
                    <a16:rowId xmlns:a16="http://schemas.microsoft.com/office/drawing/2014/main" val="1823565597"/>
                  </a:ext>
                </a:extLst>
              </a:tr>
              <a:tr h="866759">
                <a:tc>
                  <a:txBody>
                    <a:bodyPr/>
                    <a:lstStyle/>
                    <a:p>
                      <a:pPr rtl="0" fontAlgn="b"/>
                      <a:r>
                        <a:rPr lang="en-US" sz="1600">
                          <a:effectLst/>
                        </a:rPr>
                        <a:t>Collection Ads</a:t>
                      </a:r>
                    </a:p>
                  </a:txBody>
                  <a:tcPr marL="22860" marR="22860" marT="15240" marB="15240" anchor="b"/>
                </a:tc>
                <a:tc>
                  <a:txBody>
                    <a:bodyPr/>
                    <a:lstStyle/>
                    <a:p>
                      <a:pPr rtl="0" fontAlgn="b"/>
                      <a:r>
                        <a:rPr lang="en-US" sz="1600" dirty="0">
                          <a:effectLst/>
                        </a:rPr>
                        <a:t>Collection ads are designed mainly for e-commerce businesses. They combine a primary video or image with multiple product images displayed below it. When users tap the ad, they are taken to an Instant Experience landing page for a seamless shopping experience.</a:t>
                      </a:r>
                    </a:p>
                  </a:txBody>
                  <a:tcPr marL="22860" marR="22860" marT="15240" marB="15240" anchor="b"/>
                </a:tc>
                <a:extLst>
                  <a:ext uri="{0D108BD9-81ED-4DB2-BD59-A6C34878D82A}">
                    <a16:rowId xmlns:a16="http://schemas.microsoft.com/office/drawing/2014/main" val="754480995"/>
                  </a:ext>
                </a:extLst>
              </a:tr>
            </a:tbl>
          </a:graphicData>
        </a:graphic>
      </p:graphicFrame>
    </p:spTree>
    <p:extLst>
      <p:ext uri="{BB962C8B-B14F-4D97-AF65-F5344CB8AC3E}">
        <p14:creationId xmlns:p14="http://schemas.microsoft.com/office/powerpoint/2010/main" val="173759123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1316EB-0F91-46C4-AA29-72E3E2C9F7D3}"/>
              </a:ext>
            </a:extLst>
          </p:cNvPr>
          <p:cNvSpPr>
            <a:spLocks noGrp="1"/>
          </p:cNvSpPr>
          <p:nvPr>
            <p:ph idx="1"/>
          </p:nvPr>
        </p:nvSpPr>
        <p:spPr/>
        <p:txBody>
          <a:bodyPr/>
          <a:lstStyle/>
          <a:p>
            <a:r>
              <a:rPr lang="en-US" b="1" u="none" strike="noStrike" dirty="0">
                <a:effectLst/>
                <a:latin typeface="Roboto Condensed" panose="02000000000000000000" pitchFamily="2" charset="0"/>
              </a:rPr>
              <a:t>Campaign Level</a:t>
            </a:r>
            <a:r>
              <a:rPr lang="en-US" dirty="0"/>
              <a:t>: You establish your overarching business goal. This includes Awareness (reach), Traffic (link clicks), Engagement (video views/messages), Leads (forms), or Sales (conversions).</a:t>
            </a:r>
          </a:p>
          <a:p>
            <a:r>
              <a:rPr lang="en-US" b="1" u="none" strike="noStrike" dirty="0">
                <a:effectLst/>
                <a:latin typeface="Roboto Condensed" panose="02000000000000000000" pitchFamily="2" charset="0"/>
              </a:rPr>
              <a:t>Ad Set Level</a:t>
            </a:r>
            <a:r>
              <a:rPr lang="en-US" dirty="0"/>
              <a:t>: You define your conversion location, set a daily or lifetime budget, and configure ad placement settings.</a:t>
            </a:r>
          </a:p>
          <a:p>
            <a:r>
              <a:rPr lang="en-US" b="1" u="none" strike="noStrike" dirty="0">
                <a:effectLst/>
                <a:latin typeface="Roboto Condensed" panose="02000000000000000000" pitchFamily="2" charset="0"/>
              </a:rPr>
              <a:t>Ad Level</a:t>
            </a:r>
            <a:r>
              <a:rPr lang="en-US" dirty="0"/>
              <a:t>: You upload your physical assets (images/videos), write the text copy, input the destination landing page URL, and attach the Call-to-Action (CTA) button.</a:t>
            </a:r>
          </a:p>
        </p:txBody>
      </p:sp>
      <p:sp>
        <p:nvSpPr>
          <p:cNvPr id="3" name="Title 2">
            <a:extLst>
              <a:ext uri="{FF2B5EF4-FFF2-40B4-BE49-F238E27FC236}">
                <a16:creationId xmlns:a16="http://schemas.microsoft.com/office/drawing/2014/main" id="{B1D88552-A799-4F4A-83D7-168D1C303402}"/>
              </a:ext>
            </a:extLst>
          </p:cNvPr>
          <p:cNvSpPr>
            <a:spLocks noGrp="1"/>
          </p:cNvSpPr>
          <p:nvPr>
            <p:ph type="title"/>
          </p:nvPr>
        </p:nvSpPr>
        <p:spPr/>
        <p:txBody>
          <a:bodyPr>
            <a:normAutofit/>
          </a:bodyPr>
          <a:lstStyle/>
          <a:p>
            <a:r>
              <a:rPr lang="en-US" sz="3200" dirty="0"/>
              <a:t>Campaign Setup Structure</a:t>
            </a:r>
          </a:p>
        </p:txBody>
      </p:sp>
    </p:spTree>
    <p:extLst>
      <p:ext uri="{BB962C8B-B14F-4D97-AF65-F5344CB8AC3E}">
        <p14:creationId xmlns:p14="http://schemas.microsoft.com/office/powerpoint/2010/main" val="147110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4DC14-6BE6-4595-837E-0D2EB0E02768}"/>
              </a:ext>
            </a:extLst>
          </p:cNvPr>
          <p:cNvSpPr>
            <a:spLocks noGrp="1"/>
          </p:cNvSpPr>
          <p:nvPr>
            <p:ph type="title"/>
          </p:nvPr>
        </p:nvSpPr>
        <p:spPr/>
        <p:txBody>
          <a:bodyPr/>
          <a:lstStyle/>
          <a:p>
            <a:r>
              <a:rPr lang="en-US" sz="6000" b="1" dirty="0"/>
              <a:t>Instagram Insights. </a:t>
            </a:r>
            <a:br>
              <a:rPr lang="en-US" sz="6000" b="1" dirty="0"/>
            </a:br>
            <a:endParaRPr lang="en-US" dirty="0"/>
          </a:p>
        </p:txBody>
      </p:sp>
      <p:sp>
        <p:nvSpPr>
          <p:cNvPr id="3" name="Text Placeholder 2">
            <a:extLst>
              <a:ext uri="{FF2B5EF4-FFF2-40B4-BE49-F238E27FC236}">
                <a16:creationId xmlns:a16="http://schemas.microsoft.com/office/drawing/2014/main" id="{446CE442-B5D4-495D-A07D-FAC50846CDD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080343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1316EB-0F91-46C4-AA29-72E3E2C9F7D3}"/>
              </a:ext>
            </a:extLst>
          </p:cNvPr>
          <p:cNvSpPr>
            <a:spLocks noGrp="1"/>
          </p:cNvSpPr>
          <p:nvPr>
            <p:ph idx="1"/>
          </p:nvPr>
        </p:nvSpPr>
        <p:spPr/>
        <p:txBody>
          <a:bodyPr/>
          <a:lstStyle/>
          <a:p>
            <a:r>
              <a:rPr lang="en-US" dirty="0"/>
              <a:t>These metrics show how effectively your budget is pushing your visual content onto user feeds, stories, and reels.</a:t>
            </a:r>
          </a:p>
          <a:p>
            <a:pPr lvl="1"/>
            <a:r>
              <a:rPr lang="en-US" b="1" u="none" strike="noStrike" dirty="0">
                <a:effectLst/>
              </a:rPr>
              <a:t>Impressions</a:t>
            </a:r>
            <a:r>
              <a:rPr lang="en-US" dirty="0"/>
              <a:t>: The total number of times your ad was displayed on screen, even if clicked multiple times by the same profile.</a:t>
            </a:r>
          </a:p>
          <a:p>
            <a:pPr lvl="1"/>
            <a:endParaRPr lang="en-US" dirty="0"/>
          </a:p>
          <a:p>
            <a:pPr lvl="1"/>
            <a:r>
              <a:rPr lang="en-US" b="1" u="none" strike="noStrike" dirty="0">
                <a:effectLst/>
              </a:rPr>
              <a:t>Reach</a:t>
            </a:r>
            <a:r>
              <a:rPr lang="en-US" dirty="0"/>
              <a:t>: The exact number of </a:t>
            </a:r>
            <a:r>
              <a:rPr lang="en-US" b="1" u="none" strike="noStrike" dirty="0">
                <a:effectLst/>
              </a:rPr>
              <a:t>unique</a:t>
            </a:r>
            <a:r>
              <a:rPr lang="en-US" dirty="0"/>
              <a:t> individual user accounts that saw your ad at least once.</a:t>
            </a:r>
          </a:p>
          <a:p>
            <a:pPr lvl="1"/>
            <a:endParaRPr lang="en-US" dirty="0"/>
          </a:p>
          <a:p>
            <a:pPr lvl="1"/>
            <a:r>
              <a:rPr lang="en-US" b="1" dirty="0"/>
              <a:t>Frequency: </a:t>
            </a:r>
            <a:r>
              <a:rPr lang="en-US" dirty="0"/>
              <a:t>The average number of times each unique person has seen your ad over a specific period (Impressions ÷ Reach). Keep this number below 3 for cold audiences to avoid ad fatigue.</a:t>
            </a:r>
          </a:p>
          <a:p>
            <a:pPr lvl="1"/>
            <a:endParaRPr lang="en-US" dirty="0"/>
          </a:p>
          <a:p>
            <a:pPr lvl="1"/>
            <a:r>
              <a:rPr lang="en-US" b="1" u="none" strike="noStrike" dirty="0">
                <a:effectLst/>
              </a:rPr>
              <a:t>CPM (Cost Per Mille)</a:t>
            </a:r>
            <a:r>
              <a:rPr lang="en-US" dirty="0"/>
              <a:t>: The financial cost to buy exactly 1,000 impressions on the platform. It measures how expensive it is to compete for your chosen target audience's attention.</a:t>
            </a:r>
          </a:p>
        </p:txBody>
      </p:sp>
      <p:sp>
        <p:nvSpPr>
          <p:cNvPr id="3" name="Title 2">
            <a:extLst>
              <a:ext uri="{FF2B5EF4-FFF2-40B4-BE49-F238E27FC236}">
                <a16:creationId xmlns:a16="http://schemas.microsoft.com/office/drawing/2014/main" id="{B1D88552-A799-4F4A-83D7-168D1C303402}"/>
              </a:ext>
            </a:extLst>
          </p:cNvPr>
          <p:cNvSpPr>
            <a:spLocks noGrp="1"/>
          </p:cNvSpPr>
          <p:nvPr>
            <p:ph type="title"/>
          </p:nvPr>
        </p:nvSpPr>
        <p:spPr/>
        <p:txBody>
          <a:bodyPr>
            <a:normAutofit/>
          </a:bodyPr>
          <a:lstStyle/>
          <a:p>
            <a:r>
              <a:rPr lang="en-US" sz="3200" dirty="0"/>
              <a:t>Delivery &amp; Visibility Insights (Top Funnel)</a:t>
            </a:r>
          </a:p>
        </p:txBody>
      </p:sp>
    </p:spTree>
    <p:extLst>
      <p:ext uri="{BB962C8B-B14F-4D97-AF65-F5344CB8AC3E}">
        <p14:creationId xmlns:p14="http://schemas.microsoft.com/office/powerpoint/2010/main" val="1056177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B4A42B-0F62-4ADE-94F4-2FBE7D27CC88}"/>
              </a:ext>
            </a:extLst>
          </p:cNvPr>
          <p:cNvSpPr>
            <a:spLocks noGrp="1"/>
          </p:cNvSpPr>
          <p:nvPr>
            <p:ph idx="1"/>
          </p:nvPr>
        </p:nvSpPr>
        <p:spPr/>
        <p:txBody>
          <a:bodyPr/>
          <a:lstStyle/>
          <a:p>
            <a:r>
              <a:rPr lang="en-US" dirty="0"/>
              <a:t>These metrics reveal whether your ad's creative hook successfully stopped a user from scrolling.</a:t>
            </a:r>
          </a:p>
          <a:p>
            <a:pPr lvl="1"/>
            <a:r>
              <a:rPr lang="en-US" b="1" dirty="0"/>
              <a:t>CTR (Click-Through Rate): </a:t>
            </a:r>
            <a:r>
              <a:rPr lang="en-US" dirty="0"/>
              <a:t>The percentage of people who saw your ad and actually clicked it (Clicks ÷ Impressions × 100). A low CTR usually indicates a mismatch between your creative and target audience.</a:t>
            </a:r>
          </a:p>
          <a:p>
            <a:pPr lvl="1"/>
            <a:endParaRPr lang="en-US" dirty="0"/>
          </a:p>
          <a:p>
            <a:pPr lvl="1"/>
            <a:r>
              <a:rPr lang="en-US" b="1" u="none" strike="noStrike" dirty="0">
                <a:effectLst/>
              </a:rPr>
              <a:t>CPC (Cost Per Click)</a:t>
            </a:r>
            <a:r>
              <a:rPr lang="en-US" dirty="0"/>
              <a:t>: The average amount you pay each time a user taps your ad's link destination.</a:t>
            </a:r>
          </a:p>
          <a:p>
            <a:pPr lvl="1"/>
            <a:endParaRPr lang="en-US" dirty="0"/>
          </a:p>
          <a:p>
            <a:pPr lvl="1"/>
            <a:r>
              <a:rPr lang="en-US" b="1" u="none" strike="noStrike" dirty="0">
                <a:effectLst/>
              </a:rPr>
              <a:t>Video Hook Rate (3-Sec View Rate)</a:t>
            </a:r>
            <a:r>
              <a:rPr lang="en-US" dirty="0"/>
              <a:t>: The percentage of viewers who watched the first 3 seconds of a video ad out of total impressions. This measures the strength of your video's opening hook.</a:t>
            </a:r>
          </a:p>
          <a:p>
            <a:pPr lvl="1"/>
            <a:endParaRPr lang="en-US" dirty="0"/>
          </a:p>
          <a:p>
            <a:pPr lvl="1"/>
            <a:r>
              <a:rPr lang="en-US" b="1" u="none" strike="noStrike" dirty="0">
                <a:effectLst/>
              </a:rPr>
              <a:t>Video Hold Rate (</a:t>
            </a:r>
            <a:r>
              <a:rPr lang="en-US" b="1" u="none" strike="noStrike" dirty="0" err="1">
                <a:effectLst/>
              </a:rPr>
              <a:t>ThruPlay</a:t>
            </a:r>
            <a:r>
              <a:rPr lang="en-US" b="1" u="none" strike="noStrike" dirty="0">
                <a:effectLst/>
              </a:rPr>
              <a:t>)</a:t>
            </a:r>
            <a:r>
              <a:rPr lang="en-US" b="0" u="none" strike="noStrike" dirty="0">
                <a:effectLst/>
              </a:rPr>
              <a:t>: The number of times your video ad was watched to completion, or for at least 15 seconds.</a:t>
            </a:r>
            <a:r>
              <a:rPr lang="en-US" dirty="0"/>
              <a:t> </a:t>
            </a:r>
          </a:p>
        </p:txBody>
      </p:sp>
      <p:sp>
        <p:nvSpPr>
          <p:cNvPr id="3" name="Title 2">
            <a:extLst>
              <a:ext uri="{FF2B5EF4-FFF2-40B4-BE49-F238E27FC236}">
                <a16:creationId xmlns:a16="http://schemas.microsoft.com/office/drawing/2014/main" id="{6E7C62B3-0EA2-4B87-9860-412C3DD57CDD}"/>
              </a:ext>
            </a:extLst>
          </p:cNvPr>
          <p:cNvSpPr>
            <a:spLocks noGrp="1"/>
          </p:cNvSpPr>
          <p:nvPr>
            <p:ph type="title"/>
          </p:nvPr>
        </p:nvSpPr>
        <p:spPr/>
        <p:txBody>
          <a:bodyPr>
            <a:normAutofit/>
          </a:bodyPr>
          <a:lstStyle/>
          <a:p>
            <a:r>
              <a:rPr lang="en-US" sz="3200" dirty="0"/>
              <a:t>Attention &amp; Engagement Insights (Middle Funnel)</a:t>
            </a:r>
          </a:p>
        </p:txBody>
      </p:sp>
    </p:spTree>
    <p:extLst>
      <p:ext uri="{BB962C8B-B14F-4D97-AF65-F5344CB8AC3E}">
        <p14:creationId xmlns:p14="http://schemas.microsoft.com/office/powerpoint/2010/main" val="1777524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B4A42B-0F62-4ADE-94F4-2FBE7D27CC88}"/>
              </a:ext>
            </a:extLst>
          </p:cNvPr>
          <p:cNvSpPr>
            <a:spLocks noGrp="1"/>
          </p:cNvSpPr>
          <p:nvPr>
            <p:ph idx="1"/>
          </p:nvPr>
        </p:nvSpPr>
        <p:spPr/>
        <p:txBody>
          <a:bodyPr/>
          <a:lstStyle/>
          <a:p>
            <a:r>
              <a:rPr lang="en-US" dirty="0"/>
              <a:t>These metrics tie your Instagram ad spend directly to tangible business outcomes and revenue.</a:t>
            </a:r>
          </a:p>
          <a:p>
            <a:endParaRPr lang="en-US" b="1" dirty="0"/>
          </a:p>
          <a:p>
            <a:pPr lvl="1"/>
            <a:r>
              <a:rPr lang="en-US" b="1" dirty="0"/>
              <a:t>Conversions / Results: </a:t>
            </a:r>
            <a:r>
              <a:rPr lang="en-US" dirty="0"/>
              <a:t>The total number of times your target goal was achieved, such as purchases completed, leads collected, or app installs triggered.</a:t>
            </a:r>
          </a:p>
          <a:p>
            <a:pPr lvl="1"/>
            <a:endParaRPr lang="en-US" dirty="0"/>
          </a:p>
          <a:p>
            <a:pPr lvl="1"/>
            <a:r>
              <a:rPr lang="en-US" b="1" u="none" strike="noStrike" dirty="0">
                <a:effectLst/>
              </a:rPr>
              <a:t>CPA / CPL (Cost Per Action / Lead)</a:t>
            </a:r>
            <a:r>
              <a:rPr lang="en-US" dirty="0"/>
              <a:t>: The exact amount of ad budget spent to acquire one conversion or lead.</a:t>
            </a:r>
          </a:p>
          <a:p>
            <a:pPr lvl="1"/>
            <a:endParaRPr lang="en-US" dirty="0"/>
          </a:p>
          <a:p>
            <a:pPr lvl="1"/>
            <a:r>
              <a:rPr lang="en-US" b="1" u="none" strike="noStrike" dirty="0">
                <a:effectLst/>
              </a:rPr>
              <a:t>ROAS (Return on Ad Spend)</a:t>
            </a:r>
            <a:r>
              <a:rPr lang="en-US" dirty="0"/>
              <a:t>: The financial efficiency ratio calculated by dividing gross ad revenue by total ad spend. For example, a 4x ROAS means you earned $4 for every $1 spent on ads.</a:t>
            </a:r>
          </a:p>
        </p:txBody>
      </p:sp>
      <p:sp>
        <p:nvSpPr>
          <p:cNvPr id="3" name="Title 2">
            <a:extLst>
              <a:ext uri="{FF2B5EF4-FFF2-40B4-BE49-F238E27FC236}">
                <a16:creationId xmlns:a16="http://schemas.microsoft.com/office/drawing/2014/main" id="{6E7C62B3-0EA2-4B87-9860-412C3DD57CDD}"/>
              </a:ext>
            </a:extLst>
          </p:cNvPr>
          <p:cNvSpPr>
            <a:spLocks noGrp="1"/>
          </p:cNvSpPr>
          <p:nvPr>
            <p:ph type="title"/>
          </p:nvPr>
        </p:nvSpPr>
        <p:spPr/>
        <p:txBody>
          <a:bodyPr>
            <a:normAutofit/>
          </a:bodyPr>
          <a:lstStyle/>
          <a:p>
            <a:r>
              <a:rPr lang="en-US" sz="3200" dirty="0"/>
              <a:t>Conversion &amp; Action Insights (Bottom Funnel)</a:t>
            </a:r>
          </a:p>
        </p:txBody>
      </p:sp>
    </p:spTree>
    <p:extLst>
      <p:ext uri="{BB962C8B-B14F-4D97-AF65-F5344CB8AC3E}">
        <p14:creationId xmlns:p14="http://schemas.microsoft.com/office/powerpoint/2010/main" val="3870842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9">
            <a:extLst>
              <a:ext uri="{FF2B5EF4-FFF2-40B4-BE49-F238E27FC236}">
                <a16:creationId xmlns:a16="http://schemas.microsoft.com/office/drawing/2014/main" id="{4F27F027-AAC9-4C88-B3AF-3C4A20BDDDA6}"/>
              </a:ext>
            </a:extLst>
          </p:cNvPr>
          <p:cNvSpPr>
            <a:spLocks noGrp="1"/>
          </p:cNvSpPr>
          <p:nvPr>
            <p:ph type="body" sz="quarter" idx="11"/>
          </p:nvPr>
        </p:nvSpPr>
        <p:spPr>
          <a:xfrm>
            <a:off x="2180943" y="6175935"/>
            <a:ext cx="3735998" cy="290081"/>
          </a:xfrm>
        </p:spPr>
        <p:txBody>
          <a:bodyPr/>
          <a:lstStyle/>
          <a:p>
            <a:r>
              <a:rPr lang="en-US" dirty="0"/>
              <a:t>prashant.parmar@darshan.ac.in</a:t>
            </a:r>
          </a:p>
        </p:txBody>
      </p:sp>
      <p:sp>
        <p:nvSpPr>
          <p:cNvPr id="29" name="Text Placeholder 10">
            <a:extLst>
              <a:ext uri="{FF2B5EF4-FFF2-40B4-BE49-F238E27FC236}">
                <a16:creationId xmlns:a16="http://schemas.microsoft.com/office/drawing/2014/main" id="{59B646FF-BD32-4C5A-94AF-AC4347EADA2E}"/>
              </a:ext>
            </a:extLst>
          </p:cNvPr>
          <p:cNvSpPr>
            <a:spLocks noGrp="1"/>
          </p:cNvSpPr>
          <p:nvPr>
            <p:ph type="body" sz="quarter" idx="12"/>
          </p:nvPr>
        </p:nvSpPr>
        <p:spPr>
          <a:xfrm>
            <a:off x="2183874" y="6460218"/>
            <a:ext cx="3735998" cy="290081"/>
          </a:xfrm>
        </p:spPr>
        <p:txBody>
          <a:bodyPr/>
          <a:lstStyle/>
          <a:p>
            <a:r>
              <a:rPr lang="en-US" dirty="0"/>
              <a:t>9586371604</a:t>
            </a:r>
          </a:p>
        </p:txBody>
      </p:sp>
      <p:sp>
        <p:nvSpPr>
          <p:cNvPr id="30" name="Text Placeholder 11">
            <a:extLst>
              <a:ext uri="{FF2B5EF4-FFF2-40B4-BE49-F238E27FC236}">
                <a16:creationId xmlns:a16="http://schemas.microsoft.com/office/drawing/2014/main" id="{915CF252-06A8-43C0-BB69-DA7109EA62D1}"/>
              </a:ext>
            </a:extLst>
          </p:cNvPr>
          <p:cNvSpPr>
            <a:spLocks noGrp="1"/>
          </p:cNvSpPr>
          <p:nvPr>
            <p:ph type="body" sz="quarter" idx="13"/>
          </p:nvPr>
        </p:nvSpPr>
        <p:spPr>
          <a:xfrm>
            <a:off x="1837678" y="5537768"/>
            <a:ext cx="3735998" cy="290081"/>
          </a:xfrm>
        </p:spPr>
        <p:txBody>
          <a:bodyPr/>
          <a:lstStyle/>
          <a:p>
            <a:r>
              <a:rPr lang="en-US" dirty="0"/>
              <a:t>Darshan Institute of Management</a:t>
            </a:r>
          </a:p>
        </p:txBody>
      </p:sp>
      <p:sp>
        <p:nvSpPr>
          <p:cNvPr id="31" name="Text Placeholder 12">
            <a:extLst>
              <a:ext uri="{FF2B5EF4-FFF2-40B4-BE49-F238E27FC236}">
                <a16:creationId xmlns:a16="http://schemas.microsoft.com/office/drawing/2014/main" id="{89F5B5F8-350F-4941-B9DE-36BF8B014803}"/>
              </a:ext>
            </a:extLst>
          </p:cNvPr>
          <p:cNvSpPr>
            <a:spLocks noGrp="1"/>
          </p:cNvSpPr>
          <p:nvPr>
            <p:ph type="body" sz="quarter" idx="14"/>
          </p:nvPr>
        </p:nvSpPr>
        <p:spPr>
          <a:xfrm>
            <a:off x="1837677" y="5273332"/>
            <a:ext cx="5581039" cy="290081"/>
          </a:xfrm>
        </p:spPr>
        <p:txBody>
          <a:bodyPr/>
          <a:lstStyle/>
          <a:p>
            <a:r>
              <a:rPr lang="en-US" dirty="0"/>
              <a:t>Mr. Prashant Parmar</a:t>
            </a:r>
          </a:p>
        </p:txBody>
      </p:sp>
      <p:sp>
        <p:nvSpPr>
          <p:cNvPr id="2" name="Text Placeholder 6">
            <a:extLst>
              <a:ext uri="{FF2B5EF4-FFF2-40B4-BE49-F238E27FC236}">
                <a16:creationId xmlns:a16="http://schemas.microsoft.com/office/drawing/2014/main" id="{C66A088E-6A21-9D52-EC85-F8EBD1B825F4}"/>
              </a:ext>
            </a:extLst>
          </p:cNvPr>
          <p:cNvSpPr>
            <a:spLocks noGrp="1"/>
          </p:cNvSpPr>
          <p:nvPr>
            <p:ph type="body" sz="quarter" idx="16"/>
          </p:nvPr>
        </p:nvSpPr>
        <p:spPr>
          <a:xfrm>
            <a:off x="2622014" y="16125"/>
            <a:ext cx="4796701" cy="734653"/>
          </a:xfrm>
        </p:spPr>
        <p:txBody>
          <a:bodyPr/>
          <a:lstStyle/>
          <a:p>
            <a:r>
              <a:rPr lang="en-US" b="1" dirty="0"/>
              <a:t>Digital Marketing </a:t>
            </a:r>
            <a:r>
              <a:rPr lang="en-US" b="1" dirty="0">
                <a:latin typeface="Roboto Condensed Light" panose="02000000000000000000" pitchFamily="2" charset="0"/>
                <a:ea typeface="Roboto Condensed Light" panose="02000000000000000000" pitchFamily="2" charset="0"/>
              </a:rPr>
              <a:t>&amp; SEO</a:t>
            </a:r>
            <a:endParaRPr lang="en-US" dirty="0">
              <a:latin typeface="Roboto Condensed Light" panose="02000000000000000000" pitchFamily="2" charset="0"/>
              <a:ea typeface="Roboto Condensed Light" panose="02000000000000000000" pitchFamily="2" charset="0"/>
            </a:endParaRPr>
          </a:p>
          <a:p>
            <a:r>
              <a:rPr lang="en-US" dirty="0">
                <a:latin typeface="Roboto Condensed Light" panose="02000000000000000000" pitchFamily="2" charset="0"/>
                <a:ea typeface="Roboto Condensed Light" panose="02000000000000000000" pitchFamily="2" charset="0"/>
              </a:rPr>
              <a:t>2504MN313 </a:t>
            </a:r>
          </a:p>
        </p:txBody>
      </p:sp>
      <p:pic>
        <p:nvPicPr>
          <p:cNvPr id="6" name="Picture Placeholder 5">
            <a:extLst>
              <a:ext uri="{FF2B5EF4-FFF2-40B4-BE49-F238E27FC236}">
                <a16:creationId xmlns:a16="http://schemas.microsoft.com/office/drawing/2014/main" id="{1EF6C89B-D841-4C17-8305-CF22BD758251}"/>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13457" b="13457"/>
          <a:stretch>
            <a:fillRect/>
          </a:stretch>
        </p:blipFill>
        <p:spPr/>
      </p:pic>
    </p:spTree>
    <p:extLst>
      <p:ext uri="{BB962C8B-B14F-4D97-AF65-F5344CB8AC3E}">
        <p14:creationId xmlns:p14="http://schemas.microsoft.com/office/powerpoint/2010/main" val="3967651000"/>
      </p:ext>
    </p:extLst>
  </p:cSld>
  <p:clrMapOvr>
    <a:masterClrMapping/>
  </p:clrMapOvr>
</p:sld>
</file>

<file path=ppt/theme/theme1.xml><?xml version="1.0" encoding="utf-8"?>
<a:theme xmlns:a="http://schemas.openxmlformats.org/drawingml/2006/main" name="VIdeo Lecture 16x9 Light Templat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105CS412_CN_Unit_1_Basics of Computer Network" id="{776EB90B-736E-8E44-8980-C02A1963589B}" vid="{79FC096B-B13D-F047-BC14-878782FE51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2105CS412_CN_Unit_1_Basics of Computer Network</Template>
  <TotalTime>14767</TotalTime>
  <Words>4732</Words>
  <Application>Microsoft Office PowerPoint</Application>
  <PresentationFormat>Widescreen</PresentationFormat>
  <Paragraphs>534</Paragraphs>
  <Slides>81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81</vt:i4>
      </vt:variant>
    </vt:vector>
  </HeadingPairs>
  <TitlesOfParts>
    <vt:vector size="88" baseType="lpstr">
      <vt:lpstr>Arial</vt:lpstr>
      <vt:lpstr>Roboto Condensed Light</vt:lpstr>
      <vt:lpstr>Wingdings 3</vt:lpstr>
      <vt:lpstr>Roboto Condensed</vt:lpstr>
      <vt:lpstr>Calibri</vt:lpstr>
      <vt:lpstr>Wingdings</vt:lpstr>
      <vt:lpstr>VIdeo Lecture 16x9 Light Template</vt:lpstr>
      <vt:lpstr>Unit-3   Meta Advertising – Facebook &amp; Instagram Ads   CO3 perform and optimize targeted advertising campaigns across the Meta (Facebook/Instagram) ecosystem. </vt:lpstr>
      <vt:lpstr>PowerPoint Presentation</vt:lpstr>
      <vt:lpstr>Introduction to Social Media Marketing</vt:lpstr>
      <vt:lpstr>Introduction to Social Media Marketing</vt:lpstr>
      <vt:lpstr>Key Social Media Platforms</vt:lpstr>
      <vt:lpstr>Key Social Media Platforms</vt:lpstr>
      <vt:lpstr>Benefits of Social Media Marketing</vt:lpstr>
      <vt:lpstr>Limitation of Social Media Marketing</vt:lpstr>
      <vt:lpstr>Types of Social Media Marketing</vt:lpstr>
      <vt:lpstr>Types of Social Media Marketing</vt:lpstr>
      <vt:lpstr>Types of Social Media Marketing: Content Marketing</vt:lpstr>
      <vt:lpstr>Types of Social Media Marketing: Paid Advertising</vt:lpstr>
      <vt:lpstr>Types of Social Media Marketing: Influencer Marketing</vt:lpstr>
      <vt:lpstr>Types of Social Media Marketing: Social Media Optimization (SMO)</vt:lpstr>
      <vt:lpstr>Types of Social Media Marketing: Social Media Stories</vt:lpstr>
      <vt:lpstr>Types of Social Media Marketing: Social Media Polls and Surveys</vt:lpstr>
      <vt:lpstr>Types of Social Media Marketing: Groups and Communities</vt:lpstr>
      <vt:lpstr>Types of Social Media Marketing: Live Streaming</vt:lpstr>
      <vt:lpstr>Types of Social Media Marketing: Analytics and Reporting</vt:lpstr>
      <vt:lpstr>Building  Social Media Marketing Strategies</vt:lpstr>
      <vt:lpstr>Social Media Marketing Strategy</vt:lpstr>
      <vt:lpstr>Set Clear Goals</vt:lpstr>
      <vt:lpstr>Understand Your Audience</vt:lpstr>
      <vt:lpstr>Conduct a Competitive Analysis</vt:lpstr>
      <vt:lpstr>Create Engaging Content</vt:lpstr>
      <vt:lpstr>Leverage Influencers</vt:lpstr>
      <vt:lpstr>PowerPoint Presentation</vt:lpstr>
      <vt:lpstr>Engage with Your Audience</vt:lpstr>
      <vt:lpstr>Analyze and Adjust</vt:lpstr>
      <vt:lpstr>Stay Updated with Trends</vt:lpstr>
      <vt:lpstr>Maintain Consistency</vt:lpstr>
      <vt:lpstr>Activity</vt:lpstr>
      <vt:lpstr>Introduction to Facebook Marketing</vt:lpstr>
      <vt:lpstr>What is Facebook Marketing?</vt:lpstr>
      <vt:lpstr>Why Facebook Marketing?</vt:lpstr>
      <vt:lpstr>Why Facebook Marketing?(Continue…)</vt:lpstr>
      <vt:lpstr>Facebook Algorithm for delivery of Ads</vt:lpstr>
      <vt:lpstr>Facebook Algorithm for delivery of Ads</vt:lpstr>
      <vt:lpstr>Key Components of the Facebook Ads Algorithm</vt:lpstr>
      <vt:lpstr>How the Algorithm Works?</vt:lpstr>
      <vt:lpstr>How the Algorithm Works?</vt:lpstr>
      <vt:lpstr>Facebook Marketing Assets </vt:lpstr>
      <vt:lpstr>Assets of Facebook Marketing</vt:lpstr>
      <vt:lpstr>Facebook Pages</vt:lpstr>
      <vt:lpstr>Facebook Ads</vt:lpstr>
      <vt:lpstr>Facebook Ads (Continue…)</vt:lpstr>
      <vt:lpstr>Facebook Groups</vt:lpstr>
      <vt:lpstr>Facebook Events</vt:lpstr>
      <vt:lpstr>Facebook Ads Manager</vt:lpstr>
      <vt:lpstr>Facebook Insights</vt:lpstr>
      <vt:lpstr>Assets of Facebook Marketing</vt:lpstr>
      <vt:lpstr>Key Features of Facebook Ads Manager</vt:lpstr>
      <vt:lpstr>Key Features of Facebook Ads Manager (Continue…)</vt:lpstr>
      <vt:lpstr>Key Features of Facebook Ads Manager (Continue…)</vt:lpstr>
      <vt:lpstr>Key Features of Facebook Ads Manager (Continue…)</vt:lpstr>
      <vt:lpstr>Creating &amp; Optimizing Advertising Campaigns</vt:lpstr>
      <vt:lpstr>How to Use Facebook Ads Manager</vt:lpstr>
      <vt:lpstr>How to Use Facebook Ads Manager (Continue…)</vt:lpstr>
      <vt:lpstr>Facebook Insights</vt:lpstr>
      <vt:lpstr>Facebook Insights</vt:lpstr>
      <vt:lpstr>Facebook Insights (Continue…)</vt:lpstr>
      <vt:lpstr>Introduction of digital marketing Strategies through Instagram</vt:lpstr>
      <vt:lpstr>Introduction of digital marketing Strategies through Instagram</vt:lpstr>
      <vt:lpstr>Types of Instagram Content </vt:lpstr>
      <vt:lpstr>Reels (Short-Form Video)</vt:lpstr>
      <vt:lpstr>Carousels (Multiple Images or Short Videos)</vt:lpstr>
      <vt:lpstr>Stories (Ephemeral Content)</vt:lpstr>
      <vt:lpstr>User-Generated Content (UGC) &amp; Testimonials</vt:lpstr>
      <vt:lpstr>Single Photo Posts</vt:lpstr>
      <vt:lpstr>Instagram Live</vt:lpstr>
      <vt:lpstr>Instagram Shop</vt:lpstr>
      <vt:lpstr>Instagram Broadcast Channels (One-to-Many Messaging)</vt:lpstr>
      <vt:lpstr>Instagram Ads </vt:lpstr>
      <vt:lpstr>Instagram Ads</vt:lpstr>
      <vt:lpstr>Instagram Ads (Summary)</vt:lpstr>
      <vt:lpstr>Campaign Setup Structure</vt:lpstr>
      <vt:lpstr>Instagram Insights.  </vt:lpstr>
      <vt:lpstr>Delivery &amp; Visibility Insights (Top Funnel)</vt:lpstr>
      <vt:lpstr>Attention &amp; Engagement Insights (Middle Funnel)</vt:lpstr>
      <vt:lpstr>Conversion &amp; Action Insights (Bottom Funnel)</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prashant parmar</cp:lastModifiedBy>
  <cp:revision>597</cp:revision>
  <dcterms:created xsi:type="dcterms:W3CDTF">2020-05-01T05:09:15Z</dcterms:created>
  <dcterms:modified xsi:type="dcterms:W3CDTF">2026-08-21T09:34:42Z</dcterms:modified>
</cp:coreProperties>
</file>