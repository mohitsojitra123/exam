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35"/>
  </p:notesMasterIdLst>
  <p:sldIdLst>
    <p:sldId id="550" r:id="rId2"/>
    <p:sldId id="551" r:id="rId3"/>
    <p:sldId id="714" r:id="rId4"/>
    <p:sldId id="552" r:id="rId5"/>
    <p:sldId id="634" r:id="rId6"/>
    <p:sldId id="700" r:id="rId7"/>
    <p:sldId id="701" r:id="rId8"/>
    <p:sldId id="703" r:id="rId9"/>
    <p:sldId id="702" r:id="rId10"/>
    <p:sldId id="715" r:id="rId11"/>
    <p:sldId id="704" r:id="rId12"/>
    <p:sldId id="722" r:id="rId13"/>
    <p:sldId id="716" r:id="rId14"/>
    <p:sldId id="717" r:id="rId15"/>
    <p:sldId id="718" r:id="rId16"/>
    <p:sldId id="705" r:id="rId17"/>
    <p:sldId id="706" r:id="rId18"/>
    <p:sldId id="707" r:id="rId19"/>
    <p:sldId id="659" r:id="rId20"/>
    <p:sldId id="719" r:id="rId21"/>
    <p:sldId id="721" r:id="rId22"/>
    <p:sldId id="708" r:id="rId23"/>
    <p:sldId id="727" r:id="rId24"/>
    <p:sldId id="709" r:id="rId25"/>
    <p:sldId id="712" r:id="rId26"/>
    <p:sldId id="720" r:id="rId27"/>
    <p:sldId id="728" r:id="rId28"/>
    <p:sldId id="710" r:id="rId29"/>
    <p:sldId id="711" r:id="rId30"/>
    <p:sldId id="723" r:id="rId31"/>
    <p:sldId id="726" r:id="rId32"/>
    <p:sldId id="725" r:id="rId33"/>
    <p:sldId id="618" r:id="rId34"/>
  </p:sldIdLst>
  <p:sldSz cx="12192000" cy="6858000"/>
  <p:notesSz cx="6858000" cy="9144000"/>
  <p:embeddedFontLs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</p:embeddedFont>
    <p:embeddedFont>
      <p:font typeface="Wingdings 2" panose="05020102010507070707" pitchFamily="18" charset="2"/>
      <p:regular r:id="rId41"/>
    </p:embeddedFont>
    <p:embeddedFont>
      <p:font typeface="Wingdings 3" panose="05040102010807070707" pitchFamily="18" charset="2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B1C"/>
    <a:srgbClr val="F54337"/>
    <a:srgbClr val="890E4F"/>
    <a:srgbClr val="FA6060"/>
    <a:srgbClr val="301B92"/>
    <a:srgbClr val="673BB7"/>
    <a:srgbClr val="607D8B"/>
    <a:srgbClr val="ED524F"/>
    <a:srgbClr val="D81A60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E1748CB8-6BF5-4F7F-80E7-7DC838247FE4}"/>
    <pc:docChg chg="undo custSel addSld delSld modSld sldOrd modMainMaster">
      <pc:chgData name="Naimish Vadodariya" userId="d2e325c0593a319e" providerId="LiveId" clId="{E1748CB8-6BF5-4F7F-80E7-7DC838247FE4}" dt="2026-09-28T04:55:39.328" v="7196"/>
      <pc:docMkLst>
        <pc:docMk/>
      </pc:docMkLst>
      <pc:sldChg chg="modSp mod">
        <pc:chgData name="Naimish Vadodariya" userId="d2e325c0593a319e" providerId="LiveId" clId="{E1748CB8-6BF5-4F7F-80E7-7DC838247FE4}" dt="2026-09-11T08:05:45.215" v="3241"/>
        <pc:sldMkLst>
          <pc:docMk/>
          <pc:sldMk cId="642879780" sldId="550"/>
        </pc:sldMkLst>
        <pc:spChg chg="mod">
          <ac:chgData name="Naimish Vadodariya" userId="d2e325c0593a319e" providerId="LiveId" clId="{E1748CB8-6BF5-4F7F-80E7-7DC838247FE4}" dt="2026-09-11T08:05:45.215" v="3241"/>
          <ac:spMkLst>
            <pc:docMk/>
            <pc:sldMk cId="642879780" sldId="550"/>
            <ac:spMk id="8" creationId="{03F305CB-DBE2-45D5-8D0B-92106F27C4BB}"/>
          </ac:spMkLst>
        </pc:spChg>
        <pc:spChg chg="mod">
          <ac:chgData name="Naimish Vadodariya" userId="d2e325c0593a319e" providerId="LiveId" clId="{E1748CB8-6BF5-4F7F-80E7-7DC838247FE4}" dt="2026-09-01T05:07:25.404" v="6" actId="20577"/>
          <ac:spMkLst>
            <pc:docMk/>
            <pc:sldMk cId="642879780" sldId="550"/>
            <ac:spMk id="14" creationId="{E2AD8B6E-51EA-4A15-8752-4F221E5E02C5}"/>
          </ac:spMkLst>
        </pc:spChg>
      </pc:sldChg>
      <pc:sldChg chg="modSp mod modAnim">
        <pc:chgData name="Naimish Vadodariya" userId="d2e325c0593a319e" providerId="LiveId" clId="{E1748CB8-6BF5-4F7F-80E7-7DC838247FE4}" dt="2026-09-28T04:51:01.604" v="7132" actId="2710"/>
        <pc:sldMkLst>
          <pc:docMk/>
          <pc:sldMk cId="3479887928" sldId="551"/>
        </pc:sldMkLst>
        <pc:spChg chg="mod">
          <ac:chgData name="Naimish Vadodariya" userId="d2e325c0593a319e" providerId="LiveId" clId="{E1748CB8-6BF5-4F7F-80E7-7DC838247FE4}" dt="2026-09-28T04:51:01.604" v="7132" actId="2710"/>
          <ac:spMkLst>
            <pc:docMk/>
            <pc:sldMk cId="3479887928" sldId="551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E1748CB8-6BF5-4F7F-80E7-7DC838247FE4}" dt="2026-09-11T08:08:41.118" v="3269" actId="404"/>
        <pc:sldMkLst>
          <pc:docMk/>
          <pc:sldMk cId="2564232377" sldId="552"/>
        </pc:sldMkLst>
        <pc:spChg chg="mod">
          <ac:chgData name="Naimish Vadodariya" userId="d2e325c0593a319e" providerId="LiveId" clId="{E1748CB8-6BF5-4F7F-80E7-7DC838247FE4}" dt="2026-09-11T08:08:41.118" v="3269" actId="404"/>
          <ac:spMkLst>
            <pc:docMk/>
            <pc:sldMk cId="2564232377" sldId="552"/>
            <ac:spMk id="4" creationId="{00000000-0000-0000-0000-000000000000}"/>
          </ac:spMkLst>
        </pc:spChg>
        <pc:spChg chg="mod">
          <ac:chgData name="Naimish Vadodariya" userId="d2e325c0593a319e" providerId="LiveId" clId="{E1748CB8-6BF5-4F7F-80E7-7DC838247FE4}" dt="2026-09-11T08:08:19.655" v="3257"/>
          <ac:spMkLst>
            <pc:docMk/>
            <pc:sldMk cId="2564232377" sldId="552"/>
            <ac:spMk id="5" creationId="{00000000-0000-0000-0000-000000000000}"/>
          </ac:spMkLst>
        </pc:spChg>
      </pc:sldChg>
      <pc:sldChg chg="modSp">
        <pc:chgData name="Naimish Vadodariya" userId="d2e325c0593a319e" providerId="LiveId" clId="{E1748CB8-6BF5-4F7F-80E7-7DC838247FE4}" dt="2026-09-11T03:30:59.230" v="3063"/>
        <pc:sldMkLst>
          <pc:docMk/>
          <pc:sldMk cId="2770756355" sldId="618"/>
        </pc:sldMkLst>
        <pc:spChg chg="mod">
          <ac:chgData name="Naimish Vadodariya" userId="d2e325c0593a319e" providerId="LiveId" clId="{E1748CB8-6BF5-4F7F-80E7-7DC838247FE4}" dt="2026-09-11T03:30:59.230" v="3063"/>
          <ac:spMkLst>
            <pc:docMk/>
            <pc:sldMk cId="2770756355" sldId="618"/>
            <ac:spMk id="27" creationId="{E2AD8B6E-51EA-4A15-8752-4F221E5E02C5}"/>
          </ac:spMkLst>
        </pc:spChg>
      </pc:sldChg>
      <pc:sldChg chg="addSp delSp modSp mod addAnim delAnim modAnim">
        <pc:chgData name="Naimish Vadodariya" userId="d2e325c0593a319e" providerId="LiveId" clId="{E1748CB8-6BF5-4F7F-80E7-7DC838247FE4}" dt="2026-09-23T13:37:17.666" v="5212" actId="20577"/>
        <pc:sldMkLst>
          <pc:docMk/>
          <pc:sldMk cId="463760047" sldId="634"/>
        </pc:sldMkLst>
        <pc:spChg chg="mod">
          <ac:chgData name="Naimish Vadodariya" userId="d2e325c0593a319e" providerId="LiveId" clId="{E1748CB8-6BF5-4F7F-80E7-7DC838247FE4}" dt="2026-09-12T04:54:34.142" v="3620" actId="14100"/>
          <ac:spMkLst>
            <pc:docMk/>
            <pc:sldMk cId="463760047" sldId="634"/>
            <ac:spMk id="2" creationId="{7320328E-D79B-0A08-CC28-6FB7D75E2130}"/>
          </ac:spMkLst>
        </pc:spChg>
        <pc:spChg chg="mod">
          <ac:chgData name="Naimish Vadodariya" userId="d2e325c0593a319e" providerId="LiveId" clId="{E1748CB8-6BF5-4F7F-80E7-7DC838247FE4}" dt="2026-09-23T13:37:17.666" v="5212" actId="20577"/>
          <ac:spMkLst>
            <pc:docMk/>
            <pc:sldMk cId="463760047" sldId="634"/>
            <ac:spMk id="3" creationId="{02C92DF2-F437-8229-1C90-A4F7A01EFC4B}"/>
          </ac:spMkLst>
        </pc:spChg>
        <pc:spChg chg="add mod">
          <ac:chgData name="Naimish Vadodariya" userId="d2e325c0593a319e" providerId="LiveId" clId="{E1748CB8-6BF5-4F7F-80E7-7DC838247FE4}" dt="2026-09-01T05:15:58.014" v="180" actId="6549"/>
          <ac:spMkLst>
            <pc:docMk/>
            <pc:sldMk cId="463760047" sldId="634"/>
            <ac:spMk id="4" creationId="{3EB5743B-E236-61A6-5A1A-CA951FE2BDEF}"/>
          </ac:spMkLst>
        </pc:spChg>
        <pc:spChg chg="add mod">
          <ac:chgData name="Naimish Vadodariya" userId="d2e325c0593a319e" providerId="LiveId" clId="{E1748CB8-6BF5-4F7F-80E7-7DC838247FE4}" dt="2026-09-12T04:54:47.032" v="3621" actId="1076"/>
          <ac:spMkLst>
            <pc:docMk/>
            <pc:sldMk cId="463760047" sldId="634"/>
            <ac:spMk id="5" creationId="{8E0ABD6B-BFD5-5C07-59A5-56D60D0FC414}"/>
          </ac:spMkLst>
        </pc:spChg>
        <pc:spChg chg="add mod">
          <ac:chgData name="Naimish Vadodariya" userId="d2e325c0593a319e" providerId="LiveId" clId="{E1748CB8-6BF5-4F7F-80E7-7DC838247FE4}" dt="2026-09-12T04:54:47.032" v="3621" actId="1076"/>
          <ac:spMkLst>
            <pc:docMk/>
            <pc:sldMk cId="463760047" sldId="634"/>
            <ac:spMk id="7" creationId="{ACEB363B-42FF-189C-B629-945743CFCC7A}"/>
          </ac:spMkLst>
        </pc:spChg>
        <pc:spChg chg="add mod">
          <ac:chgData name="Naimish Vadodariya" userId="d2e325c0593a319e" providerId="LiveId" clId="{E1748CB8-6BF5-4F7F-80E7-7DC838247FE4}" dt="2026-09-12T04:54:47.032" v="3621" actId="1076"/>
          <ac:spMkLst>
            <pc:docMk/>
            <pc:sldMk cId="463760047" sldId="634"/>
            <ac:spMk id="9" creationId="{28E2B4CE-92E8-6700-81B1-3332BB3F41E5}"/>
          </ac:spMkLst>
        </pc:spChg>
        <pc:spChg chg="add mod">
          <ac:chgData name="Naimish Vadodariya" userId="d2e325c0593a319e" providerId="LiveId" clId="{E1748CB8-6BF5-4F7F-80E7-7DC838247FE4}" dt="2026-09-12T04:39:53.024" v="3460" actId="1076"/>
          <ac:spMkLst>
            <pc:docMk/>
            <pc:sldMk cId="463760047" sldId="634"/>
            <ac:spMk id="12" creationId="{D0E85E0D-CC46-6B94-48CF-7E12F113A630}"/>
          </ac:spMkLst>
        </pc:spChg>
        <pc:spChg chg="add mod">
          <ac:chgData name="Naimish Vadodariya" userId="d2e325c0593a319e" providerId="LiveId" clId="{E1748CB8-6BF5-4F7F-80E7-7DC838247FE4}" dt="2026-09-12T04:54:47.032" v="3621" actId="1076"/>
          <ac:spMkLst>
            <pc:docMk/>
            <pc:sldMk cId="463760047" sldId="634"/>
            <ac:spMk id="13" creationId="{CCE84106-DE70-689E-A143-622AFCE290C0}"/>
          </ac:spMkLst>
        </pc:spChg>
        <pc:cxnChg chg="add mod">
          <ac:chgData name="Naimish Vadodariya" userId="d2e325c0593a319e" providerId="LiveId" clId="{E1748CB8-6BF5-4F7F-80E7-7DC838247FE4}" dt="2026-09-12T04:54:47.032" v="3621" actId="1076"/>
          <ac:cxnSpMkLst>
            <pc:docMk/>
            <pc:sldMk cId="463760047" sldId="634"/>
            <ac:cxnSpMk id="17" creationId="{25A08EBA-04AA-E53B-5B21-D6C71E7E8D12}"/>
          </ac:cxnSpMkLst>
        </pc:cxnChg>
        <pc:cxnChg chg="add mod">
          <ac:chgData name="Naimish Vadodariya" userId="d2e325c0593a319e" providerId="LiveId" clId="{E1748CB8-6BF5-4F7F-80E7-7DC838247FE4}" dt="2026-09-12T04:54:47.032" v="3621" actId="1076"/>
          <ac:cxnSpMkLst>
            <pc:docMk/>
            <pc:sldMk cId="463760047" sldId="634"/>
            <ac:cxnSpMk id="21" creationId="{C7F8B818-043F-D65F-C73B-49AC2338C754}"/>
          </ac:cxnSpMkLst>
        </pc:cxnChg>
        <pc:cxnChg chg="add mod">
          <ac:chgData name="Naimish Vadodariya" userId="d2e325c0593a319e" providerId="LiveId" clId="{E1748CB8-6BF5-4F7F-80E7-7DC838247FE4}" dt="2026-09-12T04:54:47.032" v="3621" actId="1076"/>
          <ac:cxnSpMkLst>
            <pc:docMk/>
            <pc:sldMk cId="463760047" sldId="634"/>
            <ac:cxnSpMk id="22" creationId="{C7EBC1AF-3ECF-F5B0-E568-FEB6801DDFA0}"/>
          </ac:cxnSpMkLst>
        </pc:cxnChg>
      </pc:sldChg>
      <pc:sldChg chg="addSp delSp modSp mod">
        <pc:chgData name="Naimish Vadodariya" userId="d2e325c0593a319e" providerId="LiveId" clId="{E1748CB8-6BF5-4F7F-80E7-7DC838247FE4}" dt="2026-09-25T04:54:28.361" v="5941"/>
        <pc:sldMkLst>
          <pc:docMk/>
          <pc:sldMk cId="1847218615" sldId="659"/>
        </pc:sldMkLst>
        <pc:spChg chg="mod">
          <ac:chgData name="Naimish Vadodariya" userId="d2e325c0593a319e" providerId="LiveId" clId="{E1748CB8-6BF5-4F7F-80E7-7DC838247FE4}" dt="2026-09-12T09:45:33.891" v="4337" actId="20577"/>
          <ac:spMkLst>
            <pc:docMk/>
            <pc:sldMk cId="1847218615" sldId="659"/>
            <ac:spMk id="3" creationId="{B24AF31A-B5C9-DFCC-A3DE-AAF63676319F}"/>
          </ac:spMkLst>
        </pc:spChg>
        <pc:graphicFrameChg chg="mod modGraphic">
          <ac:chgData name="Naimish Vadodariya" userId="d2e325c0593a319e" providerId="LiveId" clId="{E1748CB8-6BF5-4F7F-80E7-7DC838247FE4}" dt="2026-09-25T04:54:28.361" v="5941"/>
          <ac:graphicFrameMkLst>
            <pc:docMk/>
            <pc:sldMk cId="1847218615" sldId="659"/>
            <ac:graphicFrameMk id="4" creationId="{28625F07-5FF3-D709-44D2-89C52FD7EEFC}"/>
          </ac:graphicFrameMkLst>
        </pc:graphicFrameChg>
      </pc:sldChg>
      <pc:sldChg chg="addSp modSp new mod addAnim delAnim modAnim">
        <pc:chgData name="Naimish Vadodariya" userId="d2e325c0593a319e" providerId="LiveId" clId="{E1748CB8-6BF5-4F7F-80E7-7DC838247FE4}" dt="2026-09-18T07:33:34.840" v="5125"/>
        <pc:sldMkLst>
          <pc:docMk/>
          <pc:sldMk cId="947289697" sldId="700"/>
        </pc:sldMkLst>
        <pc:spChg chg="mod">
          <ac:chgData name="Naimish Vadodariya" userId="d2e325c0593a319e" providerId="LiveId" clId="{E1748CB8-6BF5-4F7F-80E7-7DC838247FE4}" dt="2026-09-12T04:44:42.607" v="3578" actId="20577"/>
          <ac:spMkLst>
            <pc:docMk/>
            <pc:sldMk cId="947289697" sldId="700"/>
            <ac:spMk id="2" creationId="{9E3B952B-A6D3-94B2-C5E9-9F1165B26713}"/>
          </ac:spMkLst>
        </pc:spChg>
        <pc:spChg chg="mod">
          <ac:chgData name="Naimish Vadodariya" userId="d2e325c0593a319e" providerId="LiveId" clId="{E1748CB8-6BF5-4F7F-80E7-7DC838247FE4}" dt="2026-09-12T04:40:25.021" v="3462"/>
          <ac:spMkLst>
            <pc:docMk/>
            <pc:sldMk cId="947289697" sldId="700"/>
            <ac:spMk id="3" creationId="{A70558B4-DBE8-26CF-554D-C62596892EAD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4" creationId="{CFCA008C-39EE-A64C-064B-36BFAF2002C2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5" creationId="{47951CC0-AE82-811F-FCA1-44B614AD02B2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6" creationId="{0C604BE8-5491-230E-B1C9-44111270A05A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7" creationId="{A5A91238-F146-DEFC-2D65-957807DE126F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11" creationId="{C5EEC701-BF0E-E0F4-A888-A6C2F25DAEF2}"/>
          </ac:spMkLst>
        </pc:spChg>
        <pc:spChg chg="add mod">
          <ac:chgData name="Naimish Vadodariya" userId="d2e325c0593a319e" providerId="LiveId" clId="{E1748CB8-6BF5-4F7F-80E7-7DC838247FE4}" dt="2026-09-12T04:54:21.905" v="3618" actId="1076"/>
          <ac:spMkLst>
            <pc:docMk/>
            <pc:sldMk cId="947289697" sldId="700"/>
            <ac:spMk id="13" creationId="{AFE4D799-4F96-B499-8198-53646997804D}"/>
          </ac:spMkLst>
        </pc:spChg>
        <pc:spChg chg="add mod">
          <ac:chgData name="Naimish Vadodariya" userId="d2e325c0593a319e" providerId="LiveId" clId="{E1748CB8-6BF5-4F7F-80E7-7DC838247FE4}" dt="2026-09-12T04:55:35.837" v="3623"/>
          <ac:spMkLst>
            <pc:docMk/>
            <pc:sldMk cId="947289697" sldId="700"/>
            <ac:spMk id="15" creationId="{4E5A3DD0-3D53-1F50-EEB2-A89F2CA338CF}"/>
          </ac:spMkLst>
        </pc:spChg>
        <pc:spChg chg="add mod">
          <ac:chgData name="Naimish Vadodariya" userId="d2e325c0593a319e" providerId="LiveId" clId="{E1748CB8-6BF5-4F7F-80E7-7DC838247FE4}" dt="2026-09-12T04:56:36.986" v="3631" actId="1076"/>
          <ac:spMkLst>
            <pc:docMk/>
            <pc:sldMk cId="947289697" sldId="700"/>
            <ac:spMk id="17" creationId="{28CB03F0-B09C-7F3A-1727-05E5CE98D62C}"/>
          </ac:spMkLst>
        </pc:spChg>
        <pc:cxnChg chg="add mod">
          <ac:chgData name="Naimish Vadodariya" userId="d2e325c0593a319e" providerId="LiveId" clId="{E1748CB8-6BF5-4F7F-80E7-7DC838247FE4}" dt="2026-09-12T04:40:50.435" v="3465" actId="1076"/>
          <ac:cxnSpMkLst>
            <pc:docMk/>
            <pc:sldMk cId="947289697" sldId="700"/>
            <ac:cxnSpMk id="8" creationId="{6694DDE0-ACC5-C89E-5E68-94F555424164}"/>
          </ac:cxnSpMkLst>
        </pc:cxnChg>
        <pc:cxnChg chg="add mod">
          <ac:chgData name="Naimish Vadodariya" userId="d2e325c0593a319e" providerId="LiveId" clId="{E1748CB8-6BF5-4F7F-80E7-7DC838247FE4}" dt="2026-09-12T04:54:21.905" v="3618" actId="1076"/>
          <ac:cxnSpMkLst>
            <pc:docMk/>
            <pc:sldMk cId="947289697" sldId="700"/>
            <ac:cxnSpMk id="9" creationId="{FE04EF4A-7A01-3711-0CAB-EC7AAA0C0ABE}"/>
          </ac:cxnSpMkLst>
        </pc:cxnChg>
        <pc:cxnChg chg="add mod">
          <ac:chgData name="Naimish Vadodariya" userId="d2e325c0593a319e" providerId="LiveId" clId="{E1748CB8-6BF5-4F7F-80E7-7DC838247FE4}" dt="2026-09-12T04:54:21.905" v="3618" actId="1076"/>
          <ac:cxnSpMkLst>
            <pc:docMk/>
            <pc:sldMk cId="947289697" sldId="700"/>
            <ac:cxnSpMk id="10" creationId="{E0C377EE-94D3-3D84-B690-3FE831EB8FC2}"/>
          </ac:cxnSpMkLst>
        </pc:cxnChg>
        <pc:cxnChg chg="add mod">
          <ac:chgData name="Naimish Vadodariya" userId="d2e325c0593a319e" providerId="LiveId" clId="{E1748CB8-6BF5-4F7F-80E7-7DC838247FE4}" dt="2026-09-12T04:54:21.905" v="3618" actId="1076"/>
          <ac:cxnSpMkLst>
            <pc:docMk/>
            <pc:sldMk cId="947289697" sldId="700"/>
            <ac:cxnSpMk id="12" creationId="{488AD9FD-CDAC-043C-323D-87B0A2EF2100}"/>
          </ac:cxnSpMkLst>
        </pc:cxnChg>
        <pc:cxnChg chg="add mod">
          <ac:chgData name="Naimish Vadodariya" userId="d2e325c0593a319e" providerId="LiveId" clId="{E1748CB8-6BF5-4F7F-80E7-7DC838247FE4}" dt="2026-09-12T04:54:21.905" v="3618" actId="1076"/>
          <ac:cxnSpMkLst>
            <pc:docMk/>
            <pc:sldMk cId="947289697" sldId="700"/>
            <ac:cxnSpMk id="14" creationId="{A8A6E0F1-0B26-8B8F-0369-FC7F656EEB18}"/>
          </ac:cxnSpMkLst>
        </pc:cxnChg>
      </pc:sldChg>
      <pc:sldChg chg="addSp delSp modSp new mod addAnim delAnim modAnim">
        <pc:chgData name="Naimish Vadodariya" userId="d2e325c0593a319e" providerId="LiveId" clId="{E1748CB8-6BF5-4F7F-80E7-7DC838247FE4}" dt="2026-09-23T13:38:14.409" v="5229" actId="20577"/>
        <pc:sldMkLst>
          <pc:docMk/>
          <pc:sldMk cId="646221286" sldId="701"/>
        </pc:sldMkLst>
        <pc:spChg chg="mod">
          <ac:chgData name="Naimish Vadodariya" userId="d2e325c0593a319e" providerId="LiveId" clId="{E1748CB8-6BF5-4F7F-80E7-7DC838247FE4}" dt="2026-09-12T04:57:30.447" v="3641" actId="20577"/>
          <ac:spMkLst>
            <pc:docMk/>
            <pc:sldMk cId="646221286" sldId="701"/>
            <ac:spMk id="3" creationId="{48E2C6E0-2231-0466-5434-ADFE57394A5B}"/>
          </ac:spMkLst>
        </pc:spChg>
        <pc:spChg chg="add del mod">
          <ac:chgData name="Naimish Vadodariya" userId="d2e325c0593a319e" providerId="LiveId" clId="{E1748CB8-6BF5-4F7F-80E7-7DC838247FE4}" dt="2026-09-23T13:38:14.409" v="5229" actId="20577"/>
          <ac:spMkLst>
            <pc:docMk/>
            <pc:sldMk cId="646221286" sldId="701"/>
            <ac:spMk id="6" creationId="{FCC80AE2-9B2A-7542-4259-26A7D15D9039}"/>
          </ac:spMkLst>
        </pc:spChg>
        <pc:picChg chg="add mod ord modCrop">
          <ac:chgData name="Naimish Vadodariya" userId="d2e325c0593a319e" providerId="LiveId" clId="{E1748CB8-6BF5-4F7F-80E7-7DC838247FE4}" dt="2026-09-12T09:35:44.286" v="4229" actId="1076"/>
          <ac:picMkLst>
            <pc:docMk/>
            <pc:sldMk cId="646221286" sldId="701"/>
            <ac:picMk id="5" creationId="{D447FD8D-DAB2-F22F-49A5-E474AD675B0C}"/>
          </ac:picMkLst>
        </pc:picChg>
      </pc:sldChg>
      <pc:sldChg chg="addSp delSp modSp new mod modAnim">
        <pc:chgData name="Naimish Vadodariya" userId="d2e325c0593a319e" providerId="LiveId" clId="{E1748CB8-6BF5-4F7F-80E7-7DC838247FE4}" dt="2026-09-23T13:42:02.976" v="5251"/>
        <pc:sldMkLst>
          <pc:docMk/>
          <pc:sldMk cId="343614669" sldId="702"/>
        </pc:sldMkLst>
        <pc:spChg chg="mod">
          <ac:chgData name="Naimish Vadodariya" userId="d2e325c0593a319e" providerId="LiveId" clId="{E1748CB8-6BF5-4F7F-80E7-7DC838247FE4}" dt="2026-09-12T08:42:06.507" v="3712"/>
          <ac:spMkLst>
            <pc:docMk/>
            <pc:sldMk cId="343614669" sldId="702"/>
            <ac:spMk id="3" creationId="{0BEFB9A8-AECC-46D2-B59E-140BC82733D9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4" creationId="{461C684A-B2B8-D3E2-CF1A-B3973BAC34E9}"/>
          </ac:spMkLst>
        </pc:spChg>
        <pc:spChg chg="add mod">
          <ac:chgData name="Naimish Vadodariya" userId="d2e325c0593a319e" providerId="LiveId" clId="{E1748CB8-6BF5-4F7F-80E7-7DC838247FE4}" dt="2026-09-12T08:58:45.261" v="3854" actId="207"/>
          <ac:spMkLst>
            <pc:docMk/>
            <pc:sldMk cId="343614669" sldId="702"/>
            <ac:spMk id="6" creationId="{6DD9B489-EAB2-AD9E-A0DC-00E7E3BE3C3D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8" creationId="{4C8B48E8-EE88-09FB-44E8-CFE8DCF54D3B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9" creationId="{C74D5C78-62B4-A3A6-8FDD-EFF4D5E57C31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11" creationId="{59081DE0-38B2-C19C-44A8-0FAE06D5A8A5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13" creationId="{106D3E5B-BFCE-3232-D50E-F012617B64EC}"/>
          </ac:spMkLst>
        </pc:spChg>
        <pc:spChg chg="add mod">
          <ac:chgData name="Naimish Vadodariya" userId="d2e325c0593a319e" providerId="LiveId" clId="{E1748CB8-6BF5-4F7F-80E7-7DC838247FE4}" dt="2026-09-12T08:51:28.095" v="3816" actId="1076"/>
          <ac:spMkLst>
            <pc:docMk/>
            <pc:sldMk cId="343614669" sldId="702"/>
            <ac:spMk id="15" creationId="{47B40F30-AF62-282F-990A-9CBE5265CB80}"/>
          </ac:spMkLst>
        </pc:spChg>
        <pc:spChg chg="add mod">
          <ac:chgData name="Naimish Vadodariya" userId="d2e325c0593a319e" providerId="LiveId" clId="{E1748CB8-6BF5-4F7F-80E7-7DC838247FE4}" dt="2026-09-12T08:59:25.046" v="3868" actId="1035"/>
          <ac:spMkLst>
            <pc:docMk/>
            <pc:sldMk cId="343614669" sldId="702"/>
            <ac:spMk id="17" creationId="{D7881721-F04E-2EB4-A6B7-00AA4537BC89}"/>
          </ac:spMkLst>
        </pc:spChg>
        <pc:spChg chg="add mod">
          <ac:chgData name="Naimish Vadodariya" userId="d2e325c0593a319e" providerId="LiveId" clId="{E1748CB8-6BF5-4F7F-80E7-7DC838247FE4}" dt="2026-09-12T08:59:25.046" v="3868" actId="1035"/>
          <ac:spMkLst>
            <pc:docMk/>
            <pc:sldMk cId="343614669" sldId="702"/>
            <ac:spMk id="19" creationId="{28073AB4-EF2A-D536-6E6C-E8C3C526B007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21" creationId="{E621DD9C-A084-F706-155E-DCE2D229118C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23" creationId="{F5111383-DD05-B2E3-D873-419C4A24D355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25" creationId="{195D9E56-0F9A-1F21-C93F-BA58B95C7478}"/>
          </ac:spMkLst>
        </pc:spChg>
        <pc:spChg chg="add mod">
          <ac:chgData name="Naimish Vadodariya" userId="d2e325c0593a319e" providerId="LiveId" clId="{E1748CB8-6BF5-4F7F-80E7-7DC838247FE4}" dt="2026-09-12T08:52:43.947" v="3822"/>
          <ac:spMkLst>
            <pc:docMk/>
            <pc:sldMk cId="343614669" sldId="702"/>
            <ac:spMk id="29" creationId="{93E0DC93-CBEF-AA64-8FF6-5048FC7BBE5C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31" creationId="{61B61DF7-BE38-B299-43E8-2981F803B72B}"/>
          </ac:spMkLst>
        </pc:spChg>
        <pc:spChg chg="add mod">
          <ac:chgData name="Naimish Vadodariya" userId="d2e325c0593a319e" providerId="LiveId" clId="{E1748CB8-6BF5-4F7F-80E7-7DC838247FE4}" dt="2026-09-12T09:43:56.341" v="4334" actId="1076"/>
          <ac:spMkLst>
            <pc:docMk/>
            <pc:sldMk cId="343614669" sldId="702"/>
            <ac:spMk id="33" creationId="{A9703D79-793C-997B-ECF6-01317CA0BA36}"/>
          </ac:spMkLst>
        </pc:spChg>
        <pc:graphicFrameChg chg="add mod modGraphic">
          <ac:chgData name="Naimish Vadodariya" userId="d2e325c0593a319e" providerId="LiveId" clId="{E1748CB8-6BF5-4F7F-80E7-7DC838247FE4}" dt="2026-09-23T13:40:29.499" v="5238" actId="2165"/>
          <ac:graphicFrameMkLst>
            <pc:docMk/>
            <pc:sldMk cId="343614669" sldId="702"/>
            <ac:graphicFrameMk id="34" creationId="{E3D8633F-0C48-92FB-CF07-E522C38F9766}"/>
          </ac:graphicFrameMkLst>
        </pc:graphicFrameChg>
        <pc:picChg chg="add mod modCrop">
          <ac:chgData name="Naimish Vadodariya" userId="d2e325c0593a319e" providerId="LiveId" clId="{E1748CB8-6BF5-4F7F-80E7-7DC838247FE4}" dt="2026-09-23T13:42:00.329" v="5250" actId="1076"/>
          <ac:picMkLst>
            <pc:docMk/>
            <pc:sldMk cId="343614669" sldId="702"/>
            <ac:picMk id="5" creationId="{B09A409C-D0EA-0461-C46B-D2C4FE1FC729}"/>
          </ac:picMkLst>
        </pc:picChg>
      </pc:sldChg>
      <pc:sldChg chg="modSp add mod">
        <pc:chgData name="Naimish Vadodariya" userId="d2e325c0593a319e" providerId="LiveId" clId="{E1748CB8-6BF5-4F7F-80E7-7DC838247FE4}" dt="2026-09-23T13:39:04.702" v="5231" actId="20577"/>
        <pc:sldMkLst>
          <pc:docMk/>
          <pc:sldMk cId="842728" sldId="703"/>
        </pc:sldMkLst>
        <pc:spChg chg="mod">
          <ac:chgData name="Naimish Vadodariya" userId="d2e325c0593a319e" providerId="LiveId" clId="{E1748CB8-6BF5-4F7F-80E7-7DC838247FE4}" dt="2026-09-12T08:40:12.818" v="3710"/>
          <ac:spMkLst>
            <pc:docMk/>
            <pc:sldMk cId="842728" sldId="703"/>
            <ac:spMk id="4" creationId="{76BD7424-C97D-9329-5BD3-51C5D713D9C4}"/>
          </ac:spMkLst>
        </pc:spChg>
        <pc:spChg chg="mod">
          <ac:chgData name="Naimish Vadodariya" userId="d2e325c0593a319e" providerId="LiveId" clId="{E1748CB8-6BF5-4F7F-80E7-7DC838247FE4}" dt="2026-09-23T13:39:04.702" v="5231" actId="20577"/>
          <ac:spMkLst>
            <pc:docMk/>
            <pc:sldMk cId="842728" sldId="703"/>
            <ac:spMk id="5" creationId="{B5F360AC-573F-76B8-9F17-59BB7F6799CE}"/>
          </ac:spMkLst>
        </pc:spChg>
      </pc:sldChg>
      <pc:sldChg chg="addSp delSp modSp new mod modAnim">
        <pc:chgData name="Naimish Vadodariya" userId="d2e325c0593a319e" providerId="LiveId" clId="{E1748CB8-6BF5-4F7F-80E7-7DC838247FE4}" dt="2026-09-23T13:39:44.675" v="5237"/>
        <pc:sldMkLst>
          <pc:docMk/>
          <pc:sldMk cId="3243825964" sldId="704"/>
        </pc:sldMkLst>
        <pc:spChg chg="mod">
          <ac:chgData name="Naimish Vadodariya" userId="d2e325c0593a319e" providerId="LiveId" clId="{E1748CB8-6BF5-4F7F-80E7-7DC838247FE4}" dt="2026-09-12T08:55:22.079" v="3848" actId="20577"/>
          <ac:spMkLst>
            <pc:docMk/>
            <pc:sldMk cId="3243825964" sldId="704"/>
            <ac:spMk id="3" creationId="{2903048C-A0AB-4509-6C25-BDE6C37B504C}"/>
          </ac:spMkLst>
        </pc:spChg>
        <pc:spChg chg="add mod">
          <ac:chgData name="Naimish Vadodariya" userId="d2e325c0593a319e" providerId="LiveId" clId="{E1748CB8-6BF5-4F7F-80E7-7DC838247FE4}" dt="2026-09-12T09:04:26.251" v="3922" actId="1076"/>
          <ac:spMkLst>
            <pc:docMk/>
            <pc:sldMk cId="3243825964" sldId="704"/>
            <ac:spMk id="21" creationId="{E327BE8A-180A-7D45-29E6-80C4C99D897A}"/>
          </ac:spMkLst>
        </pc:spChg>
        <pc:spChg chg="add mod">
          <ac:chgData name="Naimish Vadodariya" userId="d2e325c0593a319e" providerId="LiveId" clId="{E1748CB8-6BF5-4F7F-80E7-7DC838247FE4}" dt="2026-09-12T09:07:49.683" v="3981" actId="1036"/>
          <ac:spMkLst>
            <pc:docMk/>
            <pc:sldMk cId="3243825964" sldId="704"/>
            <ac:spMk id="23" creationId="{61940429-1256-BADB-9CDD-311F4CCA32CF}"/>
          </ac:spMkLst>
        </pc:spChg>
        <pc:spChg chg="add mod">
          <ac:chgData name="Naimish Vadodariya" userId="d2e325c0593a319e" providerId="LiveId" clId="{E1748CB8-6BF5-4F7F-80E7-7DC838247FE4}" dt="2026-09-12T09:06:05.015" v="3948" actId="113"/>
          <ac:spMkLst>
            <pc:docMk/>
            <pc:sldMk cId="3243825964" sldId="704"/>
            <ac:spMk id="24" creationId="{C7F8373C-CBF8-C87D-064E-1C569E7431C7}"/>
          </ac:spMkLst>
        </pc:spChg>
        <pc:spChg chg="add mod">
          <ac:chgData name="Naimish Vadodariya" userId="d2e325c0593a319e" providerId="LiveId" clId="{E1748CB8-6BF5-4F7F-80E7-7DC838247FE4}" dt="2026-09-12T09:06:07.151" v="3949" actId="113"/>
          <ac:spMkLst>
            <pc:docMk/>
            <pc:sldMk cId="3243825964" sldId="704"/>
            <ac:spMk id="26" creationId="{B8F592EB-0A2B-BF36-F558-4F37B6829840}"/>
          </ac:spMkLst>
        </pc:spChg>
        <pc:spChg chg="add mod">
          <ac:chgData name="Naimish Vadodariya" userId="d2e325c0593a319e" providerId="LiveId" clId="{E1748CB8-6BF5-4F7F-80E7-7DC838247FE4}" dt="2026-09-12T09:07:49.683" v="3981" actId="1036"/>
          <ac:spMkLst>
            <pc:docMk/>
            <pc:sldMk cId="3243825964" sldId="704"/>
            <ac:spMk id="28" creationId="{724FB19A-4B02-0A14-2B15-4E5583D16D60}"/>
          </ac:spMkLst>
        </pc:spChg>
        <pc:spChg chg="add mod">
          <ac:chgData name="Naimish Vadodariya" userId="d2e325c0593a319e" providerId="LiveId" clId="{E1748CB8-6BF5-4F7F-80E7-7DC838247FE4}" dt="2026-09-12T09:07:49.683" v="3981" actId="1036"/>
          <ac:spMkLst>
            <pc:docMk/>
            <pc:sldMk cId="3243825964" sldId="704"/>
            <ac:spMk id="30" creationId="{379CCFE8-42A0-3A03-2D21-DB884BD5EC71}"/>
          </ac:spMkLst>
        </pc:spChg>
        <pc:spChg chg="add mod">
          <ac:chgData name="Naimish Vadodariya" userId="d2e325c0593a319e" providerId="LiveId" clId="{E1748CB8-6BF5-4F7F-80E7-7DC838247FE4}" dt="2026-09-18T07:27:46.542" v="5105" actId="113"/>
          <ac:spMkLst>
            <pc:docMk/>
            <pc:sldMk cId="3243825964" sldId="704"/>
            <ac:spMk id="35" creationId="{ADBE4EB8-C785-8AE4-C48F-CC40DBED0361}"/>
          </ac:spMkLst>
        </pc:spChg>
        <pc:spChg chg="add mod">
          <ac:chgData name="Naimish Vadodariya" userId="d2e325c0593a319e" providerId="LiveId" clId="{E1748CB8-6BF5-4F7F-80E7-7DC838247FE4}" dt="2026-09-18T07:27:59.654" v="5108" actId="113"/>
          <ac:spMkLst>
            <pc:docMk/>
            <pc:sldMk cId="3243825964" sldId="704"/>
            <ac:spMk id="37" creationId="{44288B82-3706-FBE5-A741-02B9B49F94C0}"/>
          </ac:spMkLst>
        </pc:spChg>
        <pc:spChg chg="add mod">
          <ac:chgData name="Naimish Vadodariya" userId="d2e325c0593a319e" providerId="LiveId" clId="{E1748CB8-6BF5-4F7F-80E7-7DC838247FE4}" dt="2026-09-18T07:28:29.796" v="5111" actId="1076"/>
          <ac:spMkLst>
            <pc:docMk/>
            <pc:sldMk cId="3243825964" sldId="704"/>
            <ac:spMk id="39" creationId="{861EA08A-CAD8-F2F1-CE27-70F5C2040BCF}"/>
          </ac:spMkLst>
        </pc:spChg>
        <pc:picChg chg="add mod ord modCrop">
          <ac:chgData name="Naimish Vadodariya" userId="d2e325c0593a319e" providerId="LiveId" clId="{E1748CB8-6BF5-4F7F-80E7-7DC838247FE4}" dt="2026-09-18T07:27:35.395" v="5103" actId="1076"/>
          <ac:picMkLst>
            <pc:docMk/>
            <pc:sldMk cId="3243825964" sldId="704"/>
            <ac:picMk id="5" creationId="{76E1E673-0289-BE88-92E4-BBEFF87E3577}"/>
          </ac:picMkLst>
        </pc:picChg>
        <pc:cxnChg chg="add mod">
          <ac:chgData name="Naimish Vadodariya" userId="d2e325c0593a319e" providerId="LiveId" clId="{E1748CB8-6BF5-4F7F-80E7-7DC838247FE4}" dt="2026-09-18T07:28:43.550" v="5112" actId="208"/>
          <ac:cxnSpMkLst>
            <pc:docMk/>
            <pc:sldMk cId="3243825964" sldId="704"/>
            <ac:cxnSpMk id="7" creationId="{C0D62FA9-E4EE-9736-C943-3648C1605F16}"/>
          </ac:cxnSpMkLst>
        </pc:cxnChg>
        <pc:cxnChg chg="add mod">
          <ac:chgData name="Naimish Vadodariya" userId="d2e325c0593a319e" providerId="LiveId" clId="{E1748CB8-6BF5-4F7F-80E7-7DC838247FE4}" dt="2026-09-12T09:08:03.676" v="3982" actId="208"/>
          <ac:cxnSpMkLst>
            <pc:docMk/>
            <pc:sldMk cId="3243825964" sldId="704"/>
            <ac:cxnSpMk id="15" creationId="{002009D2-5334-E498-191F-47488C2F42AC}"/>
          </ac:cxnSpMkLst>
        </pc:cxnChg>
      </pc:sldChg>
      <pc:sldChg chg="addSp modSp new mod addAnim delAnim modAnim">
        <pc:chgData name="Naimish Vadodariya" userId="d2e325c0593a319e" providerId="LiveId" clId="{E1748CB8-6BF5-4F7F-80E7-7DC838247FE4}" dt="2026-09-23T14:37:32.140" v="5578" actId="20577"/>
        <pc:sldMkLst>
          <pc:docMk/>
          <pc:sldMk cId="3250494208" sldId="705"/>
        </pc:sldMkLst>
        <pc:spChg chg="mod">
          <ac:chgData name="Naimish Vadodariya" userId="d2e325c0593a319e" providerId="LiveId" clId="{E1748CB8-6BF5-4F7F-80E7-7DC838247FE4}" dt="2026-09-23T14:37:32.140" v="5578" actId="20577"/>
          <ac:spMkLst>
            <pc:docMk/>
            <pc:sldMk cId="3250494208" sldId="705"/>
            <ac:spMk id="2" creationId="{85BC5696-8871-7C81-FA40-DCE846B70D9B}"/>
          </ac:spMkLst>
        </pc:spChg>
        <pc:spChg chg="mod">
          <ac:chgData name="Naimish Vadodariya" userId="d2e325c0593a319e" providerId="LiveId" clId="{E1748CB8-6BF5-4F7F-80E7-7DC838247FE4}" dt="2026-09-23T14:05:27.244" v="5349" actId="20577"/>
          <ac:spMkLst>
            <pc:docMk/>
            <pc:sldMk cId="3250494208" sldId="705"/>
            <ac:spMk id="3" creationId="{370C81C5-463B-11EA-F244-3895CF160BC5}"/>
          </ac:spMkLst>
        </pc:spChg>
        <pc:spChg chg="add mod">
          <ac:chgData name="Naimish Vadodariya" userId="d2e325c0593a319e" providerId="LiveId" clId="{E1748CB8-6BF5-4F7F-80E7-7DC838247FE4}" dt="2026-09-23T14:10:45.961" v="5465" actId="1076"/>
          <ac:spMkLst>
            <pc:docMk/>
            <pc:sldMk cId="3250494208" sldId="705"/>
            <ac:spMk id="4" creationId="{4F9E36FB-BDED-CFB1-2A7A-7ABF97C00652}"/>
          </ac:spMkLst>
        </pc:spChg>
        <pc:spChg chg="add mod">
          <ac:chgData name="Naimish Vadodariya" userId="d2e325c0593a319e" providerId="LiveId" clId="{E1748CB8-6BF5-4F7F-80E7-7DC838247FE4}" dt="2026-09-23T14:11:00.137" v="5467" actId="1076"/>
          <ac:spMkLst>
            <pc:docMk/>
            <pc:sldMk cId="3250494208" sldId="705"/>
            <ac:spMk id="6" creationId="{0CCAAC31-700C-19DB-D7A5-4D6D9233B832}"/>
          </ac:spMkLst>
        </pc:spChg>
        <pc:spChg chg="add mod">
          <ac:chgData name="Naimish Vadodariya" userId="d2e325c0593a319e" providerId="LiveId" clId="{E1748CB8-6BF5-4F7F-80E7-7DC838247FE4}" dt="2026-09-23T14:09:57.218" v="5457" actId="1076"/>
          <ac:spMkLst>
            <pc:docMk/>
            <pc:sldMk cId="3250494208" sldId="705"/>
            <ac:spMk id="7" creationId="{2EE454C7-5107-19A9-7E5A-47DEC01E9CDD}"/>
          </ac:spMkLst>
        </pc:spChg>
        <pc:spChg chg="add mod">
          <ac:chgData name="Naimish Vadodariya" userId="d2e325c0593a319e" providerId="LiveId" clId="{E1748CB8-6BF5-4F7F-80E7-7DC838247FE4}" dt="2026-09-23T14:10:24.426" v="5462" actId="208"/>
          <ac:spMkLst>
            <pc:docMk/>
            <pc:sldMk cId="3250494208" sldId="705"/>
            <ac:spMk id="9" creationId="{02123025-7D54-7898-D03C-12D0FA8F3E06}"/>
          </ac:spMkLst>
        </pc:spChg>
      </pc:sldChg>
      <pc:sldChg chg="addSp delSp modSp new mod addAnim delAnim modAnim">
        <pc:chgData name="Naimish Vadodariya" userId="d2e325c0593a319e" providerId="LiveId" clId="{E1748CB8-6BF5-4F7F-80E7-7DC838247FE4}" dt="2026-09-25T04:49:12.203" v="5838" actId="20577"/>
        <pc:sldMkLst>
          <pc:docMk/>
          <pc:sldMk cId="330795276" sldId="706"/>
        </pc:sldMkLst>
        <pc:spChg chg="mod">
          <ac:chgData name="Naimish Vadodariya" userId="d2e325c0593a319e" providerId="LiveId" clId="{E1748CB8-6BF5-4F7F-80E7-7DC838247FE4}" dt="2026-09-23T13:43:32.350" v="5275"/>
          <ac:spMkLst>
            <pc:docMk/>
            <pc:sldMk cId="330795276" sldId="706"/>
            <ac:spMk id="2" creationId="{B4418FC6-BCFB-8392-E1DD-A95567E9DD30}"/>
          </ac:spMkLst>
        </pc:spChg>
        <pc:spChg chg="mod">
          <ac:chgData name="Naimish Vadodariya" userId="d2e325c0593a319e" providerId="LiveId" clId="{E1748CB8-6BF5-4F7F-80E7-7DC838247FE4}" dt="2026-09-23T14:05:36.087" v="5351" actId="6549"/>
          <ac:spMkLst>
            <pc:docMk/>
            <pc:sldMk cId="330795276" sldId="706"/>
            <ac:spMk id="3" creationId="{01571E81-4F1B-797C-F1ED-F620292AB18A}"/>
          </ac:spMkLst>
        </pc:spChg>
        <pc:graphicFrameChg chg="add mod modGraphic">
          <ac:chgData name="Naimish Vadodariya" userId="d2e325c0593a319e" providerId="LiveId" clId="{E1748CB8-6BF5-4F7F-80E7-7DC838247FE4}" dt="2026-09-25T04:49:12.203" v="5838" actId="20577"/>
          <ac:graphicFrameMkLst>
            <pc:docMk/>
            <pc:sldMk cId="330795276" sldId="706"/>
            <ac:graphicFrameMk id="5" creationId="{B31A2836-6870-6591-3648-3323C92E5E74}"/>
          </ac:graphicFrameMkLst>
        </pc:graphicFrameChg>
      </pc:sldChg>
      <pc:sldChg chg="addSp delSp modSp new mod ord modAnim">
        <pc:chgData name="Naimish Vadodariya" userId="d2e325c0593a319e" providerId="LiveId" clId="{E1748CB8-6BF5-4F7F-80E7-7DC838247FE4}" dt="2026-09-23T14:29:43.963" v="5498" actId="1076"/>
        <pc:sldMkLst>
          <pc:docMk/>
          <pc:sldMk cId="2823437617" sldId="707"/>
        </pc:sldMkLst>
        <pc:spChg chg="mod">
          <ac:chgData name="Naimish Vadodariya" userId="d2e325c0593a319e" providerId="LiveId" clId="{E1748CB8-6BF5-4F7F-80E7-7DC838247FE4}" dt="2026-09-14T06:13:00.063" v="4556" actId="20577"/>
          <ac:spMkLst>
            <pc:docMk/>
            <pc:sldMk cId="2823437617" sldId="707"/>
            <ac:spMk id="3" creationId="{094AD8EC-5910-53EA-2239-0A5D7A84FD01}"/>
          </ac:spMkLst>
        </pc:spChg>
        <pc:spChg chg="add mod">
          <ac:chgData name="Naimish Vadodariya" userId="d2e325c0593a319e" providerId="LiveId" clId="{E1748CB8-6BF5-4F7F-80E7-7DC838247FE4}" dt="2026-09-23T14:29:43.963" v="5498" actId="1076"/>
          <ac:spMkLst>
            <pc:docMk/>
            <pc:sldMk cId="2823437617" sldId="707"/>
            <ac:spMk id="6" creationId="{7EEA9724-8356-ECD8-EA82-123E6CFC049F}"/>
          </ac:spMkLst>
        </pc:spChg>
        <pc:spChg chg="add mod">
          <ac:chgData name="Naimish Vadodariya" userId="d2e325c0593a319e" providerId="LiveId" clId="{E1748CB8-6BF5-4F7F-80E7-7DC838247FE4}" dt="2026-09-23T14:29:26.796" v="5496" actId="1076"/>
          <ac:spMkLst>
            <pc:docMk/>
            <pc:sldMk cId="2823437617" sldId="707"/>
            <ac:spMk id="8" creationId="{84F34D1B-E935-EF8B-15FC-245423CA0657}"/>
          </ac:spMkLst>
        </pc:spChg>
        <pc:graphicFrameChg chg="add mod ord modGraphic">
          <ac:chgData name="Naimish Vadodariya" userId="d2e325c0593a319e" providerId="LiveId" clId="{E1748CB8-6BF5-4F7F-80E7-7DC838247FE4}" dt="2026-09-23T14:29:12.627" v="5494" actId="14100"/>
          <ac:graphicFrameMkLst>
            <pc:docMk/>
            <pc:sldMk cId="2823437617" sldId="707"/>
            <ac:graphicFrameMk id="4" creationId="{967BA9C0-7D8E-5F0E-3374-2233981ACDDD}"/>
          </ac:graphicFrameMkLst>
        </pc:graphicFrameChg>
        <pc:graphicFrameChg chg="add mod modGraphic">
          <ac:chgData name="Naimish Vadodariya" userId="d2e325c0593a319e" providerId="LiveId" clId="{E1748CB8-6BF5-4F7F-80E7-7DC838247FE4}" dt="2026-09-23T14:29:37.955" v="5497" actId="1076"/>
          <ac:graphicFrameMkLst>
            <pc:docMk/>
            <pc:sldMk cId="2823437617" sldId="707"/>
            <ac:graphicFrameMk id="5" creationId="{37541243-8F40-E9D1-D927-F649441C501D}"/>
          </ac:graphicFrameMkLst>
        </pc:graphicFrameChg>
        <pc:graphicFrameChg chg="add mod modGraphic">
          <ac:chgData name="Naimish Vadodariya" userId="d2e325c0593a319e" providerId="LiveId" clId="{E1748CB8-6BF5-4F7F-80E7-7DC838247FE4}" dt="2026-09-23T14:29:22.648" v="5495" actId="1076"/>
          <ac:graphicFrameMkLst>
            <pc:docMk/>
            <pc:sldMk cId="2823437617" sldId="707"/>
            <ac:graphicFrameMk id="11" creationId="{FF1EA1C9-25E8-D1C9-CC72-AE34615575D1}"/>
          </ac:graphicFrameMkLst>
        </pc:graphicFrameChg>
        <pc:picChg chg="add mod">
          <ac:chgData name="Naimish Vadodariya" userId="d2e325c0593a319e" providerId="LiveId" clId="{E1748CB8-6BF5-4F7F-80E7-7DC838247FE4}" dt="2026-09-23T13:56:20.166" v="5325" actId="1076"/>
          <ac:picMkLst>
            <pc:docMk/>
            <pc:sldMk cId="2823437617" sldId="707"/>
            <ac:picMk id="10" creationId="{B5C1726A-79E4-6D6A-6908-C5FC6D0E0B12}"/>
          </ac:picMkLst>
        </pc:picChg>
      </pc:sldChg>
      <pc:sldChg chg="modSp add mod ord">
        <pc:chgData name="Naimish Vadodariya" userId="d2e325c0593a319e" providerId="LiveId" clId="{E1748CB8-6BF5-4F7F-80E7-7DC838247FE4}" dt="2026-09-27T12:27:10.321" v="6680" actId="20577"/>
        <pc:sldMkLst>
          <pc:docMk/>
          <pc:sldMk cId="2171668522" sldId="708"/>
        </pc:sldMkLst>
        <pc:spChg chg="mod">
          <ac:chgData name="Naimish Vadodariya" userId="d2e325c0593a319e" providerId="LiveId" clId="{E1748CB8-6BF5-4F7F-80E7-7DC838247FE4}" dt="2026-09-25T03:25:48.234" v="5645" actId="20577"/>
          <ac:spMkLst>
            <pc:docMk/>
            <pc:sldMk cId="2171668522" sldId="708"/>
            <ac:spMk id="4" creationId="{D3F050D7-9B6B-3B8E-124D-6A189F46AD41}"/>
          </ac:spMkLst>
        </pc:spChg>
        <pc:spChg chg="mod">
          <ac:chgData name="Naimish Vadodariya" userId="d2e325c0593a319e" providerId="LiveId" clId="{E1748CB8-6BF5-4F7F-80E7-7DC838247FE4}" dt="2026-09-27T12:27:10.321" v="6680" actId="20577"/>
          <ac:spMkLst>
            <pc:docMk/>
            <pc:sldMk cId="2171668522" sldId="708"/>
            <ac:spMk id="5" creationId="{9F333D9C-84AF-1777-EB49-F51D552D1FF4}"/>
          </ac:spMkLst>
        </pc:spChg>
      </pc:sldChg>
      <pc:sldChg chg="modSp new mod ord addAnim delAnim modAnim">
        <pc:chgData name="Naimish Vadodariya" userId="d2e325c0593a319e" providerId="LiveId" clId="{E1748CB8-6BF5-4F7F-80E7-7DC838247FE4}" dt="2026-09-27T12:40:09.006" v="6741"/>
        <pc:sldMkLst>
          <pc:docMk/>
          <pc:sldMk cId="1287436398" sldId="709"/>
        </pc:sldMkLst>
        <pc:spChg chg="mod">
          <ac:chgData name="Naimish Vadodariya" userId="d2e325c0593a319e" providerId="LiveId" clId="{E1748CB8-6BF5-4F7F-80E7-7DC838247FE4}" dt="2026-09-25T04:56:34.981" v="5961" actId="207"/>
          <ac:spMkLst>
            <pc:docMk/>
            <pc:sldMk cId="1287436398" sldId="709"/>
            <ac:spMk id="2" creationId="{26FD6EEB-0533-FB89-A314-4E6B76F352CD}"/>
          </ac:spMkLst>
        </pc:spChg>
        <pc:spChg chg="mod">
          <ac:chgData name="Naimish Vadodariya" userId="d2e325c0593a319e" providerId="LiveId" clId="{E1748CB8-6BF5-4F7F-80E7-7DC838247FE4}" dt="2026-09-27T12:15:54.751" v="6624" actId="6549"/>
          <ac:spMkLst>
            <pc:docMk/>
            <pc:sldMk cId="1287436398" sldId="709"/>
            <ac:spMk id="3" creationId="{72CEE147-B700-D5D5-0646-37CBCF534A33}"/>
          </ac:spMkLst>
        </pc:spChg>
      </pc:sldChg>
      <pc:sldChg chg="modSp add mod">
        <pc:chgData name="Naimish Vadodariya" userId="d2e325c0593a319e" providerId="LiveId" clId="{E1748CB8-6BF5-4F7F-80E7-7DC838247FE4}" dt="2026-09-25T03:26:58.808" v="5688" actId="20577"/>
        <pc:sldMkLst>
          <pc:docMk/>
          <pc:sldMk cId="564835870" sldId="710"/>
        </pc:sldMkLst>
        <pc:spChg chg="mod">
          <ac:chgData name="Naimish Vadodariya" userId="d2e325c0593a319e" providerId="LiveId" clId="{E1748CB8-6BF5-4F7F-80E7-7DC838247FE4}" dt="2026-09-25T03:26:58.808" v="5688" actId="20577"/>
          <ac:spMkLst>
            <pc:docMk/>
            <pc:sldMk cId="564835870" sldId="710"/>
            <ac:spMk id="4" creationId="{7634C115-6491-1C1C-0F43-20D26AD763B9}"/>
          </ac:spMkLst>
        </pc:spChg>
        <pc:spChg chg="mod">
          <ac:chgData name="Naimish Vadodariya" userId="d2e325c0593a319e" providerId="LiveId" clId="{E1748CB8-6BF5-4F7F-80E7-7DC838247FE4}" dt="2026-09-25T03:26:51.034" v="5686" actId="20577"/>
          <ac:spMkLst>
            <pc:docMk/>
            <pc:sldMk cId="564835870" sldId="710"/>
            <ac:spMk id="5" creationId="{32A5F93B-8B89-DAEB-34B6-3F0A29A681BD}"/>
          </ac:spMkLst>
        </pc:spChg>
      </pc:sldChg>
      <pc:sldChg chg="addSp modSp new mod addAnim delAnim modAnim">
        <pc:chgData name="Naimish Vadodariya" userId="d2e325c0593a319e" providerId="LiveId" clId="{E1748CB8-6BF5-4F7F-80E7-7DC838247FE4}" dt="2026-09-27T13:04:02.247" v="6832"/>
        <pc:sldMkLst>
          <pc:docMk/>
          <pc:sldMk cId="2231461045" sldId="711"/>
        </pc:sldMkLst>
        <pc:spChg chg="mod">
          <ac:chgData name="Naimish Vadodariya" userId="d2e325c0593a319e" providerId="LiveId" clId="{E1748CB8-6BF5-4F7F-80E7-7DC838247FE4}" dt="2026-09-27T04:27:41.525" v="6552" actId="20577"/>
          <ac:spMkLst>
            <pc:docMk/>
            <pc:sldMk cId="2231461045" sldId="711"/>
            <ac:spMk id="2" creationId="{8DB348EF-1722-5F55-6E7D-B34342285AB1}"/>
          </ac:spMkLst>
        </pc:spChg>
        <pc:spChg chg="mod">
          <ac:chgData name="Naimish Vadodariya" userId="d2e325c0593a319e" providerId="LiveId" clId="{E1748CB8-6BF5-4F7F-80E7-7DC838247FE4}" dt="2026-09-14T07:12:10.933" v="4800" actId="27636"/>
          <ac:spMkLst>
            <pc:docMk/>
            <pc:sldMk cId="2231461045" sldId="711"/>
            <ac:spMk id="3" creationId="{036FBD66-DC4C-1E13-828A-870B46C53D36}"/>
          </ac:spMkLst>
        </pc:spChg>
        <pc:spChg chg="add mod">
          <ac:chgData name="Naimish Vadodariya" userId="d2e325c0593a319e" providerId="LiveId" clId="{E1748CB8-6BF5-4F7F-80E7-7DC838247FE4}" dt="2026-09-25T05:01:15.684" v="6060" actId="11530"/>
          <ac:spMkLst>
            <pc:docMk/>
            <pc:sldMk cId="2231461045" sldId="711"/>
            <ac:spMk id="4" creationId="{8C24B1F7-6E57-4943-6C53-BC3A46B9E99F}"/>
          </ac:spMkLst>
        </pc:spChg>
        <pc:spChg chg="add mod">
          <ac:chgData name="Naimish Vadodariya" userId="d2e325c0593a319e" providerId="LiveId" clId="{E1748CB8-6BF5-4F7F-80E7-7DC838247FE4}" dt="2026-09-25T05:01:15.684" v="6060" actId="11530"/>
          <ac:spMkLst>
            <pc:docMk/>
            <pc:sldMk cId="2231461045" sldId="711"/>
            <ac:spMk id="6" creationId="{CCE30887-3C96-CD36-C4B5-97DCA4E300A5}"/>
          </ac:spMkLst>
        </pc:spChg>
        <pc:spChg chg="add mod">
          <ac:chgData name="Naimish Vadodariya" userId="d2e325c0593a319e" providerId="LiveId" clId="{E1748CB8-6BF5-4F7F-80E7-7DC838247FE4}" dt="2026-09-27T04:29:37.635" v="6583" actId="14100"/>
          <ac:spMkLst>
            <pc:docMk/>
            <pc:sldMk cId="2231461045" sldId="711"/>
            <ac:spMk id="7" creationId="{F1CBC234-1FF6-B336-9DEB-A08B33D09D23}"/>
          </ac:spMkLst>
        </pc:spChg>
        <pc:spChg chg="add mod">
          <ac:chgData name="Naimish Vadodariya" userId="d2e325c0593a319e" providerId="LiveId" clId="{E1748CB8-6BF5-4F7F-80E7-7DC838247FE4}" dt="2026-09-25T05:01:39.036" v="6061" actId="17032"/>
          <ac:spMkLst>
            <pc:docMk/>
            <pc:sldMk cId="2231461045" sldId="711"/>
            <ac:spMk id="8" creationId="{481C1FC7-A456-0414-3D6B-4510E760BABA}"/>
          </ac:spMkLst>
        </pc:spChg>
        <pc:spChg chg="add mod">
          <ac:chgData name="Naimish Vadodariya" userId="d2e325c0593a319e" providerId="LiveId" clId="{E1748CB8-6BF5-4F7F-80E7-7DC838247FE4}" dt="2026-09-27T04:30:11.207" v="6590" actId="207"/>
          <ac:spMkLst>
            <pc:docMk/>
            <pc:sldMk cId="2231461045" sldId="711"/>
            <ac:spMk id="11" creationId="{5419559A-15B6-B183-BEB9-1D49BF32E456}"/>
          </ac:spMkLst>
        </pc:spChg>
        <pc:cxnChg chg="add">
          <ac:chgData name="Naimish Vadodariya" userId="d2e325c0593a319e" providerId="LiveId" clId="{E1748CB8-6BF5-4F7F-80E7-7DC838247FE4}" dt="2026-09-25T05:01:47.161" v="6062" actId="11529"/>
          <ac:cxnSpMkLst>
            <pc:docMk/>
            <pc:sldMk cId="2231461045" sldId="711"/>
            <ac:cxnSpMk id="10" creationId="{117B5B66-FB21-6089-01AA-937AEC5D858F}"/>
          </ac:cxnSpMkLst>
        </pc:cxnChg>
        <pc:cxnChg chg="add mod">
          <ac:chgData name="Naimish Vadodariya" userId="d2e325c0593a319e" providerId="LiveId" clId="{E1748CB8-6BF5-4F7F-80E7-7DC838247FE4}" dt="2026-09-25T05:02:11.322" v="6064" actId="17032"/>
          <ac:cxnSpMkLst>
            <pc:docMk/>
            <pc:sldMk cId="2231461045" sldId="711"/>
            <ac:cxnSpMk id="12" creationId="{E3F043FF-CAD8-FBE1-2509-F84218820046}"/>
          </ac:cxnSpMkLst>
        </pc:cxnChg>
        <pc:cxnChg chg="add mod">
          <ac:chgData name="Naimish Vadodariya" userId="d2e325c0593a319e" providerId="LiveId" clId="{E1748CB8-6BF5-4F7F-80E7-7DC838247FE4}" dt="2026-09-27T04:29:54" v="6586" actId="14100"/>
          <ac:cxnSpMkLst>
            <pc:docMk/>
            <pc:sldMk cId="2231461045" sldId="711"/>
            <ac:cxnSpMk id="13" creationId="{3EF2963E-C5E4-925D-5980-A429C1AF2D6F}"/>
          </ac:cxnSpMkLst>
        </pc:cxnChg>
      </pc:sldChg>
      <pc:sldChg chg="addSp delSp modSp new mod ord addAnim delAnim modAnim">
        <pc:chgData name="Naimish Vadodariya" userId="d2e325c0593a319e" providerId="LiveId" clId="{E1748CB8-6BF5-4F7F-80E7-7DC838247FE4}" dt="2026-09-27T12:38:27.898" v="6735"/>
        <pc:sldMkLst>
          <pc:docMk/>
          <pc:sldMk cId="599232133" sldId="712"/>
        </pc:sldMkLst>
        <pc:spChg chg="del mod">
          <ac:chgData name="Naimish Vadodariya" userId="d2e325c0593a319e" providerId="LiveId" clId="{E1748CB8-6BF5-4F7F-80E7-7DC838247FE4}" dt="2026-09-27T12:34:19.513" v="6703" actId="478"/>
          <ac:spMkLst>
            <pc:docMk/>
            <pc:sldMk cId="599232133" sldId="712"/>
            <ac:spMk id="2" creationId="{453BC317-E838-EDDF-06AE-8702AC0E7EDB}"/>
          </ac:spMkLst>
        </pc:spChg>
        <pc:spChg chg="mod">
          <ac:chgData name="Naimish Vadodariya" userId="d2e325c0593a319e" providerId="LiveId" clId="{E1748CB8-6BF5-4F7F-80E7-7DC838247FE4}" dt="2026-09-18T08:54:43.775" v="5196" actId="20577"/>
          <ac:spMkLst>
            <pc:docMk/>
            <pc:sldMk cId="599232133" sldId="712"/>
            <ac:spMk id="3" creationId="{D1DE4F7F-8C5C-95A1-7110-C19C2BD6715F}"/>
          </ac:spMkLst>
        </pc:spChg>
        <pc:spChg chg="add del mod">
          <ac:chgData name="Naimish Vadodariya" userId="d2e325c0593a319e" providerId="LiveId" clId="{E1748CB8-6BF5-4F7F-80E7-7DC838247FE4}" dt="2026-09-27T12:34:36.823" v="6708" actId="478"/>
          <ac:spMkLst>
            <pc:docMk/>
            <pc:sldMk cId="599232133" sldId="712"/>
            <ac:spMk id="8" creationId="{BD1C3DF1-1C99-4C13-0A99-5F8F98B969E9}"/>
          </ac:spMkLst>
        </pc:spChg>
        <pc:picChg chg="add del mod modCrop">
          <ac:chgData name="Naimish Vadodariya" userId="d2e325c0593a319e" providerId="LiveId" clId="{E1748CB8-6BF5-4F7F-80E7-7DC838247FE4}" dt="2026-09-27T12:13:35.926" v="6592" actId="478"/>
          <ac:picMkLst>
            <pc:docMk/>
            <pc:sldMk cId="599232133" sldId="712"/>
            <ac:picMk id="5" creationId="{B0B3E288-39E1-1347-DDA8-8302D40BAA57}"/>
          </ac:picMkLst>
        </pc:picChg>
        <pc:picChg chg="add mod modCrop">
          <ac:chgData name="Naimish Vadodariya" userId="d2e325c0593a319e" providerId="LiveId" clId="{E1748CB8-6BF5-4F7F-80E7-7DC838247FE4}" dt="2026-09-27T12:35:00.560" v="6712" actId="1076"/>
          <ac:picMkLst>
            <pc:docMk/>
            <pc:sldMk cId="599232133" sldId="712"/>
            <ac:picMk id="6" creationId="{2507748B-933B-2841-E257-A2F045962F35}"/>
          </ac:picMkLst>
        </pc:picChg>
        <pc:picChg chg="add mod modCrop">
          <ac:chgData name="Naimish Vadodariya" userId="d2e325c0593a319e" providerId="LiveId" clId="{E1748CB8-6BF5-4F7F-80E7-7DC838247FE4}" dt="2026-09-27T12:38:18.067" v="6733" actId="1076"/>
          <ac:picMkLst>
            <pc:docMk/>
            <pc:sldMk cId="599232133" sldId="712"/>
            <ac:picMk id="10" creationId="{6CAD1E55-582F-C93F-170A-440619D45641}"/>
          </ac:picMkLst>
        </pc:picChg>
        <pc:cxnChg chg="add mod">
          <ac:chgData name="Naimish Vadodariya" userId="d2e325c0593a319e" providerId="LiveId" clId="{E1748CB8-6BF5-4F7F-80E7-7DC838247FE4}" dt="2026-09-27T12:38:06.441" v="6731" actId="1582"/>
          <ac:cxnSpMkLst>
            <pc:docMk/>
            <pc:sldMk cId="599232133" sldId="712"/>
            <ac:cxnSpMk id="12" creationId="{75671252-1F69-17DD-4842-0093E93D8B18}"/>
          </ac:cxnSpMkLst>
        </pc:cxnChg>
      </pc:sldChg>
      <pc:sldChg chg="new del">
        <pc:chgData name="Naimish Vadodariya" userId="d2e325c0593a319e" providerId="LiveId" clId="{E1748CB8-6BF5-4F7F-80E7-7DC838247FE4}" dt="2026-09-27T12:43:56.006" v="6799" actId="47"/>
        <pc:sldMkLst>
          <pc:docMk/>
          <pc:sldMk cId="1222001788" sldId="713"/>
        </pc:sldMkLst>
      </pc:sldChg>
      <pc:sldChg chg="addSp delSp modSp add mod">
        <pc:chgData name="Naimish Vadodariya" userId="d2e325c0593a319e" providerId="LiveId" clId="{E1748CB8-6BF5-4F7F-80E7-7DC838247FE4}" dt="2026-09-23T13:37:04.827" v="5210"/>
        <pc:sldMkLst>
          <pc:docMk/>
          <pc:sldMk cId="2099410518" sldId="714"/>
        </pc:sldMkLst>
        <pc:spChg chg="mod">
          <ac:chgData name="Naimish Vadodariya" userId="d2e325c0593a319e" providerId="LiveId" clId="{E1748CB8-6BF5-4F7F-80E7-7DC838247FE4}" dt="2026-09-23T13:37:04.827" v="5210"/>
          <ac:spMkLst>
            <pc:docMk/>
            <pc:sldMk cId="2099410518" sldId="714"/>
            <ac:spMk id="4" creationId="{EBF1AC6C-54DC-BC60-4F89-2311C525595A}"/>
          </ac:spMkLst>
        </pc:spChg>
      </pc:sldChg>
      <pc:sldChg chg="modSp add mod">
        <pc:chgData name="Naimish Vadodariya" userId="d2e325c0593a319e" providerId="LiveId" clId="{E1748CB8-6BF5-4F7F-80E7-7DC838247FE4}" dt="2026-09-23T13:39:30.213" v="5234"/>
        <pc:sldMkLst>
          <pc:docMk/>
          <pc:sldMk cId="348474553" sldId="715"/>
        </pc:sldMkLst>
        <pc:spChg chg="mod">
          <ac:chgData name="Naimish Vadodariya" userId="d2e325c0593a319e" providerId="LiveId" clId="{E1748CB8-6BF5-4F7F-80E7-7DC838247FE4}" dt="2026-09-23T13:39:30.213" v="5234"/>
          <ac:spMkLst>
            <pc:docMk/>
            <pc:sldMk cId="348474553" sldId="715"/>
            <ac:spMk id="4" creationId="{4FAD6517-434E-45D7-999B-A581B2319B4A}"/>
          </ac:spMkLst>
        </pc:spChg>
        <pc:spChg chg="mod">
          <ac:chgData name="Naimish Vadodariya" userId="d2e325c0593a319e" providerId="LiveId" clId="{E1748CB8-6BF5-4F7F-80E7-7DC838247FE4}" dt="2026-09-23T13:39:07.580" v="5232" actId="20577"/>
          <ac:spMkLst>
            <pc:docMk/>
            <pc:sldMk cId="348474553" sldId="715"/>
            <ac:spMk id="5" creationId="{968B8541-55CE-E9D1-E629-42B8BC0593B0}"/>
          </ac:spMkLst>
        </pc:spChg>
      </pc:sldChg>
      <pc:sldChg chg="modSp add mod">
        <pc:chgData name="Naimish Vadodariya" userId="d2e325c0593a319e" providerId="LiveId" clId="{E1748CB8-6BF5-4F7F-80E7-7DC838247FE4}" dt="2026-09-23T13:42:41.876" v="5270" actId="20577"/>
        <pc:sldMkLst>
          <pc:docMk/>
          <pc:sldMk cId="4070450383" sldId="716"/>
        </pc:sldMkLst>
        <pc:spChg chg="mod">
          <ac:chgData name="Naimish Vadodariya" userId="d2e325c0593a319e" providerId="LiveId" clId="{E1748CB8-6BF5-4F7F-80E7-7DC838247FE4}" dt="2026-09-23T13:42:36.116" v="5269" actId="20577"/>
          <ac:spMkLst>
            <pc:docMk/>
            <pc:sldMk cId="4070450383" sldId="716"/>
            <ac:spMk id="4" creationId="{688BF033-ECE6-63C1-A23F-F1CE21DED910}"/>
          </ac:spMkLst>
        </pc:spChg>
        <pc:spChg chg="mod">
          <ac:chgData name="Naimish Vadodariya" userId="d2e325c0593a319e" providerId="LiveId" clId="{E1748CB8-6BF5-4F7F-80E7-7DC838247FE4}" dt="2026-09-23T13:42:41.876" v="5270" actId="20577"/>
          <ac:spMkLst>
            <pc:docMk/>
            <pc:sldMk cId="4070450383" sldId="716"/>
            <ac:spMk id="5" creationId="{FA731247-3786-30F9-E4D4-B8DDFC5B6F03}"/>
          </ac:spMkLst>
        </pc:spChg>
      </pc:sldChg>
      <pc:sldChg chg="modSp new mod addAnim delAnim modAnim">
        <pc:chgData name="Naimish Vadodariya" userId="d2e325c0593a319e" providerId="LiveId" clId="{E1748CB8-6BF5-4F7F-80E7-7DC838247FE4}" dt="2026-09-23T14:37:05.482" v="5561" actId="20577"/>
        <pc:sldMkLst>
          <pc:docMk/>
          <pc:sldMk cId="2883910415" sldId="717"/>
        </pc:sldMkLst>
        <pc:spChg chg="mod">
          <ac:chgData name="Naimish Vadodariya" userId="d2e325c0593a319e" providerId="LiveId" clId="{E1748CB8-6BF5-4F7F-80E7-7DC838247FE4}" dt="2026-09-23T14:37:05.482" v="5561" actId="20577"/>
          <ac:spMkLst>
            <pc:docMk/>
            <pc:sldMk cId="2883910415" sldId="717"/>
            <ac:spMk id="2" creationId="{4C4BFB70-3783-96FD-283F-140D64764558}"/>
          </ac:spMkLst>
        </pc:spChg>
        <pc:spChg chg="mod">
          <ac:chgData name="Naimish Vadodariya" userId="d2e325c0593a319e" providerId="LiveId" clId="{E1748CB8-6BF5-4F7F-80E7-7DC838247FE4}" dt="2026-09-23T14:06:29.893" v="5391" actId="20577"/>
          <ac:spMkLst>
            <pc:docMk/>
            <pc:sldMk cId="2883910415" sldId="717"/>
            <ac:spMk id="3" creationId="{D7C49E14-6F47-6D48-9380-C1A9FE2EF514}"/>
          </ac:spMkLst>
        </pc:spChg>
      </pc:sldChg>
      <pc:sldChg chg="addSp delSp modSp new mod addAnim delAnim modAnim">
        <pc:chgData name="Naimish Vadodariya" userId="d2e325c0593a319e" providerId="LiveId" clId="{E1748CB8-6BF5-4F7F-80E7-7DC838247FE4}" dt="2026-09-23T14:36:23.344" v="5555" actId="313"/>
        <pc:sldMkLst>
          <pc:docMk/>
          <pc:sldMk cId="81478422" sldId="718"/>
        </pc:sldMkLst>
        <pc:spChg chg="add del mod">
          <ac:chgData name="Naimish Vadodariya" userId="d2e325c0593a319e" providerId="LiveId" clId="{E1748CB8-6BF5-4F7F-80E7-7DC838247FE4}" dt="2026-09-23T14:36:23.344" v="5555" actId="313"/>
          <ac:spMkLst>
            <pc:docMk/>
            <pc:sldMk cId="81478422" sldId="718"/>
            <ac:spMk id="2" creationId="{7D6A601A-0703-972D-49C6-AD805BDED810}"/>
          </ac:spMkLst>
        </pc:spChg>
        <pc:spChg chg="mod">
          <ac:chgData name="Naimish Vadodariya" userId="d2e325c0593a319e" providerId="LiveId" clId="{E1748CB8-6BF5-4F7F-80E7-7DC838247FE4}" dt="2026-09-23T14:30:35.585" v="5504"/>
          <ac:spMkLst>
            <pc:docMk/>
            <pc:sldMk cId="81478422" sldId="718"/>
            <ac:spMk id="3" creationId="{240C94C2-1237-EAFC-75CF-CA792CBC10DB}"/>
          </ac:spMkLst>
        </pc:spChg>
      </pc:sldChg>
      <pc:sldChg chg="modSp add mod">
        <pc:chgData name="Naimish Vadodariya" userId="d2e325c0593a319e" providerId="LiveId" clId="{E1748CB8-6BF5-4F7F-80E7-7DC838247FE4}" dt="2026-09-27T12:27:05.959" v="6679" actId="20577"/>
        <pc:sldMkLst>
          <pc:docMk/>
          <pc:sldMk cId="3346684372" sldId="719"/>
        </pc:sldMkLst>
        <pc:spChg chg="mod">
          <ac:chgData name="Naimish Vadodariya" userId="d2e325c0593a319e" providerId="LiveId" clId="{E1748CB8-6BF5-4F7F-80E7-7DC838247FE4}" dt="2026-09-27T12:27:05.959" v="6679" actId="20577"/>
          <ac:spMkLst>
            <pc:docMk/>
            <pc:sldMk cId="3346684372" sldId="719"/>
            <ac:spMk id="5" creationId="{E824AFE1-C760-AADF-297B-C92C6C6AD1AF}"/>
          </ac:spMkLst>
        </pc:spChg>
      </pc:sldChg>
      <pc:sldChg chg="modSp add del mod">
        <pc:chgData name="Naimish Vadodariya" userId="d2e325c0593a319e" providerId="LiveId" clId="{E1748CB8-6BF5-4F7F-80E7-7DC838247FE4}" dt="2026-09-27T12:26:58.814" v="6677" actId="2696"/>
        <pc:sldMkLst>
          <pc:docMk/>
          <pc:sldMk cId="4085935381" sldId="719"/>
        </pc:sldMkLst>
      </pc:sldChg>
      <pc:sldChg chg="addSp modSp new mod ord addAnim delAnim modAnim">
        <pc:chgData name="Naimish Vadodariya" userId="d2e325c0593a319e" providerId="LiveId" clId="{E1748CB8-6BF5-4F7F-80E7-7DC838247FE4}" dt="2026-09-27T12:43:39.067" v="6798"/>
        <pc:sldMkLst>
          <pc:docMk/>
          <pc:sldMk cId="818261422" sldId="720"/>
        </pc:sldMkLst>
        <pc:spChg chg="mod">
          <ac:chgData name="Naimish Vadodariya" userId="d2e325c0593a319e" providerId="LiveId" clId="{E1748CB8-6BF5-4F7F-80E7-7DC838247FE4}" dt="2026-09-27T12:41:45.646" v="6752" actId="14100"/>
          <ac:spMkLst>
            <pc:docMk/>
            <pc:sldMk cId="818261422" sldId="720"/>
            <ac:spMk id="2" creationId="{6479EC18-38AB-B4BF-89E1-E62498831E3B}"/>
          </ac:spMkLst>
        </pc:spChg>
        <pc:spChg chg="mod">
          <ac:chgData name="Naimish Vadodariya" userId="d2e325c0593a319e" providerId="LiveId" clId="{E1748CB8-6BF5-4F7F-80E7-7DC838247FE4}" dt="2026-09-27T12:42:13.396" v="6763" actId="20577"/>
          <ac:spMkLst>
            <pc:docMk/>
            <pc:sldMk cId="818261422" sldId="720"/>
            <ac:spMk id="3" creationId="{A70E9BC8-8FB4-71EC-7EBA-54546BDCAF93}"/>
          </ac:spMkLst>
        </pc:spChg>
        <pc:spChg chg="add mod">
          <ac:chgData name="Naimish Vadodariya" userId="d2e325c0593a319e" providerId="LiveId" clId="{E1748CB8-6BF5-4F7F-80E7-7DC838247FE4}" dt="2026-09-27T12:43:03.607" v="6792" actId="123"/>
          <ac:spMkLst>
            <pc:docMk/>
            <pc:sldMk cId="818261422" sldId="720"/>
            <ac:spMk id="4" creationId="{E8E0B462-73E4-DC7F-E20B-38477796BCB8}"/>
          </ac:spMkLst>
        </pc:spChg>
      </pc:sldChg>
      <pc:sldChg chg="modSp add del mod">
        <pc:chgData name="Naimish Vadodariya" userId="d2e325c0593a319e" providerId="LiveId" clId="{E1748CB8-6BF5-4F7F-80E7-7DC838247FE4}" dt="2026-09-27T12:26:58.814" v="6677" actId="2696"/>
        <pc:sldMkLst>
          <pc:docMk/>
          <pc:sldMk cId="1732505445" sldId="721"/>
        </pc:sldMkLst>
        <pc:spChg chg="mod">
          <ac:chgData name="Naimish Vadodariya" userId="d2e325c0593a319e" providerId="LiveId" clId="{E1748CB8-6BF5-4F7F-80E7-7DC838247FE4}" dt="2026-09-27T12:26:43.975" v="6676" actId="14"/>
          <ac:spMkLst>
            <pc:docMk/>
            <pc:sldMk cId="1732505445" sldId="721"/>
            <ac:spMk id="2" creationId="{93794437-3BA5-F2F1-B55E-92BB143769DD}"/>
          </ac:spMkLst>
        </pc:spChg>
      </pc:sldChg>
      <pc:sldChg chg="modSp add mod addAnim delAnim modAnim">
        <pc:chgData name="Naimish Vadodariya" userId="d2e325c0593a319e" providerId="LiveId" clId="{E1748CB8-6BF5-4F7F-80E7-7DC838247FE4}" dt="2026-09-27T12:38:56.945" v="6737"/>
        <pc:sldMkLst>
          <pc:docMk/>
          <pc:sldMk cId="2494729144" sldId="721"/>
        </pc:sldMkLst>
        <pc:spChg chg="mod">
          <ac:chgData name="Naimish Vadodariya" userId="d2e325c0593a319e" providerId="LiveId" clId="{E1748CB8-6BF5-4F7F-80E7-7DC838247FE4}" dt="2026-09-27T12:27:46.099" v="6692" actId="20577"/>
          <ac:spMkLst>
            <pc:docMk/>
            <pc:sldMk cId="2494729144" sldId="721"/>
            <ac:spMk id="2" creationId="{93794437-3BA5-F2F1-B55E-92BB143769DD}"/>
          </ac:spMkLst>
        </pc:spChg>
      </pc:sldChg>
      <pc:sldChg chg="addSp delSp modSp new mod modAnim">
        <pc:chgData name="Naimish Vadodariya" userId="d2e325c0593a319e" providerId="LiveId" clId="{E1748CB8-6BF5-4F7F-80E7-7DC838247FE4}" dt="2026-09-27T12:39:30.946" v="6739" actId="14734"/>
        <pc:sldMkLst>
          <pc:docMk/>
          <pc:sldMk cId="1698091829" sldId="722"/>
        </pc:sldMkLst>
        <pc:spChg chg="mod">
          <ac:chgData name="Naimish Vadodariya" userId="d2e325c0593a319e" providerId="LiveId" clId="{E1748CB8-6BF5-4F7F-80E7-7DC838247FE4}" dt="2026-09-25T04:41:31.570" v="5762" actId="20577"/>
          <ac:spMkLst>
            <pc:docMk/>
            <pc:sldMk cId="1698091829" sldId="722"/>
            <ac:spMk id="3" creationId="{F5B38D29-B977-E26E-04E9-18B93336F27E}"/>
          </ac:spMkLst>
        </pc:spChg>
        <pc:graphicFrameChg chg="add mod ord modGraphic">
          <ac:chgData name="Naimish Vadodariya" userId="d2e325c0593a319e" providerId="LiveId" clId="{E1748CB8-6BF5-4F7F-80E7-7DC838247FE4}" dt="2026-09-27T12:39:30.946" v="6739" actId="14734"/>
          <ac:graphicFrameMkLst>
            <pc:docMk/>
            <pc:sldMk cId="1698091829" sldId="722"/>
            <ac:graphicFrameMk id="5" creationId="{7352CDFF-1285-998A-FCED-938B1497CD22}"/>
          </ac:graphicFrameMkLst>
        </pc:graphicFrameChg>
      </pc:sldChg>
      <pc:sldChg chg="addSp delSp modSp new mod addAnim delAnim modAnim">
        <pc:chgData name="Naimish Vadodariya" userId="d2e325c0593a319e" providerId="LiveId" clId="{E1748CB8-6BF5-4F7F-80E7-7DC838247FE4}" dt="2026-09-27T13:05:15.480" v="6842"/>
        <pc:sldMkLst>
          <pc:docMk/>
          <pc:sldMk cId="2699249589" sldId="723"/>
        </pc:sldMkLst>
        <pc:spChg chg="mod">
          <ac:chgData name="Naimish Vadodariya" userId="d2e325c0593a319e" providerId="LiveId" clId="{E1748CB8-6BF5-4F7F-80E7-7DC838247FE4}" dt="2026-09-25T05:12:52.246" v="6161"/>
          <ac:spMkLst>
            <pc:docMk/>
            <pc:sldMk cId="2699249589" sldId="723"/>
            <ac:spMk id="2" creationId="{54D97C1F-F971-D3E2-D2EF-9C94C3D84A92}"/>
          </ac:spMkLst>
        </pc:spChg>
        <pc:spChg chg="mod">
          <ac:chgData name="Naimish Vadodariya" userId="d2e325c0593a319e" providerId="LiveId" clId="{E1748CB8-6BF5-4F7F-80E7-7DC838247FE4}" dt="2026-09-25T05:03:13.750" v="6069" actId="27636"/>
          <ac:spMkLst>
            <pc:docMk/>
            <pc:sldMk cId="2699249589" sldId="723"/>
            <ac:spMk id="3" creationId="{9AEF9C8B-1D6C-0B3B-6D03-33B0081C8F9E}"/>
          </ac:spMkLst>
        </pc:spChg>
        <pc:spChg chg="add mod">
          <ac:chgData name="Naimish Vadodariya" userId="d2e325c0593a319e" providerId="LiveId" clId="{E1748CB8-6BF5-4F7F-80E7-7DC838247FE4}" dt="2026-09-27T04:09:29.421" v="6442" actId="1076"/>
          <ac:spMkLst>
            <pc:docMk/>
            <pc:sldMk cId="2699249589" sldId="723"/>
            <ac:spMk id="4" creationId="{D422FB8E-81D2-E8ED-3E60-21563069501A}"/>
          </ac:spMkLst>
        </pc:spChg>
        <pc:spChg chg="add mod">
          <ac:chgData name="Naimish Vadodariya" userId="d2e325c0593a319e" providerId="LiveId" clId="{E1748CB8-6BF5-4F7F-80E7-7DC838247FE4}" dt="2026-09-27T04:05:30.392" v="6374" actId="20577"/>
          <ac:spMkLst>
            <pc:docMk/>
            <pc:sldMk cId="2699249589" sldId="723"/>
            <ac:spMk id="5" creationId="{D30196D3-CC87-BBC2-6EB1-C29B2B196084}"/>
          </ac:spMkLst>
        </pc:spChg>
        <pc:spChg chg="add mod">
          <ac:chgData name="Naimish Vadodariya" userId="d2e325c0593a319e" providerId="LiveId" clId="{E1748CB8-6BF5-4F7F-80E7-7DC838247FE4}" dt="2026-09-25T05:07:40.352" v="6094"/>
          <ac:spMkLst>
            <pc:docMk/>
            <pc:sldMk cId="2699249589" sldId="723"/>
            <ac:spMk id="6" creationId="{571F8A57-1C54-F49E-4024-09027206A927}"/>
          </ac:spMkLst>
        </pc:spChg>
        <pc:spChg chg="add mod">
          <ac:chgData name="Naimish Vadodariya" userId="d2e325c0593a319e" providerId="LiveId" clId="{E1748CB8-6BF5-4F7F-80E7-7DC838247FE4}" dt="2026-09-27T04:04:48.975" v="6369" actId="1076"/>
          <ac:spMkLst>
            <pc:docMk/>
            <pc:sldMk cId="2699249589" sldId="723"/>
            <ac:spMk id="8" creationId="{B5340ACD-A64A-EC69-7C3F-58DCD66DB1CF}"/>
          </ac:spMkLst>
        </pc:spChg>
        <pc:spChg chg="add mod">
          <ac:chgData name="Naimish Vadodariya" userId="d2e325c0593a319e" providerId="LiveId" clId="{E1748CB8-6BF5-4F7F-80E7-7DC838247FE4}" dt="2026-09-27T04:05:51.368" v="6377"/>
          <ac:spMkLst>
            <pc:docMk/>
            <pc:sldMk cId="2699249589" sldId="723"/>
            <ac:spMk id="9" creationId="{13D96A50-3AB2-6814-B359-42B06FB7A8D5}"/>
          </ac:spMkLst>
        </pc:spChg>
        <pc:spChg chg="add mod">
          <ac:chgData name="Naimish Vadodariya" userId="d2e325c0593a319e" providerId="LiveId" clId="{E1748CB8-6BF5-4F7F-80E7-7DC838247FE4}" dt="2026-09-27T04:09:03.556" v="6439" actId="6549"/>
          <ac:spMkLst>
            <pc:docMk/>
            <pc:sldMk cId="2699249589" sldId="723"/>
            <ac:spMk id="10" creationId="{EBA890EB-7790-A3F5-2A91-CFB5CCA0BB3A}"/>
          </ac:spMkLst>
        </pc:spChg>
        <pc:spChg chg="add mod">
          <ac:chgData name="Naimish Vadodariya" userId="d2e325c0593a319e" providerId="LiveId" clId="{E1748CB8-6BF5-4F7F-80E7-7DC838247FE4}" dt="2026-09-27T04:06:38.891" v="6417" actId="1076"/>
          <ac:spMkLst>
            <pc:docMk/>
            <pc:sldMk cId="2699249589" sldId="723"/>
            <ac:spMk id="12" creationId="{94FF29B2-C3DD-8EBB-6253-0CF16BA5F1EB}"/>
          </ac:spMkLst>
        </pc:spChg>
        <pc:spChg chg="add mod">
          <ac:chgData name="Naimish Vadodariya" userId="d2e325c0593a319e" providerId="LiveId" clId="{E1748CB8-6BF5-4F7F-80E7-7DC838247FE4}" dt="2026-09-27T04:09:13.608" v="6441" actId="20577"/>
          <ac:spMkLst>
            <pc:docMk/>
            <pc:sldMk cId="2699249589" sldId="723"/>
            <ac:spMk id="13" creationId="{28E226E3-7B85-DB14-DAF0-B536CEDC884B}"/>
          </ac:spMkLst>
        </pc:spChg>
        <pc:spChg chg="add mod">
          <ac:chgData name="Naimish Vadodariya" userId="d2e325c0593a319e" providerId="LiveId" clId="{E1748CB8-6BF5-4F7F-80E7-7DC838247FE4}" dt="2026-09-27T04:06:50.876" v="6418" actId="1076"/>
          <ac:spMkLst>
            <pc:docMk/>
            <pc:sldMk cId="2699249589" sldId="723"/>
            <ac:spMk id="14" creationId="{D8F5AC74-6E74-E905-F7E2-7000EA5DE6F5}"/>
          </ac:spMkLst>
        </pc:spChg>
        <pc:spChg chg="add mod">
          <ac:chgData name="Naimish Vadodariya" userId="d2e325c0593a319e" providerId="LiveId" clId="{E1748CB8-6BF5-4F7F-80E7-7DC838247FE4}" dt="2026-09-27T04:07:02.748" v="6419" actId="1076"/>
          <ac:spMkLst>
            <pc:docMk/>
            <pc:sldMk cId="2699249589" sldId="723"/>
            <ac:spMk id="16" creationId="{A7026B44-6062-6D83-6ECC-92BEEAE8F48D}"/>
          </ac:spMkLst>
        </pc:spChg>
        <pc:spChg chg="add mod">
          <ac:chgData name="Naimish Vadodariya" userId="d2e325c0593a319e" providerId="LiveId" clId="{E1748CB8-6BF5-4F7F-80E7-7DC838247FE4}" dt="2026-09-27T04:26:37.676" v="6548" actId="20577"/>
          <ac:spMkLst>
            <pc:docMk/>
            <pc:sldMk cId="2699249589" sldId="723"/>
            <ac:spMk id="25" creationId="{D2C9CD80-833B-1028-4632-ED30B8EA5173}"/>
          </ac:spMkLst>
        </pc:spChg>
        <pc:spChg chg="add mod">
          <ac:chgData name="Naimish Vadodariya" userId="d2e325c0593a319e" providerId="LiveId" clId="{E1748CB8-6BF5-4F7F-80E7-7DC838247FE4}" dt="2026-09-27T04:01:25.365" v="6363" actId="14100"/>
          <ac:spMkLst>
            <pc:docMk/>
            <pc:sldMk cId="2699249589" sldId="723"/>
            <ac:spMk id="27" creationId="{365D3BC9-BBEB-ABC5-9931-3378A9536269}"/>
          </ac:spMkLst>
        </pc:spChg>
        <pc:spChg chg="add mod">
          <ac:chgData name="Naimish Vadodariya" userId="d2e325c0593a319e" providerId="LiveId" clId="{E1748CB8-6BF5-4F7F-80E7-7DC838247FE4}" dt="2026-09-27T04:08:11.845" v="6433" actId="20577"/>
          <ac:spMkLst>
            <pc:docMk/>
            <pc:sldMk cId="2699249589" sldId="723"/>
            <ac:spMk id="29" creationId="{EEA61747-F986-4EC6-E524-D3938268F76C}"/>
          </ac:spMkLst>
        </pc:spChg>
        <pc:spChg chg="add mod">
          <ac:chgData name="Naimish Vadodariya" userId="d2e325c0593a319e" providerId="LiveId" clId="{E1748CB8-6BF5-4F7F-80E7-7DC838247FE4}" dt="2026-09-27T04:06:38.891" v="6417" actId="1076"/>
          <ac:spMkLst>
            <pc:docMk/>
            <pc:sldMk cId="2699249589" sldId="723"/>
            <ac:spMk id="31" creationId="{F98CC2E1-B4A4-3654-05D4-A439507EC9F6}"/>
          </ac:spMkLst>
        </pc:spChg>
        <pc:spChg chg="add mod">
          <ac:chgData name="Naimish Vadodariya" userId="d2e325c0593a319e" providerId="LiveId" clId="{E1748CB8-6BF5-4F7F-80E7-7DC838247FE4}" dt="2026-09-27T04:07:33.430" v="6423" actId="20577"/>
          <ac:spMkLst>
            <pc:docMk/>
            <pc:sldMk cId="2699249589" sldId="723"/>
            <ac:spMk id="33" creationId="{C8F7C068-473B-54FF-31D1-4CC73E6ED457}"/>
          </ac:spMkLst>
        </pc:spChg>
        <pc:spChg chg="add mod">
          <ac:chgData name="Naimish Vadodariya" userId="d2e325c0593a319e" providerId="LiveId" clId="{E1748CB8-6BF5-4F7F-80E7-7DC838247FE4}" dt="2026-09-27T04:08:39.631" v="6435" actId="20577"/>
          <ac:spMkLst>
            <pc:docMk/>
            <pc:sldMk cId="2699249589" sldId="723"/>
            <ac:spMk id="35" creationId="{A0456641-C704-7E18-3F6F-207E8E314630}"/>
          </ac:spMkLst>
        </pc:spChg>
        <pc:cxnChg chg="add mod">
          <ac:chgData name="Naimish Vadodariya" userId="d2e325c0593a319e" providerId="LiveId" clId="{E1748CB8-6BF5-4F7F-80E7-7DC838247FE4}" dt="2026-09-27T04:05:18.180" v="6371" actId="1076"/>
          <ac:cxnSpMkLst>
            <pc:docMk/>
            <pc:sldMk cId="2699249589" sldId="723"/>
            <ac:cxnSpMk id="7" creationId="{A5E4E4CB-D736-9394-A9F4-5422BA247B71}"/>
          </ac:cxnSpMkLst>
        </pc:cxnChg>
        <pc:cxnChg chg="add mod">
          <ac:chgData name="Naimish Vadodariya" userId="d2e325c0593a319e" providerId="LiveId" clId="{E1748CB8-6BF5-4F7F-80E7-7DC838247FE4}" dt="2026-09-27T04:08:54.321" v="6437" actId="1076"/>
          <ac:cxnSpMkLst>
            <pc:docMk/>
            <pc:sldMk cId="2699249589" sldId="723"/>
            <ac:cxnSpMk id="11" creationId="{AE7435C1-2D84-EFA1-29FA-A72E5FCC5DE9}"/>
          </ac:cxnSpMkLst>
        </pc:cxnChg>
        <pc:cxnChg chg="add mod">
          <ac:chgData name="Naimish Vadodariya" userId="d2e325c0593a319e" providerId="LiveId" clId="{E1748CB8-6BF5-4F7F-80E7-7DC838247FE4}" dt="2026-09-27T04:09:29.421" v="6442" actId="1076"/>
          <ac:cxnSpMkLst>
            <pc:docMk/>
            <pc:sldMk cId="2699249589" sldId="723"/>
            <ac:cxnSpMk id="18" creationId="{D3DF9E99-6061-BE86-0E67-AD2E12EE9F11}"/>
          </ac:cxnSpMkLst>
        </pc:cxnChg>
        <pc:cxnChg chg="add mod">
          <ac:chgData name="Naimish Vadodariya" userId="d2e325c0593a319e" providerId="LiveId" clId="{E1748CB8-6BF5-4F7F-80E7-7DC838247FE4}" dt="2026-09-25T05:10:10.838" v="6131" actId="1076"/>
          <ac:cxnSpMkLst>
            <pc:docMk/>
            <pc:sldMk cId="2699249589" sldId="723"/>
            <ac:cxnSpMk id="19" creationId="{984F4ADD-93FB-516F-E549-2B7D2EC70523}"/>
          </ac:cxnSpMkLst>
        </pc:cxnChg>
        <pc:cxnChg chg="add mod">
          <ac:chgData name="Naimish Vadodariya" userId="d2e325c0593a319e" providerId="LiveId" clId="{E1748CB8-6BF5-4F7F-80E7-7DC838247FE4}" dt="2026-09-25T05:10:17.051" v="6133" actId="1076"/>
          <ac:cxnSpMkLst>
            <pc:docMk/>
            <pc:sldMk cId="2699249589" sldId="723"/>
            <ac:cxnSpMk id="20" creationId="{BDE283B7-BD80-15A2-B3A7-781C7741A501}"/>
          </ac:cxnSpMkLst>
        </pc:cxnChg>
        <pc:cxnChg chg="add mod">
          <ac:chgData name="Naimish Vadodariya" userId="d2e325c0593a319e" providerId="LiveId" clId="{E1748CB8-6BF5-4F7F-80E7-7DC838247FE4}" dt="2026-09-27T04:06:38.891" v="6417" actId="1076"/>
          <ac:cxnSpMkLst>
            <pc:docMk/>
            <pc:sldMk cId="2699249589" sldId="723"/>
            <ac:cxnSpMk id="21" creationId="{77857CDA-34A6-E2A8-A7A7-AEEDCD6A417E}"/>
          </ac:cxnSpMkLst>
        </pc:cxnChg>
        <pc:cxnChg chg="add mod">
          <ac:chgData name="Naimish Vadodariya" userId="d2e325c0593a319e" providerId="LiveId" clId="{E1748CB8-6BF5-4F7F-80E7-7DC838247FE4}" dt="2026-09-27T04:06:50.876" v="6418" actId="1076"/>
          <ac:cxnSpMkLst>
            <pc:docMk/>
            <pc:sldMk cId="2699249589" sldId="723"/>
            <ac:cxnSpMk id="22" creationId="{BCA96C4A-C099-B823-4232-6765F6EB20C1}"/>
          </ac:cxnSpMkLst>
        </pc:cxnChg>
        <pc:cxnChg chg="add mod">
          <ac:chgData name="Naimish Vadodariya" userId="d2e325c0593a319e" providerId="LiveId" clId="{E1748CB8-6BF5-4F7F-80E7-7DC838247FE4}" dt="2026-09-27T04:07:06.613" v="6420" actId="1076"/>
          <ac:cxnSpMkLst>
            <pc:docMk/>
            <pc:sldMk cId="2699249589" sldId="723"/>
            <ac:cxnSpMk id="23" creationId="{EF89118B-A0E0-BCE8-C420-0EEC4C82DA35}"/>
          </ac:cxnSpMkLst>
        </pc:cxnChg>
      </pc:sldChg>
      <pc:sldChg chg="addSp modSp new del mod ord">
        <pc:chgData name="Naimish Vadodariya" userId="d2e325c0593a319e" providerId="LiveId" clId="{E1748CB8-6BF5-4F7F-80E7-7DC838247FE4}" dt="2026-09-27T04:17:15.421" v="6525" actId="47"/>
        <pc:sldMkLst>
          <pc:docMk/>
          <pc:sldMk cId="1653223251" sldId="724"/>
        </pc:sldMkLst>
      </pc:sldChg>
      <pc:sldChg chg="addSp delSp modSp add mod modAnim">
        <pc:chgData name="Naimish Vadodariya" userId="d2e325c0593a319e" providerId="LiveId" clId="{E1748CB8-6BF5-4F7F-80E7-7DC838247FE4}" dt="2026-09-27T13:06:15.839" v="6856"/>
        <pc:sldMkLst>
          <pc:docMk/>
          <pc:sldMk cId="4053716891" sldId="725"/>
        </pc:sldMkLst>
        <pc:spChg chg="mod">
          <ac:chgData name="Naimish Vadodariya" userId="d2e325c0593a319e" providerId="LiveId" clId="{E1748CB8-6BF5-4F7F-80E7-7DC838247FE4}" dt="2026-09-25T05:14:08.076" v="6198" actId="20577"/>
          <ac:spMkLst>
            <pc:docMk/>
            <pc:sldMk cId="4053716891" sldId="725"/>
            <ac:spMk id="3" creationId="{FE649312-5D68-D8A8-4A96-2B900247C9C9}"/>
          </ac:spMkLst>
        </pc:spChg>
        <pc:spChg chg="mod">
          <ac:chgData name="Naimish Vadodariya" userId="d2e325c0593a319e" providerId="LiveId" clId="{E1748CB8-6BF5-4F7F-80E7-7DC838247FE4}" dt="2026-09-25T08:07:23.073" v="6253" actId="1076"/>
          <ac:spMkLst>
            <pc:docMk/>
            <pc:sldMk cId="4053716891" sldId="725"/>
            <ac:spMk id="4" creationId="{A3CCFF43-33BA-7FD1-D1B6-557FCBBACA49}"/>
          </ac:spMkLst>
        </pc:spChg>
        <pc:spChg chg="mod">
          <ac:chgData name="Naimish Vadodariya" userId="d2e325c0593a319e" providerId="LiveId" clId="{E1748CB8-6BF5-4F7F-80E7-7DC838247FE4}" dt="2026-09-27T04:20:17.362" v="6541" actId="404"/>
          <ac:spMkLst>
            <pc:docMk/>
            <pc:sldMk cId="4053716891" sldId="725"/>
            <ac:spMk id="6" creationId="{E8F7AAFB-6926-5511-AB4B-51062ED2228C}"/>
          </ac:spMkLst>
        </pc:spChg>
        <pc:spChg chg="add mod">
          <ac:chgData name="Naimish Vadodariya" userId="d2e325c0593a319e" providerId="LiveId" clId="{E1748CB8-6BF5-4F7F-80E7-7DC838247FE4}" dt="2026-09-27T04:11:06.948" v="6459" actId="14100"/>
          <ac:spMkLst>
            <pc:docMk/>
            <pc:sldMk cId="4053716891" sldId="725"/>
            <ac:spMk id="7" creationId="{0FF04DC2-69FD-5BC3-CD41-0F3A2FB4DF93}"/>
          </ac:spMkLst>
        </pc:spChg>
        <pc:spChg chg="mod">
          <ac:chgData name="Naimish Vadodariya" userId="d2e325c0593a319e" providerId="LiveId" clId="{E1748CB8-6BF5-4F7F-80E7-7DC838247FE4}" dt="2026-09-25T08:07:23.073" v="6253" actId="1076"/>
          <ac:spMkLst>
            <pc:docMk/>
            <pc:sldMk cId="4053716891" sldId="725"/>
            <ac:spMk id="8" creationId="{C3AB9396-C79E-616B-E100-81F785FC707F}"/>
          </ac:spMkLst>
        </pc:spChg>
        <pc:spChg chg="mod">
          <ac:chgData name="Naimish Vadodariya" userId="d2e325c0593a319e" providerId="LiveId" clId="{E1748CB8-6BF5-4F7F-80E7-7DC838247FE4}" dt="2026-09-25T08:07:23.073" v="6253" actId="1076"/>
          <ac:spMkLst>
            <pc:docMk/>
            <pc:sldMk cId="4053716891" sldId="725"/>
            <ac:spMk id="12" creationId="{BAC153E4-C6D4-E17D-C131-72A87C3B8FFB}"/>
          </ac:spMkLst>
        </pc:spChg>
        <pc:spChg chg="mod">
          <ac:chgData name="Naimish Vadodariya" userId="d2e325c0593a319e" providerId="LiveId" clId="{E1748CB8-6BF5-4F7F-80E7-7DC838247FE4}" dt="2026-09-25T08:07:23.073" v="6253" actId="1076"/>
          <ac:spMkLst>
            <pc:docMk/>
            <pc:sldMk cId="4053716891" sldId="725"/>
            <ac:spMk id="14" creationId="{60EB016C-4281-2C93-A40E-AF5D75124CB6}"/>
          </ac:spMkLst>
        </pc:spChg>
        <pc:spChg chg="mod">
          <ac:chgData name="Naimish Vadodariya" userId="d2e325c0593a319e" providerId="LiveId" clId="{E1748CB8-6BF5-4F7F-80E7-7DC838247FE4}" dt="2026-09-27T04:11:23.359" v="6462" actId="1076"/>
          <ac:spMkLst>
            <pc:docMk/>
            <pc:sldMk cId="4053716891" sldId="725"/>
            <ac:spMk id="16" creationId="{F3303B71-A74A-A82B-E1E6-0A95CD6C4D50}"/>
          </ac:spMkLst>
        </pc:spChg>
        <pc:picChg chg="add mod">
          <ac:chgData name="Naimish Vadodariya" userId="d2e325c0593a319e" providerId="LiveId" clId="{E1748CB8-6BF5-4F7F-80E7-7DC838247FE4}" dt="2026-09-25T08:07:04.874" v="6252" actId="1076"/>
          <ac:picMkLst>
            <pc:docMk/>
            <pc:sldMk cId="4053716891" sldId="725"/>
            <ac:picMk id="15" creationId="{87E7EC37-F66F-2696-31E7-B59A53106042}"/>
          </ac:picMkLst>
        </pc:picChg>
        <pc:cxnChg chg="add mod">
          <ac:chgData name="Naimish Vadodariya" userId="d2e325c0593a319e" providerId="LiveId" clId="{E1748CB8-6BF5-4F7F-80E7-7DC838247FE4}" dt="2026-09-27T04:10:37.641" v="6444" actId="1076"/>
          <ac:cxnSpMkLst>
            <pc:docMk/>
            <pc:sldMk cId="4053716891" sldId="725"/>
            <ac:cxnSpMk id="2" creationId="{3E984ADD-C9C6-8594-71A0-15F4ABA3170A}"/>
          </ac:cxnSpMkLst>
        </pc:cxnChg>
        <pc:cxnChg chg="add mod">
          <ac:chgData name="Naimish Vadodariya" userId="d2e325c0593a319e" providerId="LiveId" clId="{E1748CB8-6BF5-4F7F-80E7-7DC838247FE4}" dt="2026-09-27T04:11:36.679" v="6464" actId="14100"/>
          <ac:cxnSpMkLst>
            <pc:docMk/>
            <pc:sldMk cId="4053716891" sldId="725"/>
            <ac:cxnSpMk id="28" creationId="{F3CBC21A-53E3-19B5-603C-072952CACDA7}"/>
          </ac:cxnSpMkLst>
        </pc:cxnChg>
        <pc:cxnChg chg="add mod">
          <ac:chgData name="Naimish Vadodariya" userId="d2e325c0593a319e" providerId="LiveId" clId="{E1748CB8-6BF5-4F7F-80E7-7DC838247FE4}" dt="2026-09-25T08:08:20.013" v="6261" actId="14100"/>
          <ac:cxnSpMkLst>
            <pc:docMk/>
            <pc:sldMk cId="4053716891" sldId="725"/>
            <ac:cxnSpMk id="30" creationId="{7E707F9A-20A0-C366-BE1C-46FB44110475}"/>
          </ac:cxnSpMkLst>
        </pc:cxnChg>
        <pc:cxnChg chg="add mod">
          <ac:chgData name="Naimish Vadodariya" userId="d2e325c0593a319e" providerId="LiveId" clId="{E1748CB8-6BF5-4F7F-80E7-7DC838247FE4}" dt="2026-09-25T08:08:34.864" v="6264" actId="14100"/>
          <ac:cxnSpMkLst>
            <pc:docMk/>
            <pc:sldMk cId="4053716891" sldId="725"/>
            <ac:cxnSpMk id="34" creationId="{23CF2ACF-A3C1-33F2-5EA6-896C719C75B1}"/>
          </ac:cxnSpMkLst>
        </pc:cxnChg>
        <pc:cxnChg chg="add mod">
          <ac:chgData name="Naimish Vadodariya" userId="d2e325c0593a319e" providerId="LiveId" clId="{E1748CB8-6BF5-4F7F-80E7-7DC838247FE4}" dt="2026-09-25T08:08:49.343" v="6269" actId="14100"/>
          <ac:cxnSpMkLst>
            <pc:docMk/>
            <pc:sldMk cId="4053716891" sldId="725"/>
            <ac:cxnSpMk id="37" creationId="{6E17E2D4-0985-4407-08A7-044086068366}"/>
          </ac:cxnSpMkLst>
        </pc:cxnChg>
        <pc:cxnChg chg="add mod">
          <ac:chgData name="Naimish Vadodariya" userId="d2e325c0593a319e" providerId="LiveId" clId="{E1748CB8-6BF5-4F7F-80E7-7DC838247FE4}" dt="2026-09-25T08:09:15.293" v="6274" actId="14100"/>
          <ac:cxnSpMkLst>
            <pc:docMk/>
            <pc:sldMk cId="4053716891" sldId="725"/>
            <ac:cxnSpMk id="42" creationId="{614F5A87-4AA5-87D7-C874-CA745EBBEBC7}"/>
          </ac:cxnSpMkLst>
        </pc:cxnChg>
        <pc:cxnChg chg="add mod">
          <ac:chgData name="Naimish Vadodariya" userId="d2e325c0593a319e" providerId="LiveId" clId="{E1748CB8-6BF5-4F7F-80E7-7DC838247FE4}" dt="2026-09-25T08:09:41.310" v="6277" actId="14100"/>
          <ac:cxnSpMkLst>
            <pc:docMk/>
            <pc:sldMk cId="4053716891" sldId="725"/>
            <ac:cxnSpMk id="44" creationId="{3EF88CE4-D15C-AF8E-FA61-093870C41B33}"/>
          </ac:cxnSpMkLst>
        </pc:cxnChg>
      </pc:sldChg>
      <pc:sldChg chg="addSp delSp modSp new mod modAnim">
        <pc:chgData name="Naimish Vadodariya" userId="d2e325c0593a319e" providerId="LiveId" clId="{E1748CB8-6BF5-4F7F-80E7-7DC838247FE4}" dt="2026-09-27T13:05:39.043" v="6848"/>
        <pc:sldMkLst>
          <pc:docMk/>
          <pc:sldMk cId="2606519274" sldId="726"/>
        </pc:sldMkLst>
        <pc:spChg chg="del">
          <ac:chgData name="Naimish Vadodariya" userId="d2e325c0593a319e" providerId="LiveId" clId="{E1748CB8-6BF5-4F7F-80E7-7DC838247FE4}" dt="2026-09-27T04:13:03.470" v="6476" actId="478"/>
          <ac:spMkLst>
            <pc:docMk/>
            <pc:sldMk cId="2606519274" sldId="726"/>
            <ac:spMk id="2" creationId="{FDF4F599-B628-4ABE-06DE-E29D2E52355B}"/>
          </ac:spMkLst>
        </pc:spChg>
        <pc:spChg chg="mod">
          <ac:chgData name="Naimish Vadodariya" userId="d2e325c0593a319e" providerId="LiveId" clId="{E1748CB8-6BF5-4F7F-80E7-7DC838247FE4}" dt="2026-09-27T04:12:47.950" v="6473" actId="20577"/>
          <ac:spMkLst>
            <pc:docMk/>
            <pc:sldMk cId="2606519274" sldId="726"/>
            <ac:spMk id="3" creationId="{37585AB3-A55D-B23F-E7B6-DB758544DDE3}"/>
          </ac:spMkLst>
        </pc:spChg>
        <pc:spChg chg="add mod">
          <ac:chgData name="Naimish Vadodariya" userId="d2e325c0593a319e" providerId="LiveId" clId="{E1748CB8-6BF5-4F7F-80E7-7DC838247FE4}" dt="2026-09-27T04:15:24.578" v="6503" actId="1076"/>
          <ac:spMkLst>
            <pc:docMk/>
            <pc:sldMk cId="2606519274" sldId="726"/>
            <ac:spMk id="5" creationId="{87073B25-52DA-E3C1-08EB-67CB11E910A3}"/>
          </ac:spMkLst>
        </pc:spChg>
        <pc:spChg chg="add mod">
          <ac:chgData name="Naimish Vadodariya" userId="d2e325c0593a319e" providerId="LiveId" clId="{E1748CB8-6BF5-4F7F-80E7-7DC838247FE4}" dt="2026-09-27T04:13:25.085" v="6480"/>
          <ac:spMkLst>
            <pc:docMk/>
            <pc:sldMk cId="2606519274" sldId="726"/>
            <ac:spMk id="7" creationId="{BEF2386B-6329-8523-3B26-72B0FB114FEB}"/>
          </ac:spMkLst>
        </pc:spChg>
        <pc:spChg chg="add mod">
          <ac:chgData name="Naimish Vadodariya" userId="d2e325c0593a319e" providerId="LiveId" clId="{E1748CB8-6BF5-4F7F-80E7-7DC838247FE4}" dt="2026-09-27T04:16:25.022" v="6517" actId="1076"/>
          <ac:spMkLst>
            <pc:docMk/>
            <pc:sldMk cId="2606519274" sldId="726"/>
            <ac:spMk id="9" creationId="{68432AE3-3D1B-EFE0-6E70-D797849241B5}"/>
          </ac:spMkLst>
        </pc:spChg>
        <pc:spChg chg="add del mod">
          <ac:chgData name="Naimish Vadodariya" userId="d2e325c0593a319e" providerId="LiveId" clId="{E1748CB8-6BF5-4F7F-80E7-7DC838247FE4}" dt="2026-09-27T04:14:22.461" v="6491" actId="478"/>
          <ac:spMkLst>
            <pc:docMk/>
            <pc:sldMk cId="2606519274" sldId="726"/>
            <ac:spMk id="13" creationId="{6C08FDB5-58DE-526D-5091-DB4E1F1A6183}"/>
          </ac:spMkLst>
        </pc:spChg>
        <pc:spChg chg="add mod">
          <ac:chgData name="Naimish Vadodariya" userId="d2e325c0593a319e" providerId="LiveId" clId="{E1748CB8-6BF5-4F7F-80E7-7DC838247FE4}" dt="2026-09-27T04:15:15.301" v="6502" actId="14100"/>
          <ac:spMkLst>
            <pc:docMk/>
            <pc:sldMk cId="2606519274" sldId="726"/>
            <ac:spMk id="14" creationId="{8099E1B7-5BBA-1C79-E6E9-78492D7A9F0E}"/>
          </ac:spMkLst>
        </pc:spChg>
        <pc:spChg chg="add mod">
          <ac:chgData name="Naimish Vadodariya" userId="d2e325c0593a319e" providerId="LiveId" clId="{E1748CB8-6BF5-4F7F-80E7-7DC838247FE4}" dt="2026-09-27T04:16:02.062" v="6513" actId="20577"/>
          <ac:spMkLst>
            <pc:docMk/>
            <pc:sldMk cId="2606519274" sldId="726"/>
            <ac:spMk id="17" creationId="{04393775-05E8-323C-EA6B-E5837813DB74}"/>
          </ac:spMkLst>
        </pc:spChg>
        <pc:spChg chg="add mod">
          <ac:chgData name="Naimish Vadodariya" userId="d2e325c0593a319e" providerId="LiveId" clId="{E1748CB8-6BF5-4F7F-80E7-7DC838247FE4}" dt="2026-09-27T04:16:54.131" v="6524" actId="20577"/>
          <ac:spMkLst>
            <pc:docMk/>
            <pc:sldMk cId="2606519274" sldId="726"/>
            <ac:spMk id="20" creationId="{048C7BE1-D8F8-E2A3-519B-0F245598CED3}"/>
          </ac:spMkLst>
        </pc:spChg>
        <pc:cxnChg chg="add mod">
          <ac:chgData name="Naimish Vadodariya" userId="d2e325c0593a319e" providerId="LiveId" clId="{E1748CB8-6BF5-4F7F-80E7-7DC838247FE4}" dt="2026-09-27T04:15:30.917" v="6504" actId="14100"/>
          <ac:cxnSpMkLst>
            <pc:docMk/>
            <pc:sldMk cId="2606519274" sldId="726"/>
            <ac:cxnSpMk id="10" creationId="{A85B1543-04C8-28C2-3D5C-34CAB8A76B6D}"/>
          </ac:cxnSpMkLst>
        </pc:cxnChg>
        <pc:cxnChg chg="add del mod">
          <ac:chgData name="Naimish Vadodariya" userId="d2e325c0593a319e" providerId="LiveId" clId="{E1748CB8-6BF5-4F7F-80E7-7DC838247FE4}" dt="2026-09-27T04:16:12.386" v="6515" actId="478"/>
          <ac:cxnSpMkLst>
            <pc:docMk/>
            <pc:sldMk cId="2606519274" sldId="726"/>
            <ac:cxnSpMk id="12" creationId="{9B8C89FF-7433-9B98-6065-FBAF678C3985}"/>
          </ac:cxnSpMkLst>
        </pc:cxnChg>
        <pc:cxnChg chg="add mod">
          <ac:chgData name="Naimish Vadodariya" userId="d2e325c0593a319e" providerId="LiveId" clId="{E1748CB8-6BF5-4F7F-80E7-7DC838247FE4}" dt="2026-09-27T04:16:18.855" v="6516" actId="1076"/>
          <ac:cxnSpMkLst>
            <pc:docMk/>
            <pc:sldMk cId="2606519274" sldId="726"/>
            <ac:cxnSpMk id="18" creationId="{A6355AD8-6523-65B2-B0CB-44FFB411612A}"/>
          </ac:cxnSpMkLst>
        </pc:cxnChg>
      </pc:sldChg>
      <pc:sldChg chg="addSp delSp modSp new mod ord modAnim">
        <pc:chgData name="Naimish Vadodariya" userId="d2e325c0593a319e" providerId="LiveId" clId="{E1748CB8-6BF5-4F7F-80E7-7DC838247FE4}" dt="2026-09-27T12:31:41.459" v="6700"/>
        <pc:sldMkLst>
          <pc:docMk/>
          <pc:sldMk cId="622629092" sldId="727"/>
        </pc:sldMkLst>
        <pc:spChg chg="del">
          <ac:chgData name="Naimish Vadodariya" userId="d2e325c0593a319e" providerId="LiveId" clId="{E1748CB8-6BF5-4F7F-80E7-7DC838247FE4}" dt="2026-09-27T12:14:20.390" v="6595"/>
          <ac:spMkLst>
            <pc:docMk/>
            <pc:sldMk cId="622629092" sldId="727"/>
            <ac:spMk id="2" creationId="{C57E149E-88F5-CAAD-D864-764EAFD9FB9A}"/>
          </ac:spMkLst>
        </pc:spChg>
        <pc:spChg chg="mod">
          <ac:chgData name="Naimish Vadodariya" userId="d2e325c0593a319e" providerId="LiveId" clId="{E1748CB8-6BF5-4F7F-80E7-7DC838247FE4}" dt="2026-09-27T12:16:04.309" v="6634" actId="20577"/>
          <ac:spMkLst>
            <pc:docMk/>
            <pc:sldMk cId="622629092" sldId="727"/>
            <ac:spMk id="3" creationId="{C7723667-6459-6CFE-C266-36CAFF4E6F33}"/>
          </ac:spMkLst>
        </pc:spChg>
        <pc:picChg chg="add mod ord modCrop">
          <ac:chgData name="Naimish Vadodariya" userId="d2e325c0593a319e" providerId="LiveId" clId="{E1748CB8-6BF5-4F7F-80E7-7DC838247FE4}" dt="2026-09-27T12:31:41.459" v="6700"/>
          <ac:picMkLst>
            <pc:docMk/>
            <pc:sldMk cId="622629092" sldId="727"/>
            <ac:picMk id="5" creationId="{CA484784-54A0-3174-4D1D-2F6DF02C7699}"/>
          </ac:picMkLst>
        </pc:picChg>
        <pc:picChg chg="add del mod">
          <ac:chgData name="Naimish Vadodariya" userId="d2e325c0593a319e" providerId="LiveId" clId="{E1748CB8-6BF5-4F7F-80E7-7DC838247FE4}" dt="2026-09-27T12:14:35.828" v="6598" actId="931"/>
          <ac:picMkLst>
            <pc:docMk/>
            <pc:sldMk cId="622629092" sldId="727"/>
            <ac:picMk id="7" creationId="{9F41EA43-9AE0-B02E-876F-784DD7405A23}"/>
          </ac:picMkLst>
        </pc:picChg>
      </pc:sldChg>
      <pc:sldChg chg="addSp delSp modSp new mod modAnim">
        <pc:chgData name="Naimish Vadodariya" userId="d2e325c0593a319e" providerId="LiveId" clId="{E1748CB8-6BF5-4F7F-80E7-7DC838247FE4}" dt="2026-09-27T12:48:28.607" v="6821"/>
        <pc:sldMkLst>
          <pc:docMk/>
          <pc:sldMk cId="458708692" sldId="728"/>
        </pc:sldMkLst>
        <pc:spChg chg="del">
          <ac:chgData name="Naimish Vadodariya" userId="d2e325c0593a319e" providerId="LiveId" clId="{E1748CB8-6BF5-4F7F-80E7-7DC838247FE4}" dt="2026-09-27T12:48:15.328" v="6818"/>
          <ac:spMkLst>
            <pc:docMk/>
            <pc:sldMk cId="458708692" sldId="728"/>
            <ac:spMk id="2" creationId="{E1C504A4-2DED-556B-8CB5-21D7FD1D51E6}"/>
          </ac:spMkLst>
        </pc:spChg>
        <pc:spChg chg="mod">
          <ac:chgData name="Naimish Vadodariya" userId="d2e325c0593a319e" providerId="LiveId" clId="{E1748CB8-6BF5-4F7F-80E7-7DC838247FE4}" dt="2026-09-27T12:47:48.035" v="6816" actId="20577"/>
          <ac:spMkLst>
            <pc:docMk/>
            <pc:sldMk cId="458708692" sldId="728"/>
            <ac:spMk id="3" creationId="{77305DF0-0E28-8310-9AA5-8E69690F741C}"/>
          </ac:spMkLst>
        </pc:spChg>
        <pc:picChg chg="add mod ord">
          <ac:chgData name="Naimish Vadodariya" userId="d2e325c0593a319e" providerId="LiveId" clId="{E1748CB8-6BF5-4F7F-80E7-7DC838247FE4}" dt="2026-09-27T12:48:26.106" v="6820" actId="1076"/>
          <ac:picMkLst>
            <pc:docMk/>
            <pc:sldMk cId="458708692" sldId="728"/>
            <ac:picMk id="5" creationId="{9D2F70DA-669E-81DC-C9AA-57C11EDED778}"/>
          </ac:picMkLst>
        </pc:picChg>
      </pc:sldChg>
      <pc:sldChg chg="modSp new mod">
        <pc:chgData name="Naimish Vadodariya" userId="d2e325c0593a319e" providerId="LiveId" clId="{E1748CB8-6BF5-4F7F-80E7-7DC838247FE4}" dt="2026-09-28T04:45:56.803" v="7039" actId="20577"/>
        <pc:sldMkLst>
          <pc:docMk/>
          <pc:sldMk cId="2801697048" sldId="729"/>
        </pc:sldMkLst>
        <pc:spChg chg="mod">
          <ac:chgData name="Naimish Vadodariya" userId="d2e325c0593a319e" providerId="LiveId" clId="{E1748CB8-6BF5-4F7F-80E7-7DC838247FE4}" dt="2026-09-28T04:45:56.803" v="7039" actId="20577"/>
          <ac:spMkLst>
            <pc:docMk/>
            <pc:sldMk cId="2801697048" sldId="729"/>
            <ac:spMk id="2" creationId="{FC6EFBE6-81EB-3859-55AE-9061C56F5A99}"/>
          </ac:spMkLst>
        </pc:spChg>
        <pc:spChg chg="mod">
          <ac:chgData name="Naimish Vadodariya" userId="d2e325c0593a319e" providerId="LiveId" clId="{E1748CB8-6BF5-4F7F-80E7-7DC838247FE4}" dt="2026-09-28T04:44:18.980" v="6970"/>
          <ac:spMkLst>
            <pc:docMk/>
            <pc:sldMk cId="2801697048" sldId="729"/>
            <ac:spMk id="3" creationId="{9E90D8C5-1E77-6F71-F101-CFA9C9497A60}"/>
          </ac:spMkLst>
        </pc:spChg>
      </pc:sldChg>
      <pc:sldChg chg="modSp add mod">
        <pc:chgData name="Naimish Vadodariya" userId="d2e325c0593a319e" providerId="LiveId" clId="{E1748CB8-6BF5-4F7F-80E7-7DC838247FE4}" dt="2026-09-28T04:39:21.446" v="6870" actId="20577"/>
        <pc:sldMkLst>
          <pc:docMk/>
          <pc:sldMk cId="2049694511" sldId="730"/>
        </pc:sldMkLst>
        <pc:spChg chg="mod">
          <ac:chgData name="Naimish Vadodariya" userId="d2e325c0593a319e" providerId="LiveId" clId="{E1748CB8-6BF5-4F7F-80E7-7DC838247FE4}" dt="2026-09-28T04:39:15.438" v="6869"/>
          <ac:spMkLst>
            <pc:docMk/>
            <pc:sldMk cId="2049694511" sldId="730"/>
            <ac:spMk id="4" creationId="{50B5ECDB-23A4-79B9-B8A6-61C2D0C9BCB4}"/>
          </ac:spMkLst>
        </pc:spChg>
        <pc:spChg chg="mod">
          <ac:chgData name="Naimish Vadodariya" userId="d2e325c0593a319e" providerId="LiveId" clId="{E1748CB8-6BF5-4F7F-80E7-7DC838247FE4}" dt="2026-09-28T04:39:21.446" v="6870" actId="20577"/>
          <ac:spMkLst>
            <pc:docMk/>
            <pc:sldMk cId="2049694511" sldId="730"/>
            <ac:spMk id="5" creationId="{23627D61-6CBD-37CB-9A5F-41FA63FBCF8A}"/>
          </ac:spMkLst>
        </pc:spChg>
      </pc:sldChg>
      <pc:sldChg chg="new del">
        <pc:chgData name="Naimish Vadodariya" userId="d2e325c0593a319e" providerId="LiveId" clId="{E1748CB8-6BF5-4F7F-80E7-7DC838247FE4}" dt="2026-09-28T04:39:38.492" v="6872" actId="680"/>
        <pc:sldMkLst>
          <pc:docMk/>
          <pc:sldMk cId="3690993384" sldId="731"/>
        </pc:sldMkLst>
      </pc:sldChg>
      <pc:sldChg chg="addSp modSp add mod addAnim delAnim modAnim">
        <pc:chgData name="Naimish Vadodariya" userId="d2e325c0593a319e" providerId="LiveId" clId="{E1748CB8-6BF5-4F7F-80E7-7DC838247FE4}" dt="2026-09-28T04:44:08.439" v="6969"/>
        <pc:sldMkLst>
          <pc:docMk/>
          <pc:sldMk cId="4180793366" sldId="731"/>
        </pc:sldMkLst>
        <pc:spChg chg="mod">
          <ac:chgData name="Naimish Vadodariya" userId="d2e325c0593a319e" providerId="LiveId" clId="{E1748CB8-6BF5-4F7F-80E7-7DC838247FE4}" dt="2026-09-28T04:41:56.881" v="6944" actId="20577"/>
          <ac:spMkLst>
            <pc:docMk/>
            <pc:sldMk cId="4180793366" sldId="731"/>
            <ac:spMk id="2" creationId="{8167A980-F933-3467-FC79-BE80D4D46ADE}"/>
          </ac:spMkLst>
        </pc:spChg>
        <pc:spChg chg="mod">
          <ac:chgData name="Naimish Vadodariya" userId="d2e325c0593a319e" providerId="LiveId" clId="{E1748CB8-6BF5-4F7F-80E7-7DC838247FE4}" dt="2026-09-28T04:40:18.742" v="6880"/>
          <ac:spMkLst>
            <pc:docMk/>
            <pc:sldMk cId="4180793366" sldId="731"/>
            <ac:spMk id="3" creationId="{AE26E20B-5B22-A9F6-821C-193F518140C9}"/>
          </ac:spMkLst>
        </pc:spChg>
        <pc:graphicFrameChg chg="add mod modGraphic">
          <ac:chgData name="Naimish Vadodariya" userId="d2e325c0593a319e" providerId="LiveId" clId="{E1748CB8-6BF5-4F7F-80E7-7DC838247FE4}" dt="2026-09-28T04:44:00.510" v="6968" actId="113"/>
          <ac:graphicFrameMkLst>
            <pc:docMk/>
            <pc:sldMk cId="4180793366" sldId="731"/>
            <ac:graphicFrameMk id="4" creationId="{5F2A220B-9006-3F7D-4B62-B552C44C9439}"/>
          </ac:graphicFrameMkLst>
        </pc:graphicFrameChg>
      </pc:sldChg>
      <pc:sldChg chg="modSp new mod addAnim delAnim modAnim">
        <pc:chgData name="Naimish Vadodariya" userId="d2e325c0593a319e" providerId="LiveId" clId="{E1748CB8-6BF5-4F7F-80E7-7DC838247FE4}" dt="2026-09-28T04:50:25.754" v="7121"/>
        <pc:sldMkLst>
          <pc:docMk/>
          <pc:sldMk cId="3640445046" sldId="732"/>
        </pc:sldMkLst>
        <pc:spChg chg="mod">
          <ac:chgData name="Naimish Vadodariya" userId="d2e325c0593a319e" providerId="LiveId" clId="{E1748CB8-6BF5-4F7F-80E7-7DC838247FE4}" dt="2026-09-28T04:50:15.363" v="7119"/>
          <ac:spMkLst>
            <pc:docMk/>
            <pc:sldMk cId="3640445046" sldId="732"/>
            <ac:spMk id="2" creationId="{28DD63CE-A4D2-A8A0-C3F5-0B6AC369CBFE}"/>
          </ac:spMkLst>
        </pc:spChg>
        <pc:spChg chg="mod">
          <ac:chgData name="Naimish Vadodariya" userId="d2e325c0593a319e" providerId="LiveId" clId="{E1748CB8-6BF5-4F7F-80E7-7DC838247FE4}" dt="2026-09-28T04:46:25.752" v="7047" actId="20577"/>
          <ac:spMkLst>
            <pc:docMk/>
            <pc:sldMk cId="3640445046" sldId="732"/>
            <ac:spMk id="3" creationId="{6A175B05-B223-31A3-EF8D-00319003E538}"/>
          </ac:spMkLst>
        </pc:spChg>
      </pc:sldChg>
      <pc:sldChg chg="modSp new mod addAnim delAnim modAnim">
        <pc:chgData name="Naimish Vadodariya" userId="d2e325c0593a319e" providerId="LiveId" clId="{E1748CB8-6BF5-4F7F-80E7-7DC838247FE4}" dt="2026-09-28T04:55:39.328" v="7196"/>
        <pc:sldMkLst>
          <pc:docMk/>
          <pc:sldMk cId="3770645806" sldId="733"/>
        </pc:sldMkLst>
        <pc:spChg chg="mod">
          <ac:chgData name="Naimish Vadodariya" userId="d2e325c0593a319e" providerId="LiveId" clId="{E1748CB8-6BF5-4F7F-80E7-7DC838247FE4}" dt="2026-09-28T04:52:44.589" v="7157" actId="20577"/>
          <ac:spMkLst>
            <pc:docMk/>
            <pc:sldMk cId="3770645806" sldId="733"/>
            <ac:spMk id="2" creationId="{831FB6E5-A41A-EF60-D4FE-F0D74EF2AC4B}"/>
          </ac:spMkLst>
        </pc:spChg>
        <pc:spChg chg="mod">
          <ac:chgData name="Naimish Vadodariya" userId="d2e325c0593a319e" providerId="LiveId" clId="{E1748CB8-6BF5-4F7F-80E7-7DC838247FE4}" dt="2026-09-28T04:51:23.637" v="7133"/>
          <ac:spMkLst>
            <pc:docMk/>
            <pc:sldMk cId="3770645806" sldId="733"/>
            <ac:spMk id="3" creationId="{BE949299-3CE9-F3EC-E94A-241613240FA6}"/>
          </ac:spMkLst>
        </pc:spChg>
      </pc:sldChg>
      <pc:sldChg chg="modSp new mod addAnim delAnim modAnim">
        <pc:chgData name="Naimish Vadodariya" userId="d2e325c0593a319e" providerId="LiveId" clId="{E1748CB8-6BF5-4F7F-80E7-7DC838247FE4}" dt="2026-09-28T04:55:31.420" v="7194"/>
        <pc:sldMkLst>
          <pc:docMk/>
          <pc:sldMk cId="2362502830" sldId="734"/>
        </pc:sldMkLst>
        <pc:spChg chg="mod">
          <ac:chgData name="Naimish Vadodariya" userId="d2e325c0593a319e" providerId="LiveId" clId="{E1748CB8-6BF5-4F7F-80E7-7DC838247FE4}" dt="2026-09-28T04:54:18.851" v="7192" actId="20577"/>
          <ac:spMkLst>
            <pc:docMk/>
            <pc:sldMk cId="2362502830" sldId="734"/>
            <ac:spMk id="2" creationId="{B4D57A81-D6AC-0FF9-85B9-9A47170F16C6}"/>
          </ac:spMkLst>
        </pc:spChg>
        <pc:spChg chg="mod">
          <ac:chgData name="Naimish Vadodariya" userId="d2e325c0593a319e" providerId="LiveId" clId="{E1748CB8-6BF5-4F7F-80E7-7DC838247FE4}" dt="2026-09-28T04:53:14" v="7170"/>
          <ac:spMkLst>
            <pc:docMk/>
            <pc:sldMk cId="2362502830" sldId="734"/>
            <ac:spMk id="3" creationId="{04068AD0-9E19-0E11-CA49-089BD494AC79}"/>
          </ac:spMkLst>
        </pc:spChg>
      </pc:sldChg>
      <pc:sldMasterChg chg="modSldLayout">
        <pc:chgData name="Naimish Vadodariya" userId="d2e325c0593a319e" providerId="LiveId" clId="{E1748CB8-6BF5-4F7F-80E7-7DC838247FE4}" dt="2026-09-12T04:22:21.702" v="3273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E1748CB8-6BF5-4F7F-80E7-7DC838247FE4}" dt="2026-09-12T04:22:21.702" v="3273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E1748CB8-6BF5-4F7F-80E7-7DC838247FE4}" dt="2026-09-12T04:22:21.702" v="3273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9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Madhuresh R Fichadiya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32094" y="6604000"/>
            <a:ext cx="7449671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#2505CS311 (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Building RESTful APIs with ASP.NET Core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API Testing &amp; Architecture Basics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8484922" cy="2992436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dirty="0"/>
              <a:t> </a:t>
            </a:r>
            <a:br>
              <a:rPr lang="en-US" dirty="0"/>
            </a:br>
            <a:r>
              <a:rPr lang="en-IN" dirty="0">
                <a:effectLst/>
              </a:rPr>
              <a:t>API Testing &amp; Architecture Basics</a:t>
            </a:r>
            <a:endParaRPr lang="en-US" sz="6000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10000">
                      <a:srgbClr val="5C2321"/>
                    </a:gs>
                    <a:gs pos="100000">
                      <a:srgbClr val="B84742"/>
                    </a:gs>
                  </a:gsLst>
                  <a:lin ang="0" scaled="1"/>
                </a:gradFill>
                <a:latin typeface="Roboto Condensed" panose="02000000000000000000" pitchFamily="2" charset="0"/>
              </a:rPr>
              <a:t>Prof. Madhuresh R Fichadiya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Building RESTful APIs with ASP.NET Core</a:t>
            </a:r>
          </a:p>
          <a:p>
            <a:r>
              <a:rPr lang="en-US" dirty="0"/>
              <a:t>#</a:t>
            </a:r>
            <a:r>
              <a:rPr lang="en-IN" dirty="0"/>
              <a:t>2505CS311</a:t>
            </a:r>
            <a:endParaRPr lang="en-US" dirty="0"/>
          </a:p>
        </p:txBody>
      </p:sp>
      <p:pic>
        <p:nvPicPr>
          <p:cNvPr id="5" name="Picture Placeholder 1">
            <a:extLst>
              <a:ext uri="{FF2B5EF4-FFF2-40B4-BE49-F238E27FC236}">
                <a16:creationId xmlns:a16="http://schemas.microsoft.com/office/drawing/2014/main" id="{ACAD3A56-57B7-1D5D-B06C-24A5EF2726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" r="151"/>
          <a:stretch/>
        </p:blipFill>
        <p:spPr>
          <a:xfrm>
            <a:off x="354013" y="5211763"/>
            <a:ext cx="1352550" cy="1352550"/>
          </a:xfrm>
        </p:spPr>
      </p:pic>
    </p:spTree>
    <p:extLst>
      <p:ext uri="{BB962C8B-B14F-4D97-AF65-F5344CB8AC3E}">
        <p14:creationId xmlns:p14="http://schemas.microsoft.com/office/powerpoint/2010/main" val="64287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612648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Why Testing Matters?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API Testing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Test Pyramid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Unit Testing Overview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Repository Pattern for API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Single Responsibility Principle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Mocking Dependencies </a:t>
            </a:r>
          </a:p>
          <a:p>
            <a:pPr marL="36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Dependency Injection </a:t>
            </a:r>
          </a:p>
        </p:txBody>
      </p:sp>
    </p:spTree>
    <p:extLst>
      <p:ext uri="{BB962C8B-B14F-4D97-AF65-F5344CB8AC3E}">
        <p14:creationId xmlns:p14="http://schemas.microsoft.com/office/powerpoint/2010/main" val="34798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1503-514D-0852-AFA4-D82A1959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F1AC6C-54DC-BC60-4F89-2311C525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Why Testing Matters?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8640A-38BA-8F11-C06D-B84EB25E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1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"Writing an API that works is only half the job. We also need to make sure it continues to work when the application grows."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Building Reliable, Maintainable and Testable ASP.NET Core Web APIs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3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B0F9-D527-3562-6607-C001ABAD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20328E-D79B-0A08-CC28-6FB7D75E2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376" y="863445"/>
            <a:ext cx="8997351" cy="4252020"/>
          </a:xfrm>
        </p:spPr>
        <p:txBody>
          <a:bodyPr/>
          <a:lstStyle/>
          <a:p>
            <a:r>
              <a:rPr lang="en-IN" dirty="0"/>
              <a:t>Suppose the developer changes:</a:t>
            </a:r>
          </a:p>
          <a:p>
            <a:pPr lvl="1"/>
            <a:r>
              <a:rPr lang="en-IN" dirty="0" err="1">
                <a:solidFill>
                  <a:schemeClr val="tx2"/>
                </a:solidFill>
              </a:rPr>
              <a:t>student.Age</a:t>
            </a:r>
            <a:r>
              <a:rPr lang="en-IN" dirty="0">
                <a:solidFill>
                  <a:schemeClr val="tx2"/>
                </a:solidFill>
              </a:rPr>
              <a:t> = </a:t>
            </a:r>
            <a:r>
              <a:rPr lang="en-IN" dirty="0" err="1">
                <a:solidFill>
                  <a:schemeClr val="tx2"/>
                </a:solidFill>
              </a:rPr>
              <a:t>dto.Age</a:t>
            </a:r>
            <a:r>
              <a:rPr lang="en-IN" dirty="0">
                <a:solidFill>
                  <a:schemeClr val="tx2"/>
                </a:solidFill>
              </a:rPr>
              <a:t>;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</a:t>
            </a:r>
            <a:r>
              <a:rPr lang="en-IN" dirty="0" err="1">
                <a:solidFill>
                  <a:schemeClr val="accent3">
                    <a:lumMod val="50000"/>
                  </a:schemeClr>
                </a:solidFill>
              </a:rPr>
              <a:t>student.Age</a:t>
            </a: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 = </a:t>
            </a:r>
            <a:r>
              <a:rPr lang="en-IN" dirty="0" err="1">
                <a:solidFill>
                  <a:schemeClr val="accent3">
                    <a:lumMod val="50000"/>
                  </a:schemeClr>
                </a:solidFill>
              </a:rPr>
              <a:t>dto.Age</a:t>
            </a: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 + 1;</a:t>
            </a:r>
          </a:p>
          <a:p>
            <a:r>
              <a:rPr lang="en-IN" dirty="0"/>
              <a:t>The application may still compile.</a:t>
            </a:r>
          </a:p>
          <a:p>
            <a:r>
              <a:rPr lang="en-IN" dirty="0"/>
              <a:t>But the business logic is now wrong.</a:t>
            </a:r>
          </a:p>
          <a:p>
            <a:r>
              <a:rPr lang="en-IN" dirty="0"/>
              <a:t>Testing helps us detect:</a:t>
            </a:r>
          </a:p>
          <a:p>
            <a:pPr lvl="1"/>
            <a:r>
              <a:rPr lang="en-IN" dirty="0"/>
              <a:t>Incorrect business logic </a:t>
            </a:r>
          </a:p>
          <a:p>
            <a:pPr lvl="1"/>
            <a:r>
              <a:rPr lang="en-IN" dirty="0"/>
              <a:t>Broken functionality </a:t>
            </a:r>
          </a:p>
          <a:p>
            <a:pPr lvl="1"/>
            <a:r>
              <a:rPr lang="en-IN" dirty="0"/>
              <a:t>Regression bugs </a:t>
            </a:r>
          </a:p>
          <a:p>
            <a:pPr lvl="1"/>
            <a:r>
              <a:rPr lang="en-IN" dirty="0"/>
              <a:t>Invalid input handling </a:t>
            </a:r>
          </a:p>
          <a:p>
            <a:pPr lvl="1"/>
            <a:r>
              <a:rPr lang="en-IN" dirty="0"/>
              <a:t>Database-related problems </a:t>
            </a:r>
          </a:p>
          <a:p>
            <a:pPr lvl="1"/>
            <a:r>
              <a:rPr lang="en-IN" dirty="0"/>
              <a:t>Unexpected changes</a:t>
            </a:r>
          </a:p>
          <a:p>
            <a:pPr lvl="1"/>
            <a:endParaRPr lang="en-IN" dirty="0"/>
          </a:p>
          <a:p>
            <a:pPr lvl="1"/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C92DF2-F437-8229-1C90-A4F7A01E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Testing Matters?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EB5743B-E236-61A6-5A1A-CA951FE2BDEF}"/>
              </a:ext>
            </a:extLst>
          </p:cNvPr>
          <p:cNvSpPr txBox="1">
            <a:spLocks/>
          </p:cNvSpPr>
          <p:nvPr/>
        </p:nvSpPr>
        <p:spPr>
          <a:xfrm>
            <a:off x="5978826" y="863444"/>
            <a:ext cx="553019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ABD6B-BFD5-5C07-59A5-56D60D0FC414}"/>
              </a:ext>
            </a:extLst>
          </p:cNvPr>
          <p:cNvSpPr/>
          <p:nvPr/>
        </p:nvSpPr>
        <p:spPr>
          <a:xfrm>
            <a:off x="613552" y="1612740"/>
            <a:ext cx="1981200" cy="3770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Student API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B363B-42FF-189C-B629-945743CFCC7A}"/>
              </a:ext>
            </a:extLst>
          </p:cNvPr>
          <p:cNvSpPr/>
          <p:nvPr/>
        </p:nvSpPr>
        <p:spPr>
          <a:xfrm>
            <a:off x="613550" y="2305633"/>
            <a:ext cx="1981201" cy="3770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POST /api/students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E2B4CE-92E8-6700-81B1-3332BB3F41E5}"/>
              </a:ext>
            </a:extLst>
          </p:cNvPr>
          <p:cNvSpPr/>
          <p:nvPr/>
        </p:nvSpPr>
        <p:spPr>
          <a:xfrm>
            <a:off x="613550" y="2998527"/>
            <a:ext cx="1981201" cy="377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Create Student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E84106-DE70-689E-A143-622AFCE290C0}"/>
              </a:ext>
            </a:extLst>
          </p:cNvPr>
          <p:cNvSpPr/>
          <p:nvPr/>
        </p:nvSpPr>
        <p:spPr>
          <a:xfrm>
            <a:off x="613550" y="3682480"/>
            <a:ext cx="1981201" cy="3770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Database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A08EBA-04AA-E53B-5B21-D6C71E7E8D1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1604151" y="1989791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F8B818-043F-D65F-C73B-49AC2338C754}"/>
              </a:ext>
            </a:extLst>
          </p:cNvPr>
          <p:cNvCxnSpPr>
            <a:cxnSpLocks/>
          </p:cNvCxnSpPr>
          <p:nvPr/>
        </p:nvCxnSpPr>
        <p:spPr>
          <a:xfrm flipH="1">
            <a:off x="1604149" y="2673744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EBC1AF-3ECF-F5B0-E568-FEB6801DDFA0}"/>
              </a:ext>
            </a:extLst>
          </p:cNvPr>
          <p:cNvCxnSpPr>
            <a:cxnSpLocks/>
          </p:cNvCxnSpPr>
          <p:nvPr/>
        </p:nvCxnSpPr>
        <p:spPr>
          <a:xfrm flipH="1">
            <a:off x="1604149" y="3384520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D0E85E0D-CC46-6B94-48CF-7E12F113A630}"/>
              </a:ext>
            </a:extLst>
          </p:cNvPr>
          <p:cNvSpPr/>
          <p:nvPr/>
        </p:nvSpPr>
        <p:spPr>
          <a:xfrm>
            <a:off x="5149971" y="161507"/>
            <a:ext cx="6573328" cy="388188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Testing is the process of verifying that software behaves as expected.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76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3B952B-A6D3-94B2-C5E9-9F1165B2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4311424" cy="5590565"/>
          </a:xfrm>
        </p:spPr>
        <p:txBody>
          <a:bodyPr/>
          <a:lstStyle/>
          <a:p>
            <a:r>
              <a:rPr lang="en-IN" dirty="0"/>
              <a:t>Imagine an e-commerce API.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558B4-DBE8-26CF-554D-C6259689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Happens Without Testing?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A008C-39EE-A64C-064B-36BFAF2002C2}"/>
              </a:ext>
            </a:extLst>
          </p:cNvPr>
          <p:cNvSpPr/>
          <p:nvPr/>
        </p:nvSpPr>
        <p:spPr>
          <a:xfrm>
            <a:off x="1226738" y="1336694"/>
            <a:ext cx="1981200" cy="3770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Customer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51CC0-AE82-811F-FCA1-44B614AD02B2}"/>
              </a:ext>
            </a:extLst>
          </p:cNvPr>
          <p:cNvSpPr/>
          <p:nvPr/>
        </p:nvSpPr>
        <p:spPr>
          <a:xfrm>
            <a:off x="1226736" y="2029587"/>
            <a:ext cx="1981201" cy="3770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POST /api/orders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04BE8-5491-230E-B1C9-44111270A05A}"/>
              </a:ext>
            </a:extLst>
          </p:cNvPr>
          <p:cNvSpPr/>
          <p:nvPr/>
        </p:nvSpPr>
        <p:spPr>
          <a:xfrm>
            <a:off x="1226736" y="2722481"/>
            <a:ext cx="1981201" cy="377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Create Order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91238-F146-DEFC-2D65-957807DE126F}"/>
              </a:ext>
            </a:extLst>
          </p:cNvPr>
          <p:cNvSpPr/>
          <p:nvPr/>
        </p:nvSpPr>
        <p:spPr>
          <a:xfrm>
            <a:off x="1226736" y="3406434"/>
            <a:ext cx="1981201" cy="3770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Calculate Total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94DDE0-ACC5-C89E-5E68-94F55542416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217337" y="1713745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04EF4A-7A01-3711-0CAB-EC7AAA0C0ABE}"/>
              </a:ext>
            </a:extLst>
          </p:cNvPr>
          <p:cNvCxnSpPr>
            <a:cxnSpLocks/>
          </p:cNvCxnSpPr>
          <p:nvPr/>
        </p:nvCxnSpPr>
        <p:spPr>
          <a:xfrm flipH="1">
            <a:off x="2217335" y="2397698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C377EE-94D3-3D84-B690-3FE831EB8FC2}"/>
              </a:ext>
            </a:extLst>
          </p:cNvPr>
          <p:cNvCxnSpPr>
            <a:cxnSpLocks/>
          </p:cNvCxnSpPr>
          <p:nvPr/>
        </p:nvCxnSpPr>
        <p:spPr>
          <a:xfrm flipH="1">
            <a:off x="2217335" y="3108474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EEC701-BF0E-E0F4-A888-A6C2F25DAEF2}"/>
              </a:ext>
            </a:extLst>
          </p:cNvPr>
          <p:cNvSpPr/>
          <p:nvPr/>
        </p:nvSpPr>
        <p:spPr>
          <a:xfrm>
            <a:off x="1226734" y="4114069"/>
            <a:ext cx="1981201" cy="377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Apply Discount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8AD9FD-CDAC-043C-323D-87B0A2EF2100}"/>
              </a:ext>
            </a:extLst>
          </p:cNvPr>
          <p:cNvCxnSpPr>
            <a:cxnSpLocks/>
          </p:cNvCxnSpPr>
          <p:nvPr/>
        </p:nvCxnSpPr>
        <p:spPr>
          <a:xfrm flipH="1">
            <a:off x="2217333" y="3789286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FE4D799-4F96-B499-8198-53646997804D}"/>
              </a:ext>
            </a:extLst>
          </p:cNvPr>
          <p:cNvSpPr/>
          <p:nvPr/>
        </p:nvSpPr>
        <p:spPr>
          <a:xfrm>
            <a:off x="1226732" y="4821704"/>
            <a:ext cx="1981201" cy="3770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Save Order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A6E0F1-0B26-8B8F-0369-FC7F656EEB1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2217333" y="4505862"/>
            <a:ext cx="1" cy="31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E5A3DD0-3D53-1F50-EEB2-A89F2CA338CF}"/>
              </a:ext>
            </a:extLst>
          </p:cNvPr>
          <p:cNvSpPr txBox="1">
            <a:spLocks/>
          </p:cNvSpPr>
          <p:nvPr/>
        </p:nvSpPr>
        <p:spPr>
          <a:xfrm>
            <a:off x="4442605" y="872873"/>
            <a:ext cx="7557827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Developer changes the discount calculation. </a:t>
            </a:r>
          </a:p>
          <a:p>
            <a:pPr lvl="1"/>
            <a:r>
              <a:rPr lang="en-IN" dirty="0"/>
              <a:t>Old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discount = total * 0.10;</a:t>
            </a:r>
          </a:p>
          <a:p>
            <a:pPr lvl="1"/>
            <a:r>
              <a:rPr lang="en-IN" dirty="0"/>
              <a:t>New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discount = total * 10;</a:t>
            </a:r>
          </a:p>
          <a:p>
            <a:pPr lvl="1"/>
            <a:r>
              <a:rPr lang="en-IN" dirty="0"/>
              <a:t>Suppose ₹1000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10% discount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Expected: ₹100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Actual: ₹10,000</a:t>
            </a:r>
          </a:p>
          <a:p>
            <a:r>
              <a:rPr lang="en-IN" dirty="0"/>
              <a:t>The application compiles successfully.</a:t>
            </a:r>
          </a:p>
          <a:p>
            <a:r>
              <a:rPr lang="en-IN" dirty="0"/>
              <a:t>A test could catch this immediately.</a:t>
            </a: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28CB03F0-B09C-7F3A-1727-05E5CE98D62C}"/>
              </a:ext>
            </a:extLst>
          </p:cNvPr>
          <p:cNvSpPr/>
          <p:nvPr/>
        </p:nvSpPr>
        <p:spPr>
          <a:xfrm>
            <a:off x="5294087" y="3628592"/>
            <a:ext cx="6573328" cy="637229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Compilation tells us that the code is syntactically valid. Testing tells us whether the code behaves correctly.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8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  <p:bldP spid="13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47FD8D-DAB2-F22F-49A5-E474AD675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781" y="947195"/>
            <a:ext cx="3709359" cy="44167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E2C6E0-2231-0466-5434-ADFE5739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C80AE2-9B2A-7542-4259-26A7D15D9039}"/>
              </a:ext>
            </a:extLst>
          </p:cNvPr>
          <p:cNvSpPr txBox="1"/>
          <p:nvPr/>
        </p:nvSpPr>
        <p:spPr>
          <a:xfrm>
            <a:off x="4019908" y="843677"/>
            <a:ext cx="79823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 car manufacturer doesn't build 10,000 cars and then test whether the brakes work.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They test </a:t>
            </a:r>
            <a:r>
              <a:rPr lang="en-IN" sz="1600" b="1" dirty="0"/>
              <a:t>components</a:t>
            </a:r>
            <a:r>
              <a:rPr lang="en-IN" sz="1600" dirty="0"/>
              <a:t> continuously: (</a:t>
            </a:r>
            <a:r>
              <a:rPr lang="en-IN" sz="1600" b="1" dirty="0"/>
              <a:t>Component Testing</a:t>
            </a:r>
            <a:r>
              <a:rPr lang="en-IN" sz="1600" dirty="0"/>
              <a:t>)</a:t>
            </a:r>
          </a:p>
          <a:p>
            <a:pPr algn="ctr"/>
            <a:r>
              <a:rPr lang="en-IN" sz="1600" dirty="0"/>
              <a:t>Brake </a:t>
            </a:r>
          </a:p>
          <a:p>
            <a:pPr algn="ctr"/>
            <a:r>
              <a:rPr lang="en-IN" sz="1600" dirty="0"/>
              <a:t>Engine </a:t>
            </a:r>
          </a:p>
          <a:p>
            <a:pPr algn="ctr"/>
            <a:r>
              <a:rPr lang="en-IN" sz="1600" dirty="0"/>
              <a:t>Airbag </a:t>
            </a:r>
          </a:p>
          <a:p>
            <a:pPr algn="ctr"/>
            <a:r>
              <a:rPr lang="en-IN" sz="1600" dirty="0"/>
              <a:t>Lights Transmission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Individual Testing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System Testing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Complete Vehicle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API development is similar.</a:t>
            </a:r>
          </a:p>
          <a:p>
            <a:pPr algn="ctr"/>
            <a:r>
              <a:rPr lang="en-IN" sz="1600" dirty="0"/>
              <a:t>Method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Service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API </a:t>
            </a:r>
          </a:p>
          <a:p>
            <a:pPr algn="ctr"/>
            <a:r>
              <a:rPr lang="en-IN" sz="1600" dirty="0"/>
              <a:t>↓ </a:t>
            </a:r>
          </a:p>
          <a:p>
            <a:pPr algn="ctr"/>
            <a:r>
              <a:rPr lang="en-IN" sz="1600" dirty="0"/>
              <a:t>Complete Application</a:t>
            </a:r>
          </a:p>
        </p:txBody>
      </p:sp>
    </p:spTree>
    <p:extLst>
      <p:ext uri="{BB962C8B-B14F-4D97-AF65-F5344CB8AC3E}">
        <p14:creationId xmlns:p14="http://schemas.microsoft.com/office/powerpoint/2010/main" val="64622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4F4A-E190-800C-ED04-EEE8A5D7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D7424-C97D-9329-5BD3-51C5D713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Types of API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360AC-573F-76B8-9F17-59BB7F679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EFB9A8-AECC-46D2-B59E-140BC827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API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1C684A-B2B8-D3E2-CF1A-B3973BAC34E9}"/>
              </a:ext>
            </a:extLst>
          </p:cNvPr>
          <p:cNvSpPr/>
          <p:nvPr/>
        </p:nvSpPr>
        <p:spPr>
          <a:xfrm>
            <a:off x="189777" y="854015"/>
            <a:ext cx="2053087" cy="5348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Unit Testing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9B489-EAB2-AD9E-A0DC-00E7E3BE3C3D}"/>
              </a:ext>
            </a:extLst>
          </p:cNvPr>
          <p:cNvSpPr/>
          <p:nvPr/>
        </p:nvSpPr>
        <p:spPr>
          <a:xfrm>
            <a:off x="2481532" y="854015"/>
            <a:ext cx="2053087" cy="5348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Integration Testing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8B48E8-EE88-09FB-44E8-CFE8DCF54D3B}"/>
              </a:ext>
            </a:extLst>
          </p:cNvPr>
          <p:cNvSpPr/>
          <p:nvPr/>
        </p:nvSpPr>
        <p:spPr>
          <a:xfrm>
            <a:off x="4773286" y="854015"/>
            <a:ext cx="2053087" cy="5348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End-to-end Testing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4D5C78-62B4-A3A6-8FDD-EFF4D5E57C31}"/>
              </a:ext>
            </a:extLst>
          </p:cNvPr>
          <p:cNvSpPr/>
          <p:nvPr/>
        </p:nvSpPr>
        <p:spPr>
          <a:xfrm>
            <a:off x="189777" y="1544133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One function, method, class, or component in isolation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081DE0-38B2-C19C-44A8-0FAE06D5A8A5}"/>
              </a:ext>
            </a:extLst>
          </p:cNvPr>
          <p:cNvSpPr/>
          <p:nvPr/>
        </p:nvSpPr>
        <p:spPr>
          <a:xfrm>
            <a:off x="2481531" y="1544133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Whether multiple components or services work together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6D3E5B-BFCE-3232-D50E-F012617B64EC}"/>
              </a:ext>
            </a:extLst>
          </p:cNvPr>
          <p:cNvSpPr/>
          <p:nvPr/>
        </p:nvSpPr>
        <p:spPr>
          <a:xfrm>
            <a:off x="4773284" y="1544133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complete user journey through the running system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40F30-AF62-282F-990A-9CBE5265CB80}"/>
              </a:ext>
            </a:extLst>
          </p:cNvPr>
          <p:cNvSpPr/>
          <p:nvPr/>
        </p:nvSpPr>
        <p:spPr>
          <a:xfrm>
            <a:off x="189775" y="2972523"/>
            <a:ext cx="2053087" cy="1333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E.g. Verify that </a:t>
            </a:r>
            <a:r>
              <a:rPr lang="en-US" dirty="0" err="1">
                <a:solidFill>
                  <a:sysClr val="windowText" lastClr="000000"/>
                </a:solidFill>
              </a:rPr>
              <a:t>calculateTotal</a:t>
            </a:r>
            <a:r>
              <a:rPr lang="en-US" dirty="0">
                <a:solidFill>
                  <a:sysClr val="windowText" lastClr="000000"/>
                </a:solidFill>
              </a:rPr>
              <a:t>() applies a discount correctly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881721-F04E-2EB4-A6B7-00AA4537BC89}"/>
              </a:ext>
            </a:extLst>
          </p:cNvPr>
          <p:cNvSpPr/>
          <p:nvPr/>
        </p:nvSpPr>
        <p:spPr>
          <a:xfrm>
            <a:off x="189776" y="4459140"/>
            <a:ext cx="2053087" cy="544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Fastest and cheapest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073AB4-EF2A-D536-6E6C-E8C3C526B007}"/>
              </a:ext>
            </a:extLst>
          </p:cNvPr>
          <p:cNvSpPr/>
          <p:nvPr/>
        </p:nvSpPr>
        <p:spPr>
          <a:xfrm>
            <a:off x="2481529" y="2972523"/>
            <a:ext cx="2053087" cy="1333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Verify that the application correctly saves an order to the database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21DD9C-A084-F706-155E-DCE2D229118C}"/>
              </a:ext>
            </a:extLst>
          </p:cNvPr>
          <p:cNvSpPr/>
          <p:nvPr/>
        </p:nvSpPr>
        <p:spPr>
          <a:xfrm>
            <a:off x="2481529" y="4459142"/>
            <a:ext cx="2053087" cy="54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Moderate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111383-DD05-B2E3-D873-419C4A24D355}"/>
              </a:ext>
            </a:extLst>
          </p:cNvPr>
          <p:cNvSpPr/>
          <p:nvPr/>
        </p:nvSpPr>
        <p:spPr>
          <a:xfrm>
            <a:off x="4773282" y="2972523"/>
            <a:ext cx="2053087" cy="1333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Log in, add an item to a cart, pay, and receive confirmation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5D9E56-0F9A-1F21-C93F-BA58B95C7478}"/>
              </a:ext>
            </a:extLst>
          </p:cNvPr>
          <p:cNvSpPr/>
          <p:nvPr/>
        </p:nvSpPr>
        <p:spPr>
          <a:xfrm>
            <a:off x="4773282" y="4459140"/>
            <a:ext cx="2053087" cy="54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Slowest and most expensive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E0DC93-CBEF-AA64-8FF6-5048FC7BBE5C}"/>
              </a:ext>
            </a:extLst>
          </p:cNvPr>
          <p:cNvSpPr/>
          <p:nvPr/>
        </p:nvSpPr>
        <p:spPr>
          <a:xfrm>
            <a:off x="189774" y="5156442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Does this individual piece of logic work correctly?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B61DF7-BE38-B299-43E8-2981F803B72B}"/>
              </a:ext>
            </a:extLst>
          </p:cNvPr>
          <p:cNvSpPr/>
          <p:nvPr/>
        </p:nvSpPr>
        <p:spPr>
          <a:xfrm>
            <a:off x="2481528" y="5154287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 these components interact correctly?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703D79-793C-997B-ECF6-01317CA0BA36}"/>
              </a:ext>
            </a:extLst>
          </p:cNvPr>
          <p:cNvSpPr/>
          <p:nvPr/>
        </p:nvSpPr>
        <p:spPr>
          <a:xfrm>
            <a:off x="4773281" y="5154286"/>
            <a:ext cx="2053087" cy="1268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Can a real user successfully complete this important task?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3D8633F-0C48-92FB-CF07-E522C38F9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090280"/>
              </p:ext>
            </p:extLst>
          </p:nvPr>
        </p:nvGraphicFramePr>
        <p:xfrm>
          <a:off x="6914551" y="854015"/>
          <a:ext cx="5176835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5">
                  <a:extLst>
                    <a:ext uri="{9D8B030D-6E8A-4147-A177-3AD203B41FA5}">
                      <a16:colId xmlns:a16="http://schemas.microsoft.com/office/drawing/2014/main" val="1142042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Testing .NET Library/Package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68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err="1"/>
                        <a:t>xUnit</a:t>
                      </a:r>
                      <a:r>
                        <a:rPr lang="en-IN" dirty="0"/>
                        <a:t> is a popular testing framework for .NET apps.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36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Its job is simple: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Find test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Run them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Tell PASS / 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99981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9A409C-D0EA-0461-C46B-D2C4FE1FC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43330" y="2972523"/>
            <a:ext cx="3119276" cy="271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9" grpId="0" animBg="1"/>
      <p:bldP spid="31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6EA6-6048-8651-C015-73D526C1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AD6517-434E-45D7-999B-A581B231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Testing Pyramid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B8541-55CE-E9D1-E629-42B8BC059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4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E1E673-0289-BE88-92E4-BBEFF87E3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7600" y="1224951"/>
            <a:ext cx="10353838" cy="440809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03048C-A0AB-4509-6C25-BDE6C37B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Pyramid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D62FA9-E4EE-9736-C943-3648C1605F1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1691668" y="1518246"/>
            <a:ext cx="0" cy="3340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2009D2-5334-E498-191F-47488C2F42AC}"/>
              </a:ext>
            </a:extLst>
          </p:cNvPr>
          <p:cNvCxnSpPr>
            <a:cxnSpLocks/>
          </p:cNvCxnSpPr>
          <p:nvPr/>
        </p:nvCxnSpPr>
        <p:spPr>
          <a:xfrm flipV="1">
            <a:off x="357756" y="1440612"/>
            <a:ext cx="0" cy="3709358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27BE8A-180A-7D45-29E6-80C4C99D897A}"/>
              </a:ext>
            </a:extLst>
          </p:cNvPr>
          <p:cNvSpPr txBox="1"/>
          <p:nvPr/>
        </p:nvSpPr>
        <p:spPr>
          <a:xfrm>
            <a:off x="355935" y="2151813"/>
            <a:ext cx="461665" cy="186744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Execution Time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940429-1256-BADB-9CDD-311F4CCA32CF}"/>
              </a:ext>
            </a:extLst>
          </p:cNvPr>
          <p:cNvSpPr txBox="1"/>
          <p:nvPr/>
        </p:nvSpPr>
        <p:spPr>
          <a:xfrm>
            <a:off x="11631281" y="2969246"/>
            <a:ext cx="461665" cy="80735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Cost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F8373C-CBF8-C87D-064E-1C569E7431C7}"/>
              </a:ext>
            </a:extLst>
          </p:cNvPr>
          <p:cNvSpPr txBox="1"/>
          <p:nvPr/>
        </p:nvSpPr>
        <p:spPr>
          <a:xfrm>
            <a:off x="95237" y="1091890"/>
            <a:ext cx="72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Slow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F592EB-0A2B-BF36-F558-4F37B6829840}"/>
              </a:ext>
            </a:extLst>
          </p:cNvPr>
          <p:cNvSpPr txBox="1"/>
          <p:nvPr/>
        </p:nvSpPr>
        <p:spPr>
          <a:xfrm>
            <a:off x="54015" y="5129360"/>
            <a:ext cx="72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Fast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4FB19A-4B02-0A14-2B15-4E5583D16D60}"/>
              </a:ext>
            </a:extLst>
          </p:cNvPr>
          <p:cNvSpPr txBox="1"/>
          <p:nvPr/>
        </p:nvSpPr>
        <p:spPr>
          <a:xfrm>
            <a:off x="11368331" y="1191739"/>
            <a:ext cx="72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$$$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9CCFE8-42A0-3A03-2D21-DB884BD5EC71}"/>
              </a:ext>
            </a:extLst>
          </p:cNvPr>
          <p:cNvSpPr txBox="1"/>
          <p:nvPr/>
        </p:nvSpPr>
        <p:spPr>
          <a:xfrm>
            <a:off x="11329360" y="4858272"/>
            <a:ext cx="72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$</a:t>
            </a:r>
            <a:endParaRPr lang="en-IN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BE4EB8-C785-8AE4-C48F-CC40DBED0361}"/>
              </a:ext>
            </a:extLst>
          </p:cNvPr>
          <p:cNvSpPr txBox="1"/>
          <p:nvPr/>
        </p:nvSpPr>
        <p:spPr>
          <a:xfrm>
            <a:off x="4894785" y="4508856"/>
            <a:ext cx="1848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Many Unit Tests</a:t>
            </a:r>
            <a:endParaRPr lang="en-IN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88B82-3706-FBE5-A741-02B9B49F94C0}"/>
              </a:ext>
            </a:extLst>
          </p:cNvPr>
          <p:cNvSpPr txBox="1"/>
          <p:nvPr/>
        </p:nvSpPr>
        <p:spPr>
          <a:xfrm>
            <a:off x="4331193" y="3003593"/>
            <a:ext cx="241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Fewer Integration Tests</a:t>
            </a:r>
            <a:endParaRPr lang="en-IN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1EA08A-CAD8-F2F1-CE27-70F5C2040BCF}"/>
              </a:ext>
            </a:extLst>
          </p:cNvPr>
          <p:cNvSpPr txBox="1"/>
          <p:nvPr/>
        </p:nvSpPr>
        <p:spPr>
          <a:xfrm>
            <a:off x="4557938" y="1022462"/>
            <a:ext cx="3390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Small Number of Critical E2E Tests</a:t>
            </a:r>
          </a:p>
        </p:txBody>
      </p:sp>
    </p:spTree>
    <p:extLst>
      <p:ext uri="{BB962C8B-B14F-4D97-AF65-F5344CB8AC3E}">
        <p14:creationId xmlns:p14="http://schemas.microsoft.com/office/powerpoint/2010/main" val="324382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6" grpId="0"/>
      <p:bldP spid="28" grpId="0"/>
      <p:bldP spid="30" grpId="0"/>
      <p:bldP spid="35" grpId="0"/>
      <p:bldP spid="37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52CDFF-1285-998A-FCED-938B1497C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180310"/>
              </p:ext>
            </p:extLst>
          </p:nvPr>
        </p:nvGraphicFramePr>
        <p:xfrm>
          <a:off x="131763" y="863600"/>
          <a:ext cx="11928472" cy="234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81">
                  <a:extLst>
                    <a:ext uri="{9D8B030D-6E8A-4147-A177-3AD203B41FA5}">
                      <a16:colId xmlns:a16="http://schemas.microsoft.com/office/drawing/2014/main" val="431960868"/>
                    </a:ext>
                  </a:extLst>
                </a:gridCol>
                <a:gridCol w="3217334">
                  <a:extLst>
                    <a:ext uri="{9D8B030D-6E8A-4147-A177-3AD203B41FA5}">
                      <a16:colId xmlns:a16="http://schemas.microsoft.com/office/drawing/2014/main" val="9369081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7217380"/>
                    </a:ext>
                  </a:extLst>
                </a:gridCol>
                <a:gridCol w="3503257">
                  <a:extLst>
                    <a:ext uri="{9D8B030D-6E8A-4147-A177-3AD203B41FA5}">
                      <a16:colId xmlns:a16="http://schemas.microsoft.com/office/drawing/2014/main" val="1801201957"/>
                    </a:ext>
                  </a:extLst>
                </a:gridCol>
              </a:tblGrid>
              <a:tr h="36688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50"/>
                        </a:spcBef>
                        <a:spcAft>
                          <a:spcPts val="13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Integration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End-to-end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5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class or method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 + real dependencies (test DB)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 deployed system</a:t>
                      </a:r>
                    </a:p>
                  </a:txBody>
                  <a:tcPr marL="59267" marR="59267" marT="42333" marB="42333" anchor="ctr"/>
                </a:tc>
                <a:extLst>
                  <a:ext uri="{0D108BD9-81ED-4DB2-BD59-A6C34878D82A}">
                    <a16:rowId xmlns:a16="http://schemas.microsoft.com/office/drawing/2014/main" val="29581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Milliseconds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Seconds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Seconds to minutes</a:t>
                      </a:r>
                    </a:p>
                  </a:txBody>
                  <a:tcPr marL="59267" marR="59267" marT="42333" marB="42333" anchor="ctr"/>
                </a:tc>
                <a:extLst>
                  <a:ext uri="{0D108BD9-81ED-4DB2-BD59-A6C34878D82A}">
                    <a16:rowId xmlns:a16="http://schemas.microsoft.com/office/drawing/2014/main" val="89787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Dependencies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Mocked / faked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Real, but isolated (test instance)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Real, live-like</a:t>
                      </a:r>
                    </a:p>
                  </a:txBody>
                  <a:tcPr marL="59267" marR="59267" marT="42333" marB="42333" anchor="ctr"/>
                </a:tc>
                <a:extLst>
                  <a:ext uri="{0D108BD9-81ED-4DB2-BD59-A6C34878D82A}">
                    <a16:rowId xmlns:a16="http://schemas.microsoft.com/office/drawing/2014/main" val="819962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Typical count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Hundreds to thousands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Dozens to hundreds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handful</a:t>
                      </a:r>
                    </a:p>
                  </a:txBody>
                  <a:tcPr marL="59267" marR="59267" marT="42333" marB="42333" anchor="ctr"/>
                </a:tc>
                <a:extLst>
                  <a:ext uri="{0D108BD9-81ED-4DB2-BD59-A6C34878D82A}">
                    <a16:rowId xmlns:a16="http://schemas.microsoft.com/office/drawing/2014/main" val="455038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Typical tool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xUnit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Moq/</a:t>
                      </a:r>
                      <a:r>
                        <a:rPr lang="en-IN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NSubstitute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WebApplicationFactory</a:t>
                      </a:r>
                    </a:p>
                  </a:txBody>
                  <a:tcPr marL="59267" marR="59267" marT="42333" marB="42333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3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Playwright / Postman</a:t>
                      </a:r>
                    </a:p>
                  </a:txBody>
                  <a:tcPr marL="59267" marR="59267" marT="42333" marB="42333" anchor="ctr"/>
                </a:tc>
                <a:extLst>
                  <a:ext uri="{0D108BD9-81ED-4DB2-BD59-A6C34878D82A}">
                    <a16:rowId xmlns:a16="http://schemas.microsoft.com/office/drawing/2014/main" val="7136343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5B38D29-B977-E26E-04E9-18B93336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Pyramid Cont..</a:t>
            </a:r>
          </a:p>
        </p:txBody>
      </p:sp>
    </p:spTree>
    <p:extLst>
      <p:ext uri="{BB962C8B-B14F-4D97-AF65-F5344CB8AC3E}">
        <p14:creationId xmlns:p14="http://schemas.microsoft.com/office/powerpoint/2010/main" val="169809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F66C-652B-B180-6CC8-9F95C3D2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8BF033-ECE6-63C1-A23F-F1CE21DE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Unit Testing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31247-3786-30F9-E4D4-B8DDFC5B6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BFB70-3783-96FD-283F-140D64764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Unit testing is an essential part of software development, ensuring that individual components of an application function as expected.</a:t>
            </a:r>
          </a:p>
          <a:p>
            <a:r>
              <a:rPr lang="en-IN" dirty="0"/>
              <a:t>A </a:t>
            </a:r>
            <a:r>
              <a:rPr lang="en-IN" b="1" dirty="0"/>
              <a:t>unit test</a:t>
            </a:r>
            <a:r>
              <a:rPr lang="en-IN" dirty="0"/>
              <a:t> tests one small unit of functionality in isolation.</a:t>
            </a:r>
          </a:p>
          <a:p>
            <a:r>
              <a:rPr lang="en-IN" dirty="0"/>
              <a:t>In .NET, we can write unit tests using various testing frameworks, including </a:t>
            </a:r>
            <a:r>
              <a:rPr lang="en-IN" dirty="0" err="1"/>
              <a:t>MSTest</a:t>
            </a:r>
            <a:r>
              <a:rPr lang="en-IN" dirty="0"/>
              <a:t>, </a:t>
            </a:r>
            <a:r>
              <a:rPr lang="en-IN" dirty="0" err="1"/>
              <a:t>NUnit</a:t>
            </a:r>
            <a:r>
              <a:rPr lang="en-IN" dirty="0"/>
              <a:t>, and </a:t>
            </a:r>
            <a:r>
              <a:rPr lang="en-IN" dirty="0" err="1"/>
              <a:t>xUnit</a:t>
            </a:r>
            <a:r>
              <a:rPr lang="en-IN" dirty="0"/>
              <a:t>.</a:t>
            </a:r>
          </a:p>
          <a:p>
            <a:r>
              <a:rPr lang="en-IN" dirty="0" err="1"/>
              <a:t>xUnit</a:t>
            </a:r>
            <a:r>
              <a:rPr lang="en-IN" dirty="0"/>
              <a:t> is generally considered the best overall choice for modern .NET applications due to its strong built-in test isolation, excellent parallel execution, and clean design.</a:t>
            </a:r>
          </a:p>
          <a:p>
            <a:r>
              <a:rPr lang="en-IN" b="1" dirty="0"/>
              <a:t>Why Write Unit Tests?</a:t>
            </a:r>
          </a:p>
          <a:p>
            <a:pPr lvl="1"/>
            <a:r>
              <a:rPr lang="en-IN" b="1" dirty="0"/>
              <a:t>Ensure Correctness:</a:t>
            </a:r>
            <a:r>
              <a:rPr lang="en-IN" dirty="0"/>
              <a:t> Unit tests ensure that individual components of an application function correctly, reducing the likelihood of bugs and errors.</a:t>
            </a:r>
          </a:p>
          <a:p>
            <a:pPr lvl="1"/>
            <a:r>
              <a:rPr lang="en-IN" b="1" dirty="0"/>
              <a:t>Improve Code Quality: </a:t>
            </a:r>
            <a:r>
              <a:rPr lang="en-IN" dirty="0"/>
              <a:t>Writing unit tests encourages developers to write better, more modular code, improving overall code quality.</a:t>
            </a:r>
          </a:p>
          <a:p>
            <a:pPr lvl="1"/>
            <a:r>
              <a:rPr lang="en-IN" b="1" dirty="0"/>
              <a:t>Reduce Debugging Time: </a:t>
            </a:r>
            <a:r>
              <a:rPr lang="en-IN" dirty="0"/>
              <a:t>Unit tests help identify issues early, reducing debugging time and effort.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C49E14-6F47-6D48-9380-C1A9FE2E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 Testing?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91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6A601A-0703-972D-49C6-AD805BDED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Choose a Testing Framework: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Select a testing framework, such as </a:t>
            </a:r>
            <a:r>
              <a:rPr lang="en-IN" dirty="0" err="1"/>
              <a:t>xUnit</a:t>
            </a:r>
            <a:r>
              <a:rPr lang="en-IN" dirty="0"/>
              <a:t>, </a:t>
            </a:r>
            <a:r>
              <a:rPr lang="en-IN" dirty="0" err="1"/>
              <a:t>MSTest</a:t>
            </a:r>
            <a:r>
              <a:rPr lang="en-IN" dirty="0"/>
              <a:t> or </a:t>
            </a:r>
            <a:r>
              <a:rPr lang="en-IN" dirty="0" err="1"/>
              <a:t>NUnit</a:t>
            </a:r>
            <a:r>
              <a:rPr lang="en-IN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Create a Test Project:</a:t>
            </a:r>
            <a:r>
              <a:rPr lang="en-IN" dirty="0"/>
              <a:t> </a:t>
            </a:r>
          </a:p>
          <a:p>
            <a:pPr marL="1001712" lvl="1" indent="-457200"/>
            <a:r>
              <a:rPr lang="en-IN" dirty="0"/>
              <a:t>Create a new test project in Visual Studio, selecting the chosen testing framework.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Write Test Methods:</a:t>
            </a:r>
            <a:r>
              <a:rPr lang="en-IN" dirty="0"/>
              <a:t> </a:t>
            </a:r>
          </a:p>
          <a:p>
            <a:pPr marL="1001712" lvl="1" indent="-457200"/>
            <a:r>
              <a:rPr lang="en-IN" dirty="0"/>
              <a:t>Write test methods, using the [Fact] attribute (</a:t>
            </a:r>
            <a:r>
              <a:rPr lang="en-IN" dirty="0" err="1"/>
              <a:t>xUnit</a:t>
            </a:r>
            <a:r>
              <a:rPr lang="en-IN" dirty="0"/>
              <a:t>) or [</a:t>
            </a:r>
            <a:r>
              <a:rPr lang="en-IN" dirty="0" err="1"/>
              <a:t>TestMethod</a:t>
            </a:r>
            <a:r>
              <a:rPr lang="en-IN" dirty="0"/>
              <a:t>] attribute (</a:t>
            </a:r>
            <a:r>
              <a:rPr lang="en-IN" dirty="0" err="1"/>
              <a:t>MSTest</a:t>
            </a:r>
            <a:r>
              <a:rPr lang="en-IN" dirty="0"/>
              <a:t>).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Use Assert Statements: </a:t>
            </a:r>
          </a:p>
          <a:p>
            <a:pPr marL="1001712" lvl="1" indent="-457200"/>
            <a:r>
              <a:rPr lang="en-IN" dirty="0"/>
              <a:t>Use assert statements to verify the expected behaviour of the code under test.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0C94C2-1237-EAFC-75CF-CA792CBC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write unit tests in .NET, you’ll need to: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7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BC5696-8871-7C81-FA40-DCE846B7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Example</a:t>
            </a:r>
          </a:p>
          <a:p>
            <a:pPr marL="544512" lvl="1" indent="0">
              <a:buNone/>
            </a:pPr>
            <a:r>
              <a:rPr lang="en-IN" dirty="0"/>
              <a:t>public int </a:t>
            </a:r>
            <a:r>
              <a:rPr lang="en-IN" b="1" dirty="0"/>
              <a:t>Add</a:t>
            </a:r>
            <a:r>
              <a:rPr lang="en-IN" dirty="0"/>
              <a:t>(int a, int b) </a:t>
            </a:r>
          </a:p>
          <a:p>
            <a:pPr marL="544512" lvl="1" indent="0">
              <a:buNone/>
            </a:pPr>
            <a:r>
              <a:rPr lang="en-IN" dirty="0"/>
              <a:t>{ </a:t>
            </a:r>
          </a:p>
          <a:p>
            <a:pPr marL="544512" lvl="1" indent="0">
              <a:buNone/>
            </a:pPr>
            <a:r>
              <a:rPr lang="en-IN" dirty="0"/>
              <a:t>	return a + b; </a:t>
            </a:r>
          </a:p>
          <a:p>
            <a:pPr marL="544512" lvl="1" indent="0">
              <a:buNone/>
            </a:pPr>
            <a:r>
              <a:rPr lang="en-IN" dirty="0"/>
              <a:t>}</a:t>
            </a:r>
          </a:p>
          <a:p>
            <a:r>
              <a:rPr lang="en-IN" dirty="0"/>
              <a:t>Test case for the above method is:</a:t>
            </a:r>
          </a:p>
          <a:p>
            <a:pPr marL="544512" lvl="1" indent="0">
              <a:buNone/>
            </a:pPr>
            <a:r>
              <a:rPr lang="en-IN" b="1" dirty="0"/>
              <a:t>[Fact]       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// This is a test</a:t>
            </a:r>
            <a:endParaRPr lang="en-IN" b="1" dirty="0">
              <a:solidFill>
                <a:schemeClr val="bg1">
                  <a:lumMod val="75000"/>
                </a:schemeClr>
              </a:solidFill>
            </a:endParaRPr>
          </a:p>
          <a:p>
            <a:pPr marL="544512" lvl="1" indent="0">
              <a:buNone/>
            </a:pPr>
            <a:r>
              <a:rPr lang="en-IN" dirty="0"/>
              <a:t>public void </a:t>
            </a:r>
            <a:r>
              <a:rPr lang="en-IN" dirty="0" err="1"/>
              <a:t>Add_TwoNumbers_ReturnsCorrectResult</a:t>
            </a:r>
            <a:r>
              <a:rPr lang="en-IN" dirty="0"/>
              <a:t>() </a:t>
            </a:r>
          </a:p>
          <a:p>
            <a:pPr marL="544512" lvl="1" indent="0">
              <a:buNone/>
            </a:pPr>
            <a:r>
              <a:rPr lang="en-IN" dirty="0"/>
              <a:t>{ </a:t>
            </a:r>
          </a:p>
          <a:p>
            <a:pPr marL="544512" lvl="1" indent="0">
              <a:buNone/>
            </a:pPr>
            <a:r>
              <a:rPr lang="en-IN" dirty="0"/>
              <a:t>	var result = Add(10, 20);      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// Perform operation</a:t>
            </a:r>
          </a:p>
          <a:p>
            <a:pPr marL="544512" lvl="1" indent="0">
              <a:buNone/>
            </a:pPr>
            <a:r>
              <a:rPr lang="en-IN" dirty="0"/>
              <a:t>	</a:t>
            </a:r>
            <a:r>
              <a:rPr lang="en-IN" b="1" dirty="0" err="1"/>
              <a:t>Assert</a:t>
            </a:r>
            <a:r>
              <a:rPr lang="en-IN" dirty="0" err="1"/>
              <a:t>.Equal</a:t>
            </a:r>
            <a:r>
              <a:rPr lang="en-IN" dirty="0"/>
              <a:t>(30, result</a:t>
            </a:r>
            <a:r>
              <a:rPr lang="en-IN"/>
              <a:t>);     </a:t>
            </a:r>
            <a:r>
              <a:rPr lang="en-IN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Verify expected result</a:t>
            </a:r>
          </a:p>
          <a:p>
            <a:pPr marL="544512" lvl="1" indent="0">
              <a:buNone/>
            </a:pPr>
            <a:r>
              <a:rPr lang="en-IN" dirty="0"/>
              <a:t>}</a:t>
            </a:r>
          </a:p>
          <a:p>
            <a:pPr marL="342900" indent="-342900"/>
            <a:r>
              <a:rPr lang="en-IN" dirty="0"/>
              <a:t>[Fact] is an </a:t>
            </a:r>
            <a:r>
              <a:rPr lang="en-IN" b="1" dirty="0"/>
              <a:t>attribute provided by </a:t>
            </a:r>
            <a:r>
              <a:rPr lang="en-IN" b="1" dirty="0" err="1"/>
              <a:t>xUnit</a:t>
            </a:r>
            <a:r>
              <a:rPr lang="en-IN" b="1" dirty="0"/>
              <a:t>, </a:t>
            </a:r>
            <a:r>
              <a:rPr lang="en-IN" dirty="0"/>
              <a:t>this attribute indicates that </a:t>
            </a:r>
            <a:r>
              <a:rPr lang="en-IN" b="1" dirty="0"/>
              <a:t>this is a test method</a:t>
            </a:r>
            <a:r>
              <a:rPr lang="en-IN" dirty="0"/>
              <a:t>. (It is for a test with </a:t>
            </a:r>
            <a:r>
              <a:rPr lang="en-IN" b="1" dirty="0"/>
              <a:t>fixed input/conditions</a:t>
            </a:r>
            <a:r>
              <a:rPr lang="en-IN" dirty="0"/>
              <a:t>.)</a:t>
            </a:r>
          </a:p>
          <a:p>
            <a:pPr marL="342900" indent="-342900"/>
            <a:r>
              <a:rPr lang="en-IN" dirty="0"/>
              <a:t>Assert is used to </a:t>
            </a:r>
            <a:r>
              <a:rPr lang="en-IN" b="1" dirty="0"/>
              <a:t>check whether the actual result matches what we expect</a:t>
            </a:r>
            <a:r>
              <a:rPr lang="en-IN" dirty="0"/>
              <a:t>.</a:t>
            </a:r>
          </a:p>
          <a:p>
            <a:endParaRPr lang="en-IN" dirty="0"/>
          </a:p>
          <a:p>
            <a:pPr marL="544512" lvl="1" indent="0">
              <a:buNone/>
            </a:pPr>
            <a:endParaRPr lang="en-IN" dirty="0"/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0C81C5-463B-11EA-F244-3895CF16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Testing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E36FB-BDED-CFB1-2A7A-7ABF97C00652}"/>
              </a:ext>
            </a:extLst>
          </p:cNvPr>
          <p:cNvSpPr/>
          <p:nvPr/>
        </p:nvSpPr>
        <p:spPr>
          <a:xfrm>
            <a:off x="3911601" y="1809043"/>
            <a:ext cx="1721555" cy="31609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Production Code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AAC31-700C-19DB-D7A5-4D6D9233B832}"/>
              </a:ext>
            </a:extLst>
          </p:cNvPr>
          <p:cNvSpPr/>
          <p:nvPr/>
        </p:nvSpPr>
        <p:spPr>
          <a:xfrm>
            <a:off x="6688667" y="3958166"/>
            <a:ext cx="1721555" cy="29069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Unit Test Code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EE454C7-5107-19A9-7E5A-47DEC01E9CDD}"/>
              </a:ext>
            </a:extLst>
          </p:cNvPr>
          <p:cNvSpPr/>
          <p:nvPr/>
        </p:nvSpPr>
        <p:spPr>
          <a:xfrm>
            <a:off x="3482622" y="1416755"/>
            <a:ext cx="355600" cy="110066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2123025-7D54-7898-D03C-12D0FA8F3E06}"/>
              </a:ext>
            </a:extLst>
          </p:cNvPr>
          <p:cNvSpPr/>
          <p:nvPr/>
        </p:nvSpPr>
        <p:spPr>
          <a:xfrm>
            <a:off x="6254044" y="3234266"/>
            <a:ext cx="355600" cy="173849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49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418FC6-BCFB-8392-E1DD-A95567E9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you want to test the same method with </a:t>
            </a:r>
            <a:r>
              <a:rPr lang="en-IN" b="1" dirty="0"/>
              <a:t>multiple sets of input</a:t>
            </a:r>
            <a:r>
              <a:rPr lang="en-IN" dirty="0"/>
              <a:t>, </a:t>
            </a:r>
            <a:r>
              <a:rPr lang="en-IN" dirty="0" err="1"/>
              <a:t>xUnit</a:t>
            </a:r>
            <a:r>
              <a:rPr lang="en-IN" dirty="0"/>
              <a:t> provides [Theory]</a:t>
            </a:r>
          </a:p>
          <a:p>
            <a:pPr marL="544512" lvl="1" indent="0">
              <a:buNone/>
            </a:pPr>
            <a:r>
              <a:rPr lang="en-IN" b="1" dirty="0"/>
              <a:t>[Theory] </a:t>
            </a:r>
          </a:p>
          <a:p>
            <a:pPr marL="544512" lvl="1" indent="0">
              <a:buNone/>
            </a:pPr>
            <a:r>
              <a:rPr lang="en-IN" b="1" dirty="0"/>
              <a:t>[</a:t>
            </a:r>
            <a:r>
              <a:rPr lang="en-IN" b="1" dirty="0" err="1"/>
              <a:t>InlineData</a:t>
            </a:r>
            <a:r>
              <a:rPr lang="en-IN" b="1" dirty="0"/>
              <a:t>(10, 20, 30)] </a:t>
            </a:r>
          </a:p>
          <a:p>
            <a:pPr marL="544512" lvl="1" indent="0">
              <a:buNone/>
            </a:pPr>
            <a:r>
              <a:rPr lang="en-IN" b="1" dirty="0"/>
              <a:t>[</a:t>
            </a:r>
            <a:r>
              <a:rPr lang="en-IN" b="1" dirty="0" err="1"/>
              <a:t>InlineData</a:t>
            </a:r>
            <a:r>
              <a:rPr lang="en-IN" b="1" dirty="0"/>
              <a:t>(5, 5, 10)] </a:t>
            </a:r>
          </a:p>
          <a:p>
            <a:pPr marL="544512" lvl="1" indent="0">
              <a:buNone/>
            </a:pPr>
            <a:r>
              <a:rPr lang="en-IN" b="1" dirty="0"/>
              <a:t>[</a:t>
            </a:r>
            <a:r>
              <a:rPr lang="en-IN" b="1" dirty="0" err="1"/>
              <a:t>InlineData</a:t>
            </a:r>
            <a:r>
              <a:rPr lang="en-IN" b="1" dirty="0"/>
              <a:t>(100, 50, 150)] </a:t>
            </a:r>
          </a:p>
          <a:p>
            <a:pPr marL="544512" lvl="1" indent="0">
              <a:buNone/>
            </a:pPr>
            <a:r>
              <a:rPr lang="en-IN" dirty="0"/>
              <a:t>public void </a:t>
            </a:r>
            <a:r>
              <a:rPr lang="en-IN" dirty="0" err="1"/>
              <a:t>Add_ReturnsCorrectResult</a:t>
            </a:r>
            <a:r>
              <a:rPr lang="en-IN" dirty="0"/>
              <a:t>(int a, int b, int </a:t>
            </a:r>
            <a:r>
              <a:rPr lang="en-IN" dirty="0">
                <a:solidFill>
                  <a:schemeClr val="accent6"/>
                </a:solidFill>
              </a:rPr>
              <a:t>expected</a:t>
            </a:r>
            <a:r>
              <a:rPr lang="en-IN" dirty="0"/>
              <a:t>) </a:t>
            </a:r>
          </a:p>
          <a:p>
            <a:pPr marL="544512" lvl="1" indent="0">
              <a:buNone/>
            </a:pPr>
            <a:r>
              <a:rPr lang="en-IN" dirty="0"/>
              <a:t>{ </a:t>
            </a:r>
          </a:p>
          <a:p>
            <a:pPr marL="544512" lvl="1" indent="0">
              <a:buNone/>
            </a:pPr>
            <a:r>
              <a:rPr lang="en-IN" dirty="0"/>
              <a:t>	var result = Add(a, b); </a:t>
            </a:r>
          </a:p>
          <a:p>
            <a:pPr marL="544512" lvl="1" indent="0">
              <a:buNone/>
            </a:pPr>
            <a:r>
              <a:rPr lang="en-IN" dirty="0"/>
              <a:t>	</a:t>
            </a:r>
            <a:r>
              <a:rPr lang="en-IN" b="1" dirty="0" err="1"/>
              <a:t>Assert</a:t>
            </a:r>
            <a:r>
              <a:rPr lang="en-IN" dirty="0" err="1"/>
              <a:t>.Equal</a:t>
            </a:r>
            <a:r>
              <a:rPr lang="en-IN" dirty="0"/>
              <a:t>(</a:t>
            </a:r>
            <a:r>
              <a:rPr lang="en-IN" dirty="0">
                <a:solidFill>
                  <a:schemeClr val="accent6"/>
                </a:solidFill>
              </a:rPr>
              <a:t>expected</a:t>
            </a:r>
            <a:r>
              <a:rPr lang="en-IN" dirty="0"/>
              <a:t>, result); </a:t>
            </a:r>
          </a:p>
          <a:p>
            <a:pPr marL="544512" lvl="1" indent="0">
              <a:buNone/>
            </a:pPr>
            <a:r>
              <a:rPr lang="en-IN" dirty="0"/>
              <a:t>}</a:t>
            </a:r>
          </a:p>
          <a:p>
            <a:pPr marL="544512" lvl="1" indent="0">
              <a:buNone/>
            </a:pPr>
            <a:endParaRPr lang="en-IN" dirty="0"/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571E81-4F1B-797C-F1ED-F620292A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Cont..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1A2836-6870-6591-3648-3323C92E5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71112"/>
              </p:ext>
            </p:extLst>
          </p:nvPr>
        </p:nvGraphicFramePr>
        <p:xfrm>
          <a:off x="712158" y="4531516"/>
          <a:ext cx="954944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445">
                  <a:extLst>
                    <a:ext uri="{9D8B030D-6E8A-4147-A177-3AD203B41FA5}">
                      <a16:colId xmlns:a16="http://schemas.microsoft.com/office/drawing/2014/main" val="1521107639"/>
                    </a:ext>
                  </a:extLst>
                </a:gridCol>
                <a:gridCol w="6950997">
                  <a:extLst>
                    <a:ext uri="{9D8B030D-6E8A-4147-A177-3AD203B41FA5}">
                      <a16:colId xmlns:a16="http://schemas.microsoft.com/office/drawing/2014/main" val="423319428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43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IN" b="1" dirty="0"/>
                        <a:t>[Fact]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One fixed test scenario [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single, fixed scenario</a:t>
                      </a:r>
                      <a:r>
                        <a:rPr lang="en-IN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0198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IN" b="1" dirty="0"/>
                        <a:t>[Theory] + [</a:t>
                      </a:r>
                      <a:r>
                        <a:rPr lang="en-IN" b="1" dirty="0" err="1"/>
                        <a:t>InlineData</a:t>
                      </a:r>
                      <a:r>
                        <a:rPr lang="en-IN" b="1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Same test with different data or multiple data [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same test, many inputs]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2043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IN" b="1" dirty="0"/>
                        <a:t>Assert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Verify the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08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9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7BA9C0-7D8E-5F0E-3374-2233981AC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018747"/>
              </p:ext>
            </p:extLst>
          </p:nvPr>
        </p:nvGraphicFramePr>
        <p:xfrm>
          <a:off x="131763" y="863600"/>
          <a:ext cx="39302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298">
                  <a:extLst>
                    <a:ext uri="{9D8B030D-6E8A-4147-A177-3AD203B41FA5}">
                      <a16:colId xmlns:a16="http://schemas.microsoft.com/office/drawing/2014/main" val="2720182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20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up any objects and variables needed.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91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var calculator = new Calculator();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9879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94AD8EC-5910-53EA-2239-0A5D7A84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Pattern: Arrange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Act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Assert (AAA)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7541243-8F40-E9D1-D927-F649441C5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6602201"/>
              </p:ext>
            </p:extLst>
          </p:nvPr>
        </p:nvGraphicFramePr>
        <p:xfrm>
          <a:off x="4649259" y="861895"/>
          <a:ext cx="348068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82">
                  <a:extLst>
                    <a:ext uri="{9D8B030D-6E8A-4147-A177-3AD203B41FA5}">
                      <a16:colId xmlns:a16="http://schemas.microsoft.com/office/drawing/2014/main" val="2720182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20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 the method you’re testing.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91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var result = </a:t>
                      </a:r>
                      <a:r>
                        <a:rPr lang="en-IN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calculator.Add</a:t>
                      </a:r>
                      <a:r>
                        <a:rPr lang="en-IN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(10, 20);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9879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FF1EA1C9-25E8-D1C9-CC72-AE34615575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826424"/>
              </p:ext>
            </p:extLst>
          </p:nvPr>
        </p:nvGraphicFramePr>
        <p:xfrm>
          <a:off x="8663852" y="861895"/>
          <a:ext cx="34806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81">
                  <a:extLst>
                    <a:ext uri="{9D8B030D-6E8A-4147-A177-3AD203B41FA5}">
                      <a16:colId xmlns:a16="http://schemas.microsoft.com/office/drawing/2014/main" val="2720182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Assert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20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Verify the result is as expected.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91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Assert.Equal</a:t>
                      </a:r>
                      <a:r>
                        <a:rPr lang="en-IN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(30, result);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987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EA9724-8356-ECD8-EA82-123E6CFC049F}"/>
              </a:ext>
            </a:extLst>
          </p:cNvPr>
          <p:cNvSpPr txBox="1"/>
          <p:nvPr/>
        </p:nvSpPr>
        <p:spPr>
          <a:xfrm>
            <a:off x="4076965" y="1125659"/>
            <a:ext cx="55738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34D1B-E935-EF8B-15FC-245423CA0657}"/>
              </a:ext>
            </a:extLst>
          </p:cNvPr>
          <p:cNvSpPr txBox="1"/>
          <p:nvPr/>
        </p:nvSpPr>
        <p:spPr>
          <a:xfrm>
            <a:off x="8066952" y="1112083"/>
            <a:ext cx="5969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C1726A-79E4-6D6A-6908-C5FC6D0E0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59" y="2445399"/>
            <a:ext cx="7907866" cy="277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3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625F07-5FF3-D709-44D2-89C52FD7E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598559"/>
              </p:ext>
            </p:extLst>
          </p:nvPr>
        </p:nvGraphicFramePr>
        <p:xfrm>
          <a:off x="131763" y="863600"/>
          <a:ext cx="11928474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793">
                  <a:extLst>
                    <a:ext uri="{9D8B030D-6E8A-4147-A177-3AD203B41FA5}">
                      <a16:colId xmlns:a16="http://schemas.microsoft.com/office/drawing/2014/main" val="2553759222"/>
                    </a:ext>
                  </a:extLst>
                </a:gridCol>
                <a:gridCol w="3330222">
                  <a:extLst>
                    <a:ext uri="{9D8B030D-6E8A-4147-A177-3AD203B41FA5}">
                      <a16:colId xmlns:a16="http://schemas.microsoft.com/office/drawing/2014/main" val="72562680"/>
                    </a:ext>
                  </a:extLst>
                </a:gridCol>
                <a:gridCol w="4976459">
                  <a:extLst>
                    <a:ext uri="{9D8B030D-6E8A-4147-A177-3AD203B41FA5}">
                      <a16:colId xmlns:a16="http://schemas.microsoft.com/office/drawing/2014/main" val="513595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4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Equal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(expected, actual)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Assert.Equal</a:t>
                      </a:r>
                      <a:r>
                        <a:rPr lang="en-IN" dirty="0"/>
                        <a:t>(30, result);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equality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474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NotEqual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(expected, actual)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Assert.NotEqual</a:t>
                      </a:r>
                      <a:r>
                        <a:rPr lang="en-IN" dirty="0"/>
                        <a:t>(50, result);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that values are different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994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True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(condition)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Assert.True</a:t>
                      </a:r>
                      <a:r>
                        <a:rPr lang="en-IN" dirty="0"/>
                        <a:t>(result &gt; 0);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whether something is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4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False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(condition)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Assert.False</a:t>
                      </a:r>
                      <a:r>
                        <a:rPr lang="en-IN" dirty="0"/>
                        <a:t>(result &lt; 0);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whether something is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82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Null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(object)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Assert.Null</a:t>
                      </a:r>
                      <a:r>
                        <a:rPr lang="en-IN" dirty="0"/>
                        <a:t>(student);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whether a value is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64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NotNull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(object)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Assert.NotNull</a:t>
                      </a:r>
                      <a:r>
                        <a:rPr lang="en-IN" dirty="0"/>
                        <a:t>(student);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that a value is </a:t>
                      </a:r>
                      <a:r>
                        <a:rPr lang="en-IN" b="1" dirty="0"/>
                        <a:t>not</a:t>
                      </a:r>
                      <a:r>
                        <a:rPr lang="en-IN" dirty="0"/>
                        <a:t> null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391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Contains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(item, collection)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Assert.Contains</a:t>
                      </a:r>
                      <a:r>
                        <a:rPr lang="en-IN" dirty="0"/>
                        <a:t>("Rahul", students);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whether something exists in a collection/string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714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err="1"/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Empty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(collection)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Assert.Empty</a:t>
                      </a:r>
                      <a:r>
                        <a:rPr lang="en-IN" dirty="0"/>
                        <a:t>(students);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whether c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ollection has no elements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235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err="1">
                          <a:solidFill>
                            <a:schemeClr val="tx1"/>
                          </a:solidFill>
                        </a:rPr>
                        <a:t>Assert.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Throws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&lt;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TEx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&gt;(action)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Assert.Throws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DivideByZeroException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&gt;(() =&gt;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calculator.Divide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(10, 0) );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throws the given exception type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18037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24AF31A-B5C9-DFCC-A3DE-AAF63676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Assert Methods</a:t>
            </a:r>
          </a:p>
        </p:txBody>
      </p:sp>
    </p:spTree>
    <p:extLst>
      <p:ext uri="{BB962C8B-B14F-4D97-AF65-F5344CB8AC3E}">
        <p14:creationId xmlns:p14="http://schemas.microsoft.com/office/powerpoint/2010/main" val="184721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BEB1-8BDB-90A9-2584-217802D0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F56605-D253-0478-7416-677AD33F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Single Responsibility Principle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4AFE1-C760-AADF-297B-C92C6C6AD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4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1BFC1-9EE5-B361-5B0B-A6089CE3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794437-3BA5-F2F1-B55E-92BB1437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i="1" dirty="0">
                <a:solidFill>
                  <a:schemeClr val="accent6"/>
                </a:solidFill>
              </a:rPr>
              <a:t>“Divide an application into different parts, where each part handles a specific type of responsibility.”</a:t>
            </a:r>
          </a:p>
          <a:p>
            <a:pPr algn="l"/>
            <a:r>
              <a:rPr lang="en-IN" dirty="0"/>
              <a:t>Instead of putting everything inside the Controller, we separate the application into layers.</a:t>
            </a:r>
          </a:p>
          <a:p>
            <a:pPr algn="l"/>
            <a:r>
              <a:rPr lang="en-IN" dirty="0"/>
              <a:t>Without Separation of Concerns (</a:t>
            </a:r>
            <a:r>
              <a:rPr lang="en-IN" dirty="0" err="1"/>
              <a:t>StudentsController</a:t>
            </a:r>
            <a:r>
              <a:rPr lang="en-IN" dirty="0"/>
              <a:t>)</a:t>
            </a:r>
          </a:p>
          <a:p>
            <a:pPr lvl="1" algn="l"/>
            <a:r>
              <a:rPr lang="en-IN" dirty="0"/>
              <a:t>Receive HTTP Request</a:t>
            </a:r>
          </a:p>
          <a:p>
            <a:pPr lvl="1" algn="l"/>
            <a:r>
              <a:rPr lang="en-IN" dirty="0"/>
              <a:t>Validate input</a:t>
            </a:r>
          </a:p>
          <a:p>
            <a:pPr lvl="1" algn="l"/>
            <a:r>
              <a:rPr lang="en-IN" dirty="0"/>
              <a:t>Business logic</a:t>
            </a:r>
          </a:p>
          <a:p>
            <a:pPr lvl="1" algn="l"/>
            <a:r>
              <a:rPr lang="en-IN" dirty="0"/>
              <a:t>SQL queries</a:t>
            </a:r>
          </a:p>
          <a:p>
            <a:pPr lvl="1" algn="l"/>
            <a:r>
              <a:rPr lang="en-IN" dirty="0"/>
              <a:t>Database operations</a:t>
            </a:r>
          </a:p>
          <a:p>
            <a:pPr lvl="1" algn="l"/>
            <a:r>
              <a:rPr lang="en-IN" dirty="0"/>
              <a:t>Error handling</a:t>
            </a:r>
          </a:p>
          <a:p>
            <a:pPr lvl="1" algn="l"/>
            <a:r>
              <a:rPr lang="en-IN" dirty="0"/>
              <a:t>Return HTTP Response</a:t>
            </a:r>
          </a:p>
          <a:p>
            <a:pPr algn="l"/>
            <a:r>
              <a:rPr lang="en-IN" dirty="0"/>
              <a:t>The Controller is doing </a:t>
            </a:r>
            <a:r>
              <a:rPr lang="en-IN" b="1" dirty="0"/>
              <a:t>too many jobs</a:t>
            </a:r>
            <a:r>
              <a:rPr lang="en-IN" dirty="0"/>
              <a:t>.</a:t>
            </a:r>
            <a:endParaRPr lang="en-IN" i="1" dirty="0">
              <a:solidFill>
                <a:schemeClr val="accent6"/>
              </a:solidFill>
            </a:endParaRPr>
          </a:p>
          <a:p>
            <a:pPr algn="l"/>
            <a:r>
              <a:rPr lang="en-IN" dirty="0"/>
              <a:t>SRP is one of the </a:t>
            </a:r>
            <a:r>
              <a:rPr lang="en-IN" b="1" dirty="0"/>
              <a:t>SOLID principles</a:t>
            </a:r>
            <a:r>
              <a:rPr lang="en-IN" dirty="0"/>
              <a:t>. (A class should have one primary responsibility and should have one reason to change)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824B38-E535-8F2B-E28B-00D5A8D9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Separation of Concerns &amp; Single Responsibility Principle (SRP)</a:t>
            </a:r>
          </a:p>
        </p:txBody>
      </p:sp>
    </p:spTree>
    <p:extLst>
      <p:ext uri="{BB962C8B-B14F-4D97-AF65-F5344CB8AC3E}">
        <p14:creationId xmlns:p14="http://schemas.microsoft.com/office/powerpoint/2010/main" val="24947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AEE5-61FC-87C5-8FB3-2CABC4D5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F050D7-9B6B-3B8E-124D-6A189F46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Repository Pattern for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33D9C-84AF-1777-EB49-F51D552D1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668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484784-54A0-3174-4D1D-2F6DF02C7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891" r="3798" b="8868"/>
          <a:stretch>
            <a:fillRect/>
          </a:stretch>
        </p:blipFill>
        <p:spPr>
          <a:xfrm>
            <a:off x="186338" y="914401"/>
            <a:ext cx="11819323" cy="459457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723667-6459-6CFE-C266-36CAFF4E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Repository Pattern - Design</a:t>
            </a:r>
          </a:p>
        </p:txBody>
      </p:sp>
    </p:spTree>
    <p:extLst>
      <p:ext uri="{BB962C8B-B14F-4D97-AF65-F5344CB8AC3E}">
        <p14:creationId xmlns:p14="http://schemas.microsoft.com/office/powerpoint/2010/main" val="62262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FD6EEB-0533-FB89-A314-4E6B76F35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Repository pattern is a </a:t>
            </a:r>
            <a:r>
              <a:rPr lang="en-IN" b="1" dirty="0"/>
              <a:t>design pattern that abstracts data access behind a clean, domain-focused interface </a:t>
            </a:r>
            <a:r>
              <a:rPr lang="en-IN" dirty="0"/>
              <a:t>so your business logic doesn’t depend directly on databases, ORMs, or external APIs. </a:t>
            </a:r>
          </a:p>
          <a:p>
            <a:r>
              <a:rPr lang="en-IN" dirty="0"/>
              <a:t>It’s commonly used in layered .NET applications (e.g., with Entity Framework Core) to improve testability, maintainability, and separation of concerns.</a:t>
            </a:r>
          </a:p>
          <a:p>
            <a:r>
              <a:rPr lang="en-IN" dirty="0"/>
              <a:t>Without Repository: </a:t>
            </a:r>
          </a:p>
          <a:p>
            <a:pPr lvl="1"/>
            <a:r>
              <a:rPr lang="en-IN" b="1" dirty="0"/>
              <a:t>Controller </a:t>
            </a:r>
            <a:r>
              <a:rPr lang="en-IN" b="1" dirty="0">
                <a:sym typeface="Wingdings" panose="05000000000000000000" pitchFamily="2" charset="2"/>
              </a:rPr>
              <a:t> EF Core  Database </a:t>
            </a:r>
            <a:r>
              <a:rPr lang="en-IN" b="1" dirty="0"/>
              <a:t>(Current our project’s architecture)</a:t>
            </a:r>
            <a:endParaRPr lang="en-IN" b="1" dirty="0">
              <a:sym typeface="Wingdings" panose="05000000000000000000" pitchFamily="2" charset="2"/>
            </a:endParaRPr>
          </a:p>
          <a:p>
            <a:pPr lvl="1"/>
            <a:r>
              <a:rPr lang="en-IN" dirty="0"/>
              <a:t>Calling DbContext or raw SQL directly.</a:t>
            </a:r>
          </a:p>
          <a:p>
            <a:pPr lvl="1"/>
            <a:r>
              <a:rPr lang="en-IN" dirty="0"/>
              <a:t>Mixing business rules with data-access details (queries, joins, includes, transactions).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Being hard to unit test because they depend on a real database or EF Core</a:t>
            </a:r>
            <a:r>
              <a:rPr lang="en-IN" dirty="0"/>
              <a:t>.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/>
              <a:t>With Repository:</a:t>
            </a:r>
          </a:p>
          <a:p>
            <a:pPr lvl="1"/>
            <a:r>
              <a:rPr lang="en-IN" dirty="0"/>
              <a:t>Controller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b="1" u="sng" dirty="0">
                <a:solidFill>
                  <a:schemeClr val="accent6"/>
                </a:solidFill>
                <a:sym typeface="Wingdings" panose="05000000000000000000" pitchFamily="2" charset="2"/>
              </a:rPr>
              <a:t>Service</a:t>
            </a:r>
            <a:r>
              <a:rPr lang="en-IN" u="sng" dirty="0">
                <a:sym typeface="Wingdings" panose="05000000000000000000" pitchFamily="2" charset="2"/>
              </a:rPr>
              <a:t> (Business Logic) </a:t>
            </a:r>
            <a:r>
              <a:rPr lang="en-IN" b="1" u="sng" dirty="0">
                <a:solidFill>
                  <a:schemeClr val="accent6"/>
                </a:solidFill>
              </a:rPr>
              <a:t>Repository </a:t>
            </a:r>
            <a:r>
              <a:rPr lang="en-IN" u="sng" dirty="0"/>
              <a:t>(DB Access)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EF Core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Database</a:t>
            </a:r>
          </a:p>
          <a:p>
            <a:pPr lvl="1"/>
            <a:r>
              <a:rPr lang="en-IN" dirty="0"/>
              <a:t>Repository responsibility: </a:t>
            </a:r>
            <a:r>
              <a:rPr lang="en-IN" b="1" dirty="0"/>
              <a:t>Handle data-access operations.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CEE147-B700-D5D5-0646-37CBCF53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Repository Pattern Cont..</a:t>
            </a:r>
          </a:p>
        </p:txBody>
      </p:sp>
    </p:spTree>
    <p:extLst>
      <p:ext uri="{BB962C8B-B14F-4D97-AF65-F5344CB8AC3E}">
        <p14:creationId xmlns:p14="http://schemas.microsoft.com/office/powerpoint/2010/main" val="128743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DE4F7F-8C5C-95A1-7110-C19C2BD6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Repository Pattern Cont..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7748B-933B-2841-E257-A2F045962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9" r="2596"/>
          <a:stretch>
            <a:fillRect/>
          </a:stretch>
        </p:blipFill>
        <p:spPr>
          <a:xfrm>
            <a:off x="45155" y="809976"/>
            <a:ext cx="7021689" cy="49642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AD1E55-582F-C93F-170A-440619D45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5" b="2552"/>
          <a:stretch>
            <a:fillRect/>
          </a:stretch>
        </p:blipFill>
        <p:spPr>
          <a:xfrm>
            <a:off x="7981245" y="756354"/>
            <a:ext cx="4093675" cy="57968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671252-1F69-17DD-4842-0093E93D8B18}"/>
              </a:ext>
            </a:extLst>
          </p:cNvPr>
          <p:cNvCxnSpPr/>
          <p:nvPr/>
        </p:nvCxnSpPr>
        <p:spPr>
          <a:xfrm>
            <a:off x="7524044" y="1061156"/>
            <a:ext cx="0" cy="5029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3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9EC18-38AB-B4BF-89E1-E6249883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75353" cy="5590565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Without Repository Pattern</a:t>
            </a:r>
            <a:endParaRPr lang="en-IN" b="1" dirty="0"/>
          </a:p>
          <a:p>
            <a:pPr lvl="0"/>
            <a:r>
              <a:rPr lang="en-IN" dirty="0"/>
              <a:t>Difficult to test </a:t>
            </a:r>
          </a:p>
          <a:p>
            <a:pPr lvl="0"/>
            <a:r>
              <a:rPr lang="en-IN" dirty="0"/>
              <a:t>Difficult to maintain </a:t>
            </a:r>
          </a:p>
          <a:p>
            <a:pPr lvl="0"/>
            <a:r>
              <a:rPr lang="en-IN" dirty="0"/>
              <a:t>Large classes </a:t>
            </a:r>
          </a:p>
          <a:p>
            <a:pPr lvl="0"/>
            <a:r>
              <a:rPr lang="en-IN" dirty="0"/>
              <a:t>Business logic mixed with SQL  </a:t>
            </a:r>
          </a:p>
          <a:p>
            <a:pPr lvl="0"/>
            <a:r>
              <a:rPr lang="en-IN" dirty="0"/>
              <a:t>Difficult to reuse logic </a:t>
            </a:r>
          </a:p>
          <a:p>
            <a:pPr lvl="0"/>
            <a:r>
              <a:rPr lang="en-IN" dirty="0"/>
              <a:t>Changes can affect unrelated functionality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E9BC8-8FB4-71EC-7EBA-54546BDC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Pattern Cont..</a:t>
            </a:r>
            <a:endParaRPr lang="en-IN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8E0B462-73E4-DC7F-E20B-38477796BCB8}"/>
              </a:ext>
            </a:extLst>
          </p:cNvPr>
          <p:cNvSpPr txBox="1">
            <a:spLocks/>
          </p:cNvSpPr>
          <p:nvPr/>
        </p:nvSpPr>
        <p:spPr>
          <a:xfrm>
            <a:off x="5899802" y="863444"/>
            <a:ext cx="557535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b="1" dirty="0"/>
              <a:t>With Repository Pattern</a:t>
            </a:r>
            <a:endParaRPr lang="en-IN" b="1" dirty="0"/>
          </a:p>
          <a:p>
            <a:r>
              <a:rPr lang="en-IN" dirty="0"/>
              <a:t>Easier maintenance</a:t>
            </a:r>
          </a:p>
          <a:p>
            <a:r>
              <a:rPr lang="en-IN" dirty="0"/>
              <a:t>Easier unit testing</a:t>
            </a:r>
          </a:p>
          <a:p>
            <a:r>
              <a:rPr lang="en-IN" dirty="0"/>
              <a:t>Better code organization</a:t>
            </a:r>
          </a:p>
          <a:p>
            <a:r>
              <a:rPr lang="en-IN" dirty="0"/>
              <a:t>Reusable business logic</a:t>
            </a:r>
          </a:p>
          <a:p>
            <a:r>
              <a:rPr lang="en-IN" dirty="0"/>
              <a:t>Database logic is isolated </a:t>
            </a:r>
          </a:p>
          <a:p>
            <a:r>
              <a:rPr lang="en-IN" dirty="0"/>
              <a:t>Controllers remain lightweight</a:t>
            </a:r>
          </a:p>
          <a:p>
            <a:r>
              <a:rPr lang="en-IN" dirty="0"/>
              <a:t>Easier to change database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1826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2F70DA-669E-81DC-C9AA-57C11EDED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6" y="841023"/>
            <a:ext cx="8386762" cy="55911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7305DF0-0E28-8310-9AA5-8E69690F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Pattern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70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E5A1-5F7C-357C-EC4B-B588BC95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4C115-6491-1C1C-0F43-20D26AD7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6544"/>
            <a:ext cx="10515600" cy="3535932"/>
          </a:xfrm>
        </p:spPr>
        <p:txBody>
          <a:bodyPr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Mocking Dependencies with Moq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5F93B-8B89-DAEB-34B6-3F0A29A68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- 7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835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B348EF-1722-5F55-6E7D-B34342285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Unit test should test one unit in isolation. </a:t>
            </a:r>
          </a:p>
          <a:p>
            <a:r>
              <a:rPr lang="en-IN" dirty="0"/>
              <a:t>You're testing </a:t>
            </a:r>
            <a:r>
              <a:rPr lang="en-IN" b="1" dirty="0" err="1"/>
              <a:t>OrderService</a:t>
            </a:r>
            <a:r>
              <a:rPr lang="en-IN" dirty="0"/>
              <a:t>, but it depends on </a:t>
            </a:r>
            <a:r>
              <a:rPr lang="en-IN" b="1" dirty="0" err="1"/>
              <a:t>IOrderRepository</a:t>
            </a:r>
            <a:r>
              <a:rPr lang="en-IN" dirty="0"/>
              <a:t> (which talks to a DB). </a:t>
            </a:r>
          </a:p>
          <a:p>
            <a:r>
              <a:rPr lang="en-IN" dirty="0"/>
              <a:t>You don't want a real DB in a unit test. </a:t>
            </a:r>
          </a:p>
          <a:p>
            <a:r>
              <a:rPr lang="en-IN" dirty="0"/>
              <a:t>So you create a </a:t>
            </a:r>
            <a:r>
              <a:rPr lang="en-IN" b="1" dirty="0"/>
              <a:t>fake</a:t>
            </a:r>
            <a:r>
              <a:rPr lang="en-IN" dirty="0"/>
              <a:t> (mock) repository.</a:t>
            </a:r>
          </a:p>
          <a:p>
            <a:r>
              <a:rPr lang="en-IN" b="1" dirty="0">
                <a:solidFill>
                  <a:schemeClr val="accent6"/>
                </a:solidFill>
              </a:rPr>
              <a:t>Real classes depend on databases, HTTP calls, email senders — a mock is a fake stand-in that pretends to be a dependency, so the real one never runs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Your real application might have: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6FBD66-DC4C-1E13-828A-870B46C5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Mock?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24B1F7-6E57-4943-6C53-BC3A46B9E99F}"/>
              </a:ext>
            </a:extLst>
          </p:cNvPr>
          <p:cNvSpPr/>
          <p:nvPr/>
        </p:nvSpPr>
        <p:spPr>
          <a:xfrm>
            <a:off x="1309511" y="3595511"/>
            <a:ext cx="2184400" cy="508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OrderServiceTests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E30887-3C96-CD36-C4B5-97DCA4E300A5}"/>
              </a:ext>
            </a:extLst>
          </p:cNvPr>
          <p:cNvSpPr/>
          <p:nvPr/>
        </p:nvSpPr>
        <p:spPr>
          <a:xfrm>
            <a:off x="4824642" y="3595511"/>
            <a:ext cx="2184400" cy="508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IPaymentGateway</a:t>
            </a:r>
            <a:endParaRPr lang="en-US" dirty="0">
              <a:solidFill>
                <a:sysClr val="windowText" lastClr="000000"/>
              </a:solidFill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(Mock)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1C1FC7-A456-0414-3D6B-4510E760BABA}"/>
              </a:ext>
            </a:extLst>
          </p:cNvPr>
          <p:cNvSpPr/>
          <p:nvPr/>
        </p:nvSpPr>
        <p:spPr>
          <a:xfrm>
            <a:off x="8339773" y="3595511"/>
            <a:ext cx="2184400" cy="5080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Real Payment API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(Never Called)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7B5B66-FB21-6089-01AA-937AEC5D858F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493911" y="3849511"/>
            <a:ext cx="1330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F043FF-CAD8-FBE1-2509-F84218820046}"/>
              </a:ext>
            </a:extLst>
          </p:cNvPr>
          <p:cNvCxnSpPr>
            <a:stCxn id="6" idx="3"/>
          </p:cNvCxnSpPr>
          <p:nvPr/>
        </p:nvCxnSpPr>
        <p:spPr>
          <a:xfrm>
            <a:off x="7009042" y="3849511"/>
            <a:ext cx="1330731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CBC234-1FF6-B336-9DEB-A08B33D09D23}"/>
              </a:ext>
            </a:extLst>
          </p:cNvPr>
          <p:cNvSpPr/>
          <p:nvPr/>
        </p:nvSpPr>
        <p:spPr>
          <a:xfrm>
            <a:off x="462844" y="4820355"/>
            <a:ext cx="2873023" cy="14788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IPaymentGateway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 err="1"/>
              <a:t>RazorpayPaymentGateway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Real Payment API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19559A-15B6-B183-BEB9-1D49BF32E456}"/>
              </a:ext>
            </a:extLst>
          </p:cNvPr>
          <p:cNvSpPr/>
          <p:nvPr/>
        </p:nvSpPr>
        <p:spPr>
          <a:xfrm>
            <a:off x="4480330" y="4820356"/>
            <a:ext cx="2873023" cy="14788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IPaymentGateway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b="1" dirty="0">
                <a:solidFill>
                  <a:schemeClr val="accent6"/>
                </a:solidFill>
              </a:rPr>
              <a:t>Mock Object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b="1" dirty="0">
                <a:solidFill>
                  <a:schemeClr val="accent6"/>
                </a:solidFill>
              </a:rPr>
              <a:t>Fake Payment Gateway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F2963E-C5E4-925D-5980-A429C1AF2D6F}"/>
              </a:ext>
            </a:extLst>
          </p:cNvPr>
          <p:cNvCxnSpPr>
            <a:cxnSpLocks/>
          </p:cNvCxnSpPr>
          <p:nvPr/>
        </p:nvCxnSpPr>
        <p:spPr>
          <a:xfrm>
            <a:off x="3335867" y="5548488"/>
            <a:ext cx="1144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4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7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D97C1F-F971-D3E2-D2EF-9C94C3D84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Moq builds a fake implementation of an interface at runtime. </a:t>
            </a:r>
          </a:p>
          <a:p>
            <a:r>
              <a:rPr lang="en-IN" dirty="0"/>
              <a:t>You tell it what to return with Setup, and can later check what was called with Verify.</a:t>
            </a:r>
          </a:p>
          <a:p>
            <a:r>
              <a:rPr lang="en-IN" b="1" u="sng" dirty="0"/>
              <a:t>How Moq Works?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F9C8B-1D6C-0B3B-6D03-33B0081C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Moq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22FB8E-81D2-E8ED-3E60-21563069501A}"/>
              </a:ext>
            </a:extLst>
          </p:cNvPr>
          <p:cNvSpPr/>
          <p:nvPr/>
        </p:nvSpPr>
        <p:spPr>
          <a:xfrm>
            <a:off x="485422" y="2392512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new Mock&lt;</a:t>
            </a:r>
            <a:r>
              <a:rPr lang="en-IN" sz="1600" dirty="0" err="1"/>
              <a:t>IService</a:t>
            </a:r>
            <a:r>
              <a:rPr lang="en-IN" sz="1600" dirty="0"/>
              <a:t>&gt;()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F8A57-1C54-F49E-4024-09027206A927}"/>
              </a:ext>
            </a:extLst>
          </p:cNvPr>
          <p:cNvSpPr/>
          <p:nvPr/>
        </p:nvSpPr>
        <p:spPr>
          <a:xfrm>
            <a:off x="485422" y="2901087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.Setup(...)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340ACD-A64A-EC69-7C3F-58DCD66DB1CF}"/>
              </a:ext>
            </a:extLst>
          </p:cNvPr>
          <p:cNvSpPr/>
          <p:nvPr/>
        </p:nvSpPr>
        <p:spPr>
          <a:xfrm>
            <a:off x="485422" y="3897232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.Returns(value)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FF29B2-C3DD-8EBB-6253-0CF16BA5F1EB}"/>
              </a:ext>
            </a:extLst>
          </p:cNvPr>
          <p:cNvSpPr/>
          <p:nvPr/>
        </p:nvSpPr>
        <p:spPr>
          <a:xfrm>
            <a:off x="485422" y="4382721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F5AC74-6E74-E905-F7E2-7000EA5DE6F5}"/>
              </a:ext>
            </a:extLst>
          </p:cNvPr>
          <p:cNvSpPr/>
          <p:nvPr/>
        </p:nvSpPr>
        <p:spPr>
          <a:xfrm>
            <a:off x="485422" y="4871301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.Verify(...)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26B44-6062-6D83-6ECC-92BEEAE8F48D}"/>
              </a:ext>
            </a:extLst>
          </p:cNvPr>
          <p:cNvSpPr/>
          <p:nvPr/>
        </p:nvSpPr>
        <p:spPr>
          <a:xfrm>
            <a:off x="485423" y="5359881"/>
            <a:ext cx="2032000" cy="369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It.Is</a:t>
            </a:r>
            <a:r>
              <a:rPr lang="en-IN" dirty="0"/>
              <a:t>&lt;T&gt;(condition)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DF9E99-6061-BE86-0E67-AD2E12EE9F11}"/>
              </a:ext>
            </a:extLst>
          </p:cNvPr>
          <p:cNvCxnSpPr>
            <a:cxnSpLocks/>
          </p:cNvCxnSpPr>
          <p:nvPr/>
        </p:nvCxnSpPr>
        <p:spPr>
          <a:xfrm>
            <a:off x="2517422" y="2592890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4F4ADD-93FB-516F-E549-2B7D2EC70523}"/>
              </a:ext>
            </a:extLst>
          </p:cNvPr>
          <p:cNvCxnSpPr>
            <a:cxnSpLocks/>
          </p:cNvCxnSpPr>
          <p:nvPr/>
        </p:nvCxnSpPr>
        <p:spPr>
          <a:xfrm>
            <a:off x="2517422" y="3090175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E283B7-BD80-15A2-B3A7-781C7741A501}"/>
              </a:ext>
            </a:extLst>
          </p:cNvPr>
          <p:cNvCxnSpPr>
            <a:cxnSpLocks/>
          </p:cNvCxnSpPr>
          <p:nvPr/>
        </p:nvCxnSpPr>
        <p:spPr>
          <a:xfrm>
            <a:off x="2517422" y="4088197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857CDA-34A6-E2A8-A7A7-AEEDCD6A417E}"/>
              </a:ext>
            </a:extLst>
          </p:cNvPr>
          <p:cNvCxnSpPr>
            <a:cxnSpLocks/>
          </p:cNvCxnSpPr>
          <p:nvPr/>
        </p:nvCxnSpPr>
        <p:spPr>
          <a:xfrm>
            <a:off x="2517422" y="4579332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A96C4A-C099-B823-4232-6765F6EB20C1}"/>
              </a:ext>
            </a:extLst>
          </p:cNvPr>
          <p:cNvCxnSpPr>
            <a:cxnSpLocks/>
          </p:cNvCxnSpPr>
          <p:nvPr/>
        </p:nvCxnSpPr>
        <p:spPr>
          <a:xfrm>
            <a:off x="2517422" y="5067912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89118B-A0E0-BCE8-C420-0EEC4C82DA35}"/>
              </a:ext>
            </a:extLst>
          </p:cNvPr>
          <p:cNvCxnSpPr>
            <a:cxnSpLocks/>
          </p:cNvCxnSpPr>
          <p:nvPr/>
        </p:nvCxnSpPr>
        <p:spPr>
          <a:xfrm>
            <a:off x="2517422" y="5547554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2C9CD80-833B-1028-4632-ED30B8EA5173}"/>
              </a:ext>
            </a:extLst>
          </p:cNvPr>
          <p:cNvSpPr txBox="1"/>
          <p:nvPr/>
        </p:nvSpPr>
        <p:spPr>
          <a:xfrm>
            <a:off x="3691471" y="2414618"/>
            <a:ext cx="752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Creates the fake object(service). | Fake implementation of an interface/class.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D3BC9-BBEB-ABC5-9931-3378A9536269}"/>
              </a:ext>
            </a:extLst>
          </p:cNvPr>
          <p:cNvSpPr txBox="1"/>
          <p:nvPr/>
        </p:nvSpPr>
        <p:spPr>
          <a:xfrm>
            <a:off x="3691471" y="2909932"/>
            <a:ext cx="532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Defines behaviour for a method call. (Configure the fake)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A61747-F986-4EC6-E524-D3938268F76C}"/>
              </a:ext>
            </a:extLst>
          </p:cNvPr>
          <p:cNvSpPr txBox="1"/>
          <p:nvPr/>
        </p:nvSpPr>
        <p:spPr>
          <a:xfrm>
            <a:off x="3691470" y="3912469"/>
            <a:ext cx="346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Tell the fake what to return.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8CC2E1-B4A4-3654-05D4-A439507EC9F6}"/>
              </a:ext>
            </a:extLst>
          </p:cNvPr>
          <p:cNvSpPr txBox="1"/>
          <p:nvPr/>
        </p:nvSpPr>
        <p:spPr>
          <a:xfrm>
            <a:off x="3691469" y="4403604"/>
            <a:ext cx="645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actual fake instance you inject into the class under test.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F7C068-473B-54FF-31D1-4CC73E6ED457}"/>
              </a:ext>
            </a:extLst>
          </p:cNvPr>
          <p:cNvSpPr txBox="1"/>
          <p:nvPr/>
        </p:nvSpPr>
        <p:spPr>
          <a:xfrm>
            <a:off x="3691468" y="4897830"/>
            <a:ext cx="645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 whether the fake was called correctly.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456641-C704-7E18-3F6F-207E8E314630}"/>
              </a:ext>
            </a:extLst>
          </p:cNvPr>
          <p:cNvSpPr txBox="1"/>
          <p:nvPr/>
        </p:nvSpPr>
        <p:spPr>
          <a:xfrm>
            <a:off x="3691468" y="5385893"/>
            <a:ext cx="645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 a specific condition on an argument.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196D3-CC87-BBC2-6EB1-C29B2B196084}"/>
              </a:ext>
            </a:extLst>
          </p:cNvPr>
          <p:cNvSpPr/>
          <p:nvPr/>
        </p:nvSpPr>
        <p:spPr>
          <a:xfrm>
            <a:off x="485422" y="3406078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It.IsAny</a:t>
            </a:r>
            <a:r>
              <a:rPr lang="en-IN" dirty="0"/>
              <a:t>&lt;T&gt;()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E4E4CB-D736-9394-A9F4-5422BA247B71}"/>
              </a:ext>
            </a:extLst>
          </p:cNvPr>
          <p:cNvCxnSpPr>
            <a:cxnSpLocks/>
          </p:cNvCxnSpPr>
          <p:nvPr/>
        </p:nvCxnSpPr>
        <p:spPr>
          <a:xfrm>
            <a:off x="2517422" y="3597043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D96A50-3AB2-6814-B359-42B06FB7A8D5}"/>
              </a:ext>
            </a:extLst>
          </p:cNvPr>
          <p:cNvSpPr txBox="1"/>
          <p:nvPr/>
        </p:nvSpPr>
        <p:spPr>
          <a:xfrm>
            <a:off x="3691470" y="3421315"/>
            <a:ext cx="346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 any value of type 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890EB-7790-A3F5-2A91-CFB5CCA0BB3A}"/>
              </a:ext>
            </a:extLst>
          </p:cNvPr>
          <p:cNvSpPr/>
          <p:nvPr/>
        </p:nvSpPr>
        <p:spPr>
          <a:xfrm>
            <a:off x="485423" y="5834358"/>
            <a:ext cx="2032000" cy="369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Times.Once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7435C1-2D84-EFA1-29FA-A72E5FCC5DE9}"/>
              </a:ext>
            </a:extLst>
          </p:cNvPr>
          <p:cNvCxnSpPr>
            <a:cxnSpLocks/>
          </p:cNvCxnSpPr>
          <p:nvPr/>
        </p:nvCxnSpPr>
        <p:spPr>
          <a:xfrm>
            <a:off x="2517422" y="6022031"/>
            <a:ext cx="1095022" cy="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E226E3-7B85-DB14-DAF0-B536CEDC884B}"/>
              </a:ext>
            </a:extLst>
          </p:cNvPr>
          <p:cNvSpPr txBox="1"/>
          <p:nvPr/>
        </p:nvSpPr>
        <p:spPr>
          <a:xfrm>
            <a:off x="3691468" y="5860370"/>
            <a:ext cx="645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Method must be called exactly once.</a:t>
            </a:r>
          </a:p>
        </p:txBody>
      </p:sp>
    </p:spTree>
    <p:extLst>
      <p:ext uri="{BB962C8B-B14F-4D97-AF65-F5344CB8AC3E}">
        <p14:creationId xmlns:p14="http://schemas.microsoft.com/office/powerpoint/2010/main" val="269924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2" grpId="0" animBg="1"/>
      <p:bldP spid="14" grpId="0" animBg="1"/>
      <p:bldP spid="16" grpId="0" animBg="1"/>
      <p:bldP spid="25" grpId="0"/>
      <p:bldP spid="27" grpId="0"/>
      <p:bldP spid="29" grpId="0"/>
      <p:bldP spid="31" grpId="0"/>
      <p:bldP spid="33" grpId="0"/>
      <p:bldP spid="35" grpId="0"/>
      <p:bldP spid="5" grpId="0" animBg="1"/>
      <p:bldP spid="9" grpId="0"/>
      <p:bldP spid="10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585AB3-A55D-B23F-E7B6-DB758544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Moq Cont..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073B25-52DA-E3C1-08EB-67CB11E910A3}"/>
              </a:ext>
            </a:extLst>
          </p:cNvPr>
          <p:cNvSpPr/>
          <p:nvPr/>
        </p:nvSpPr>
        <p:spPr>
          <a:xfrm>
            <a:off x="684334" y="863288"/>
            <a:ext cx="2184400" cy="508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ARRANGE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F2386B-6329-8523-3B26-72B0FB114FEB}"/>
              </a:ext>
            </a:extLst>
          </p:cNvPr>
          <p:cNvSpPr/>
          <p:nvPr/>
        </p:nvSpPr>
        <p:spPr>
          <a:xfrm>
            <a:off x="4127445" y="863444"/>
            <a:ext cx="2184400" cy="508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ACT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32AE3-3D1B-EFE0-6E70-D797849241B5}"/>
              </a:ext>
            </a:extLst>
          </p:cNvPr>
          <p:cNvSpPr/>
          <p:nvPr/>
        </p:nvSpPr>
        <p:spPr>
          <a:xfrm>
            <a:off x="7570556" y="863132"/>
            <a:ext cx="2184400" cy="508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ASSERT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5B1543-04C8-28C2-3D5C-34CAB8A76B6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868734" y="1117288"/>
            <a:ext cx="1258711" cy="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99E1B7-5BBA-1C79-E6E9-78492D7A9F0E}"/>
              </a:ext>
            </a:extLst>
          </p:cNvPr>
          <p:cNvSpPr txBox="1"/>
          <p:nvPr/>
        </p:nvSpPr>
        <p:spPr>
          <a:xfrm>
            <a:off x="131179" y="1557867"/>
            <a:ext cx="30748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Create fake payment gateway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Configure payment gateway: any payment → true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Create fake repository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Create real </a:t>
            </a:r>
            <a:r>
              <a:rPr lang="en-IN" dirty="0" err="1"/>
              <a:t>OrderService</a:t>
            </a:r>
            <a:r>
              <a:rPr lang="en-IN" dirty="0"/>
              <a:t> using those fakes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93775-05E8-323C-EA6B-E5837813DB74}"/>
              </a:ext>
            </a:extLst>
          </p:cNvPr>
          <p:cNvSpPr txBox="1"/>
          <p:nvPr/>
        </p:nvSpPr>
        <p:spPr>
          <a:xfrm>
            <a:off x="3682212" y="1625288"/>
            <a:ext cx="30748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Place an order for ₹99.99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Payment mock returns true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 err="1"/>
              <a:t>OrderService</a:t>
            </a:r>
            <a:r>
              <a:rPr lang="en-IN" dirty="0"/>
              <a:t> marks order as "Paid"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 err="1"/>
              <a:t>OrderService</a:t>
            </a:r>
            <a:r>
              <a:rPr lang="en-IN" dirty="0"/>
              <a:t> calls </a:t>
            </a:r>
            <a:r>
              <a:rPr lang="en-IN" dirty="0" err="1"/>
              <a:t>repository.Save</a:t>
            </a:r>
            <a:r>
              <a:rPr lang="en-IN" dirty="0"/>
              <a:t>()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355AD8-6523-65B2-B0CB-44FFB411612A}"/>
              </a:ext>
            </a:extLst>
          </p:cNvPr>
          <p:cNvCxnSpPr>
            <a:cxnSpLocks/>
          </p:cNvCxnSpPr>
          <p:nvPr/>
        </p:nvCxnSpPr>
        <p:spPr>
          <a:xfrm>
            <a:off x="6311845" y="1117132"/>
            <a:ext cx="1258711" cy="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8C7BE1-D8F8-E2A3-519B-0F245598CED3}"/>
              </a:ext>
            </a:extLst>
          </p:cNvPr>
          <p:cNvSpPr txBox="1"/>
          <p:nvPr/>
        </p:nvSpPr>
        <p:spPr>
          <a:xfrm>
            <a:off x="7125323" y="1557866"/>
            <a:ext cx="3074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Check Save() was called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Check the saved order has Status = "Paid"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Check Save() was called exactly once</a:t>
            </a:r>
          </a:p>
        </p:txBody>
      </p:sp>
    </p:spTree>
    <p:extLst>
      <p:ext uri="{BB962C8B-B14F-4D97-AF65-F5344CB8AC3E}">
        <p14:creationId xmlns:p14="http://schemas.microsoft.com/office/powerpoint/2010/main" val="260651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4" grpId="0"/>
      <p:bldP spid="17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64C0-5F6C-F51B-8F3F-61D17340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649312-5D68-D8A8-4A96-2B900247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Moq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CCFF43-33BA-7FD1-D1B6-557FCBBACA49}"/>
              </a:ext>
            </a:extLst>
          </p:cNvPr>
          <p:cNvSpPr/>
          <p:nvPr/>
        </p:nvSpPr>
        <p:spPr>
          <a:xfrm>
            <a:off x="9302044" y="1884145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new Mock&lt;T&gt;()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7AAFB-6926-5511-AB4B-51062ED2228C}"/>
              </a:ext>
            </a:extLst>
          </p:cNvPr>
          <p:cNvSpPr/>
          <p:nvPr/>
        </p:nvSpPr>
        <p:spPr>
          <a:xfrm>
            <a:off x="9302044" y="2556148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.Setup(...) &amp; </a:t>
            </a:r>
            <a:r>
              <a:rPr lang="en-IN" sz="1600" dirty="0" err="1"/>
              <a:t>It.IsAny</a:t>
            </a:r>
            <a:r>
              <a:rPr lang="en-IN" sz="1600" dirty="0"/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AB9396-C79E-616B-E100-81F785FC707F}"/>
              </a:ext>
            </a:extLst>
          </p:cNvPr>
          <p:cNvSpPr/>
          <p:nvPr/>
        </p:nvSpPr>
        <p:spPr>
          <a:xfrm>
            <a:off x="9302044" y="3228151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.Returns(...)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C153E4-C6D4-E17D-C131-72A87C3B8FFB}"/>
              </a:ext>
            </a:extLst>
          </p:cNvPr>
          <p:cNvSpPr/>
          <p:nvPr/>
        </p:nvSpPr>
        <p:spPr>
          <a:xfrm>
            <a:off x="9302044" y="3900154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EB016C-4281-2C93-A40E-AF5D75124CB6}"/>
              </a:ext>
            </a:extLst>
          </p:cNvPr>
          <p:cNvSpPr/>
          <p:nvPr/>
        </p:nvSpPr>
        <p:spPr>
          <a:xfrm>
            <a:off x="9302044" y="4572157"/>
            <a:ext cx="2032000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.Verify(...)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03B71-A74A-A82B-E1E6-0A95CD6C4D50}"/>
              </a:ext>
            </a:extLst>
          </p:cNvPr>
          <p:cNvSpPr/>
          <p:nvPr/>
        </p:nvSpPr>
        <p:spPr>
          <a:xfrm>
            <a:off x="9302044" y="5312371"/>
            <a:ext cx="2032000" cy="375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It.Is</a:t>
            </a:r>
            <a:r>
              <a:rPr lang="en-IN" dirty="0"/>
              <a:t>&lt;T&gt;()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7EC37-F66F-2696-31E7-B59A53106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8" y="782543"/>
            <a:ext cx="7168444" cy="515920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CBC21A-53E3-19B5-603C-072952CACDA7}"/>
              </a:ext>
            </a:extLst>
          </p:cNvPr>
          <p:cNvCxnSpPr>
            <a:cxnSpLocks/>
          </p:cNvCxnSpPr>
          <p:nvPr/>
        </p:nvCxnSpPr>
        <p:spPr>
          <a:xfrm flipH="1">
            <a:off x="5565422" y="2073233"/>
            <a:ext cx="37366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707F9A-20A0-C366-BE1C-46FB44110475}"/>
              </a:ext>
            </a:extLst>
          </p:cNvPr>
          <p:cNvCxnSpPr>
            <a:cxnSpLocks/>
          </p:cNvCxnSpPr>
          <p:nvPr/>
        </p:nvCxnSpPr>
        <p:spPr>
          <a:xfrm flipH="1" flipV="1">
            <a:off x="5458178" y="2556148"/>
            <a:ext cx="3843866" cy="1926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CF2ACF-A3C1-33F2-5EA6-896C719C75B1}"/>
              </a:ext>
            </a:extLst>
          </p:cNvPr>
          <p:cNvCxnSpPr>
            <a:cxnSpLocks/>
          </p:cNvCxnSpPr>
          <p:nvPr/>
        </p:nvCxnSpPr>
        <p:spPr>
          <a:xfrm flipH="1" flipV="1">
            <a:off x="2698044" y="2805289"/>
            <a:ext cx="6604000" cy="6237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17E2D4-0985-4407-08A7-044086068366}"/>
              </a:ext>
            </a:extLst>
          </p:cNvPr>
          <p:cNvCxnSpPr>
            <a:cxnSpLocks/>
          </p:cNvCxnSpPr>
          <p:nvPr/>
        </p:nvCxnSpPr>
        <p:spPr>
          <a:xfrm flipH="1" flipV="1">
            <a:off x="7343422" y="3764844"/>
            <a:ext cx="1958622" cy="327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4F5A87-4AA5-87D7-C874-CA745EBBEBC7}"/>
              </a:ext>
            </a:extLst>
          </p:cNvPr>
          <p:cNvCxnSpPr>
            <a:cxnSpLocks/>
          </p:cNvCxnSpPr>
          <p:nvPr/>
        </p:nvCxnSpPr>
        <p:spPr>
          <a:xfrm flipH="1">
            <a:off x="2805289" y="4761245"/>
            <a:ext cx="6496755" cy="341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EF88CE4-D15C-AF8E-FA61-093870C41B33}"/>
              </a:ext>
            </a:extLst>
          </p:cNvPr>
          <p:cNvCxnSpPr>
            <a:cxnSpLocks/>
          </p:cNvCxnSpPr>
          <p:nvPr/>
        </p:nvCxnSpPr>
        <p:spPr>
          <a:xfrm flipH="1" flipV="1">
            <a:off x="5396089" y="5358474"/>
            <a:ext cx="3905955" cy="16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E984ADD-C9C6-8594-71A0-15F4ABA3170A}"/>
              </a:ext>
            </a:extLst>
          </p:cNvPr>
          <p:cNvCxnSpPr>
            <a:cxnSpLocks/>
          </p:cNvCxnSpPr>
          <p:nvPr/>
        </p:nvCxnSpPr>
        <p:spPr>
          <a:xfrm flipH="1" flipV="1">
            <a:off x="1885245" y="5603535"/>
            <a:ext cx="3905955" cy="16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FF04DC2-69FD-5BC3-CD41-0F3A2FB4DF93}"/>
              </a:ext>
            </a:extLst>
          </p:cNvPr>
          <p:cNvSpPr/>
          <p:nvPr/>
        </p:nvSpPr>
        <p:spPr>
          <a:xfrm>
            <a:off x="5791200" y="5585492"/>
            <a:ext cx="1552222" cy="378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IN" dirty="0" err="1"/>
              <a:t>imes.Once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71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2" grpId="0" animBg="1"/>
      <p:bldP spid="14" grpId="0" animBg="1"/>
      <p:bldP spid="1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Building RESTful APIs with ASP.NET Core</a:t>
            </a:r>
          </a:p>
          <a:p>
            <a:r>
              <a:rPr lang="en-US" dirty="0"/>
              <a:t>#</a:t>
            </a:r>
            <a:r>
              <a:rPr lang="en-IN" dirty="0"/>
              <a:t>2505CS311</a:t>
            </a:r>
            <a:endParaRPr lang="en-IN" dirty="0">
              <a:effectLst/>
            </a:endParaRP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madhuresh.fichadiya@darshan.ac.in</a:t>
            </a:r>
            <a:endParaRPr lang="en-IN" dirty="0">
              <a:effectLst/>
            </a:endParaRP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Madhuresh R Fichadiya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8B3BC-7877-1A45-C57F-B7D6F92A74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63A7D007-B21F-5D06-AE3B-0971BF663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9884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075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12513</TotalTime>
  <Words>2082</Words>
  <Application>Microsoft Office PowerPoint</Application>
  <PresentationFormat>Widescreen</PresentationFormat>
  <Paragraphs>375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Wingdings 3</vt:lpstr>
      <vt:lpstr>Wingdings 2</vt:lpstr>
      <vt:lpstr>Arial</vt:lpstr>
      <vt:lpstr>Wingdings</vt:lpstr>
      <vt:lpstr>Roboto Condensed</vt:lpstr>
      <vt:lpstr>Calibri</vt:lpstr>
      <vt:lpstr>Roboto Condensed Light</vt:lpstr>
      <vt:lpstr>Office Theme</vt:lpstr>
      <vt:lpstr>Unit-5  API Testing &amp; Architecture Basics</vt:lpstr>
      <vt:lpstr>PowerPoint Presentation</vt:lpstr>
      <vt:lpstr>Why Testing Matters?</vt:lpstr>
      <vt:lpstr>"Writing an API that works is only half the job. We also need to make sure it continues to work when the application grows."</vt:lpstr>
      <vt:lpstr>Why Testing Matters?</vt:lpstr>
      <vt:lpstr>What Happens Without Testing?</vt:lpstr>
      <vt:lpstr>Test Case</vt:lpstr>
      <vt:lpstr>Types of API Testing</vt:lpstr>
      <vt:lpstr>Types of API Testing</vt:lpstr>
      <vt:lpstr>Testing Pyramid</vt:lpstr>
      <vt:lpstr>Testing Pyramid</vt:lpstr>
      <vt:lpstr>Testing Pyramid Cont..</vt:lpstr>
      <vt:lpstr>Unit Testing </vt:lpstr>
      <vt:lpstr>What is Unit Testing?</vt:lpstr>
      <vt:lpstr>To write unit tests in .NET, you’ll need to:</vt:lpstr>
      <vt:lpstr>Unit Testing Cont..</vt:lpstr>
      <vt:lpstr>Unit Testing Cont..</vt:lpstr>
      <vt:lpstr>Pattern: Arrange  Act  Assert (AAA)</vt:lpstr>
      <vt:lpstr>Common Assert Methods</vt:lpstr>
      <vt:lpstr>Single Responsibility Principle</vt:lpstr>
      <vt:lpstr>Separation of Concerns &amp; Single Responsibility Principle (SRP)</vt:lpstr>
      <vt:lpstr>Repository Pattern for API</vt:lpstr>
      <vt:lpstr>Repository Pattern - Design</vt:lpstr>
      <vt:lpstr>Repository Pattern Cont..</vt:lpstr>
      <vt:lpstr>Repository Pattern Cont..</vt:lpstr>
      <vt:lpstr>Repository Pattern Cont..</vt:lpstr>
      <vt:lpstr>Repository Pattern Architecture</vt:lpstr>
      <vt:lpstr>Mocking Dependencies with Moq</vt:lpstr>
      <vt:lpstr>Why Mock?</vt:lpstr>
      <vt:lpstr>Moq</vt:lpstr>
      <vt:lpstr>Moq Cont..</vt:lpstr>
      <vt:lpstr>Moq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Madhuresh Fichadiya</cp:lastModifiedBy>
  <cp:revision>1226</cp:revision>
  <dcterms:created xsi:type="dcterms:W3CDTF">2020-05-01T05:09:15Z</dcterms:created>
  <dcterms:modified xsi:type="dcterms:W3CDTF">2026-09-28T17:42:02Z</dcterms:modified>
</cp:coreProperties>
</file>