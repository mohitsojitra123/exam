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48" r:id="rId1"/>
  </p:sldMasterIdLst>
  <p:notesMasterIdLst>
    <p:notesMasterId r:id="rId37"/>
  </p:notesMasterIdLst>
  <p:sldIdLst>
    <p:sldId id="550" r:id="rId2"/>
    <p:sldId id="551" r:id="rId3"/>
    <p:sldId id="552" r:id="rId4"/>
    <p:sldId id="634" r:id="rId5"/>
    <p:sldId id="659" r:id="rId6"/>
    <p:sldId id="676" r:id="rId7"/>
    <p:sldId id="666" r:id="rId8"/>
    <p:sldId id="667" r:id="rId9"/>
    <p:sldId id="668" r:id="rId10"/>
    <p:sldId id="683" r:id="rId11"/>
    <p:sldId id="679" r:id="rId12"/>
    <p:sldId id="670" r:id="rId13"/>
    <p:sldId id="682" r:id="rId14"/>
    <p:sldId id="685" r:id="rId15"/>
    <p:sldId id="660" r:id="rId16"/>
    <p:sldId id="661" r:id="rId17"/>
    <p:sldId id="662" r:id="rId18"/>
    <p:sldId id="665" r:id="rId19"/>
    <p:sldId id="663" r:id="rId20"/>
    <p:sldId id="686" r:id="rId21"/>
    <p:sldId id="687" r:id="rId22"/>
    <p:sldId id="664" r:id="rId23"/>
    <p:sldId id="688" r:id="rId24"/>
    <p:sldId id="689" r:id="rId25"/>
    <p:sldId id="690" r:id="rId26"/>
    <p:sldId id="691" r:id="rId27"/>
    <p:sldId id="681" r:id="rId28"/>
    <p:sldId id="692" r:id="rId29"/>
    <p:sldId id="693" r:id="rId30"/>
    <p:sldId id="694" r:id="rId31"/>
    <p:sldId id="695" r:id="rId32"/>
    <p:sldId id="698" r:id="rId33"/>
    <p:sldId id="697" r:id="rId34"/>
    <p:sldId id="699" r:id="rId35"/>
    <p:sldId id="618" r:id="rId36"/>
  </p:sldIdLst>
  <p:sldSz cx="12192000" cy="6858000"/>
  <p:notesSz cx="6858000" cy="9144000"/>
  <p:embeddedFontLst>
    <p:embeddedFont>
      <p:font typeface="Cascadia Mono" panose="020B0609020000020004" pitchFamily="49" charset="0"/>
      <p:regular r:id="rId38"/>
      <p:bold r:id="rId39"/>
      <p:italic r:id="rId40"/>
      <p:boldItalic r:id="rId41"/>
    </p:embeddedFont>
    <p:embeddedFont>
      <p:font typeface="Roboto Condensed" panose="02000000000000000000" pitchFamily="2" charset="0"/>
      <p:regular r:id="rId42"/>
      <p:bold r:id="rId43"/>
      <p:italic r:id="rId44"/>
      <p:boldItalic r:id="rId45"/>
    </p:embeddedFont>
    <p:embeddedFont>
      <p:font typeface="Roboto Condensed Light" panose="02000000000000000000" pitchFamily="2" charset="0"/>
      <p:regular r:id="rId46"/>
    </p:embeddedFont>
    <p:embeddedFont>
      <p:font typeface="Wingdings 2" panose="05020102010507070707" pitchFamily="18" charset="2"/>
      <p:regular r:id="rId47"/>
    </p:embeddedFont>
    <p:embeddedFont>
      <p:font typeface="Wingdings 3" panose="05040102010807070707" pitchFamily="18" charset="2"/>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nOqwMgioxK/8OC4u6dZOw==" hashData="k+ABZcY9MrhWF5vel9DKj1r6aVDXugsHcNkL4M7jEnMgIERTShDDa+9Xsw/TtOqH4fDkdgJfjBl8SJezjCq18A=="/>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B1C"/>
    <a:srgbClr val="F54337"/>
    <a:srgbClr val="890E4F"/>
    <a:srgbClr val="FA6060"/>
    <a:srgbClr val="301B92"/>
    <a:srgbClr val="673BB7"/>
    <a:srgbClr val="607D8B"/>
    <a:srgbClr val="ED524F"/>
    <a:srgbClr val="D81A60"/>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p:scale>
          <a:sx n="66" d="100"/>
          <a:sy n="66" d="100"/>
        </p:scale>
        <p:origin x="1402" y="413"/>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E1748CB8-6BF5-4F7F-80E7-7DC838247FE4}"/>
    <pc:docChg chg="undo custSel addSld delSld modSld sldOrd modMainMaster">
      <pc:chgData name="Naimish Vadodariya" userId="d2e325c0593a319e" providerId="LiveId" clId="{E1748CB8-6BF5-4F7F-80E7-7DC838247FE4}" dt="2026-09-11T04:00:49.119" v="3239"/>
      <pc:docMkLst>
        <pc:docMk/>
      </pc:docMkLst>
      <pc:sldChg chg="modSp mod">
        <pc:chgData name="Naimish Vadodariya" userId="d2e325c0593a319e" providerId="LiveId" clId="{E1748CB8-6BF5-4F7F-80E7-7DC838247FE4}" dt="2026-09-01T05:07:35.199" v="7"/>
        <pc:sldMkLst>
          <pc:docMk/>
          <pc:sldMk cId="642879780" sldId="550"/>
        </pc:sldMkLst>
        <pc:spChg chg="mod">
          <ac:chgData name="Naimish Vadodariya" userId="d2e325c0593a319e" providerId="LiveId" clId="{E1748CB8-6BF5-4F7F-80E7-7DC838247FE4}" dt="2026-09-01T05:07:35.199" v="7"/>
          <ac:spMkLst>
            <pc:docMk/>
            <pc:sldMk cId="642879780" sldId="550"/>
            <ac:spMk id="8" creationId="{03F305CB-DBE2-45D5-8D0B-92106F27C4BB}"/>
          </ac:spMkLst>
        </pc:spChg>
        <pc:spChg chg="mod">
          <ac:chgData name="Naimish Vadodariya" userId="d2e325c0593a319e" providerId="LiveId" clId="{E1748CB8-6BF5-4F7F-80E7-7DC838247FE4}" dt="2026-09-01T05:07:25.404" v="6" actId="20577"/>
          <ac:spMkLst>
            <pc:docMk/>
            <pc:sldMk cId="642879780" sldId="550"/>
            <ac:spMk id="14" creationId="{E2AD8B6E-51EA-4A15-8752-4F221E5E02C5}"/>
          </ac:spMkLst>
        </pc:spChg>
      </pc:sldChg>
      <pc:sldChg chg="modSp mod modAnim">
        <pc:chgData name="Naimish Vadodariya" userId="d2e325c0593a319e" providerId="LiveId" clId="{E1748CB8-6BF5-4F7F-80E7-7DC838247FE4}" dt="2026-09-11T02:43:21.405" v="2687"/>
        <pc:sldMkLst>
          <pc:docMk/>
          <pc:sldMk cId="3479887928" sldId="551"/>
        </pc:sldMkLst>
        <pc:spChg chg="mod">
          <ac:chgData name="Naimish Vadodariya" userId="d2e325c0593a319e" providerId="LiveId" clId="{E1748CB8-6BF5-4F7F-80E7-7DC838247FE4}" dt="2026-09-11T02:43:21.405" v="2687"/>
          <ac:spMkLst>
            <pc:docMk/>
            <pc:sldMk cId="3479887928" sldId="551"/>
            <ac:spMk id="9" creationId="{BDA2F9A4-6988-4274-8384-12496EC9D59D}"/>
          </ac:spMkLst>
        </pc:spChg>
      </pc:sldChg>
      <pc:sldChg chg="modSp mod">
        <pc:chgData name="Naimish Vadodariya" userId="d2e325c0593a319e" providerId="LiveId" clId="{E1748CB8-6BF5-4F7F-80E7-7DC838247FE4}" dt="2026-09-01T05:49:18.309" v="394" actId="20577"/>
        <pc:sldMkLst>
          <pc:docMk/>
          <pc:sldMk cId="2564232377" sldId="552"/>
        </pc:sldMkLst>
        <pc:spChg chg="mod">
          <ac:chgData name="Naimish Vadodariya" userId="d2e325c0593a319e" providerId="LiveId" clId="{E1748CB8-6BF5-4F7F-80E7-7DC838247FE4}" dt="2026-09-01T05:11:03.362" v="57" actId="20577"/>
          <ac:spMkLst>
            <pc:docMk/>
            <pc:sldMk cId="2564232377" sldId="552"/>
            <ac:spMk id="4" creationId="{00000000-0000-0000-0000-000000000000}"/>
          </ac:spMkLst>
        </pc:spChg>
        <pc:spChg chg="mod">
          <ac:chgData name="Naimish Vadodariya" userId="d2e325c0593a319e" providerId="LiveId" clId="{E1748CB8-6BF5-4F7F-80E7-7DC838247FE4}" dt="2026-09-01T05:49:18.309" v="394" actId="20577"/>
          <ac:spMkLst>
            <pc:docMk/>
            <pc:sldMk cId="2564232377" sldId="552"/>
            <ac:spMk id="5" creationId="{00000000-0000-0000-0000-000000000000}"/>
          </ac:spMkLst>
        </pc:spChg>
      </pc:sldChg>
      <pc:sldChg chg="modSp">
        <pc:chgData name="Naimish Vadodariya" userId="d2e325c0593a319e" providerId="LiveId" clId="{E1748CB8-6BF5-4F7F-80E7-7DC838247FE4}" dt="2026-09-11T03:30:59.230" v="3063"/>
        <pc:sldMkLst>
          <pc:docMk/>
          <pc:sldMk cId="2770756355" sldId="618"/>
        </pc:sldMkLst>
        <pc:spChg chg="mod">
          <ac:chgData name="Naimish Vadodariya" userId="d2e325c0593a319e" providerId="LiveId" clId="{E1748CB8-6BF5-4F7F-80E7-7DC838247FE4}" dt="2026-09-11T03:30:59.230" v="3063"/>
          <ac:spMkLst>
            <pc:docMk/>
            <pc:sldMk cId="2770756355" sldId="618"/>
            <ac:spMk id="27" creationId="{E2AD8B6E-51EA-4A15-8752-4F221E5E02C5}"/>
          </ac:spMkLst>
        </pc:spChg>
      </pc:sldChg>
      <pc:sldChg chg="addSp delSp modSp mod addAnim delAnim modAnim">
        <pc:chgData name="Naimish Vadodariya" userId="d2e325c0593a319e" providerId="LiveId" clId="{E1748CB8-6BF5-4F7F-80E7-7DC838247FE4}" dt="2026-09-11T03:34:25.629" v="3073"/>
        <pc:sldMkLst>
          <pc:docMk/>
          <pc:sldMk cId="463760047" sldId="634"/>
        </pc:sldMkLst>
        <pc:spChg chg="mod">
          <ac:chgData name="Naimish Vadodariya" userId="d2e325c0593a319e" providerId="LiveId" clId="{E1748CB8-6BF5-4F7F-80E7-7DC838247FE4}" dt="2026-09-01T05:13:03.984" v="115" actId="14100"/>
          <ac:spMkLst>
            <pc:docMk/>
            <pc:sldMk cId="463760047" sldId="634"/>
            <ac:spMk id="2" creationId="{7320328E-D79B-0A08-CC28-6FB7D75E2130}"/>
          </ac:spMkLst>
        </pc:spChg>
        <pc:spChg chg="mod">
          <ac:chgData name="Naimish Vadodariya" userId="d2e325c0593a319e" providerId="LiveId" clId="{E1748CB8-6BF5-4F7F-80E7-7DC838247FE4}" dt="2026-09-01T05:11:27.268" v="60"/>
          <ac:spMkLst>
            <pc:docMk/>
            <pc:sldMk cId="463760047" sldId="634"/>
            <ac:spMk id="3" creationId="{02C92DF2-F437-8229-1C90-A4F7A01EFC4B}"/>
          </ac:spMkLst>
        </pc:spChg>
        <pc:spChg chg="add mod">
          <ac:chgData name="Naimish Vadodariya" userId="d2e325c0593a319e" providerId="LiveId" clId="{E1748CB8-6BF5-4F7F-80E7-7DC838247FE4}" dt="2026-09-01T05:15:58.014" v="180" actId="6549"/>
          <ac:spMkLst>
            <pc:docMk/>
            <pc:sldMk cId="463760047" sldId="634"/>
            <ac:spMk id="4" creationId="{3EB5743B-E236-61A6-5A1A-CA951FE2BDEF}"/>
          </ac:spMkLst>
        </pc:spChg>
        <pc:spChg chg="add mod">
          <ac:chgData name="Naimish Vadodariya" userId="d2e325c0593a319e" providerId="LiveId" clId="{E1748CB8-6BF5-4F7F-80E7-7DC838247FE4}" dt="2026-09-01T05:18:07.289" v="201" actId="14100"/>
          <ac:spMkLst>
            <pc:docMk/>
            <pc:sldMk cId="463760047" sldId="634"/>
            <ac:spMk id="5" creationId="{8E0ABD6B-BFD5-5C07-59A5-56D60D0FC414}"/>
          </ac:spMkLst>
        </pc:spChg>
        <pc:spChg chg="add mod">
          <ac:chgData name="Naimish Vadodariya" userId="d2e325c0593a319e" providerId="LiveId" clId="{E1748CB8-6BF5-4F7F-80E7-7DC838247FE4}" dt="2026-09-11T03:34:13.397" v="3070" actId="113"/>
          <ac:spMkLst>
            <pc:docMk/>
            <pc:sldMk cId="463760047" sldId="634"/>
            <ac:spMk id="6" creationId="{2F61532A-FFF2-83EF-F0A9-7C72ED5EACC4}"/>
          </ac:spMkLst>
        </pc:spChg>
        <pc:spChg chg="add mod">
          <ac:chgData name="Naimish Vadodariya" userId="d2e325c0593a319e" providerId="LiveId" clId="{E1748CB8-6BF5-4F7F-80E7-7DC838247FE4}" dt="2026-09-01T05:18:07.289" v="201" actId="14100"/>
          <ac:spMkLst>
            <pc:docMk/>
            <pc:sldMk cId="463760047" sldId="634"/>
            <ac:spMk id="7" creationId="{ACEB363B-42FF-189C-B629-945743CFCC7A}"/>
          </ac:spMkLst>
        </pc:spChg>
        <pc:spChg chg="add mod">
          <ac:chgData name="Naimish Vadodariya" userId="d2e325c0593a319e" providerId="LiveId" clId="{E1748CB8-6BF5-4F7F-80E7-7DC838247FE4}" dt="2026-09-01T05:18:07.289" v="201" actId="14100"/>
          <ac:spMkLst>
            <pc:docMk/>
            <pc:sldMk cId="463760047" sldId="634"/>
            <ac:spMk id="9" creationId="{28E2B4CE-92E8-6700-81B1-3332BB3F41E5}"/>
          </ac:spMkLst>
        </pc:spChg>
        <pc:spChg chg="add mod">
          <ac:chgData name="Naimish Vadodariya" userId="d2e325c0593a319e" providerId="LiveId" clId="{E1748CB8-6BF5-4F7F-80E7-7DC838247FE4}" dt="2026-09-11T03:34:15.372" v="3071" actId="113"/>
          <ac:spMkLst>
            <pc:docMk/>
            <pc:sldMk cId="463760047" sldId="634"/>
            <ac:spMk id="10" creationId="{F59EE0CF-2C6A-4517-319D-28D2C2B12A58}"/>
          </ac:spMkLst>
        </pc:spChg>
        <pc:spChg chg="add mod">
          <ac:chgData name="Naimish Vadodariya" userId="d2e325c0593a319e" providerId="LiveId" clId="{E1748CB8-6BF5-4F7F-80E7-7DC838247FE4}" dt="2026-09-01T05:18:07.289" v="201" actId="14100"/>
          <ac:spMkLst>
            <pc:docMk/>
            <pc:sldMk cId="463760047" sldId="634"/>
            <ac:spMk id="13" creationId="{CCE84106-DE70-689E-A143-622AFCE290C0}"/>
          </ac:spMkLst>
        </pc:spChg>
        <pc:spChg chg="add mod">
          <ac:chgData name="Naimish Vadodariya" userId="d2e325c0593a319e" providerId="LiveId" clId="{E1748CB8-6BF5-4F7F-80E7-7DC838247FE4}" dt="2026-09-01T05:18:07.289" v="201" actId="14100"/>
          <ac:spMkLst>
            <pc:docMk/>
            <pc:sldMk cId="463760047" sldId="634"/>
            <ac:spMk id="15" creationId="{348F5F79-AEC0-534B-2768-0D5A6EE22ED4}"/>
          </ac:spMkLst>
        </pc:spChg>
        <pc:cxnChg chg="add mod">
          <ac:chgData name="Naimish Vadodariya" userId="d2e325c0593a319e" providerId="LiveId" clId="{E1748CB8-6BF5-4F7F-80E7-7DC838247FE4}" dt="2026-09-01T05:18:07.289" v="201" actId="14100"/>
          <ac:cxnSpMkLst>
            <pc:docMk/>
            <pc:sldMk cId="463760047" sldId="634"/>
            <ac:cxnSpMk id="17" creationId="{25A08EBA-04AA-E53B-5B21-D6C71E7E8D12}"/>
          </ac:cxnSpMkLst>
        </pc:cxnChg>
        <pc:cxnChg chg="add mod">
          <ac:chgData name="Naimish Vadodariya" userId="d2e325c0593a319e" providerId="LiveId" clId="{E1748CB8-6BF5-4F7F-80E7-7DC838247FE4}" dt="2026-09-01T05:18:12.806" v="202" actId="1076"/>
          <ac:cxnSpMkLst>
            <pc:docMk/>
            <pc:sldMk cId="463760047" sldId="634"/>
            <ac:cxnSpMk id="21" creationId="{C7F8B818-043F-D65F-C73B-49AC2338C754}"/>
          </ac:cxnSpMkLst>
        </pc:cxnChg>
        <pc:cxnChg chg="add mod">
          <ac:chgData name="Naimish Vadodariya" userId="d2e325c0593a319e" providerId="LiveId" clId="{E1748CB8-6BF5-4F7F-80E7-7DC838247FE4}" dt="2026-09-01T05:18:16.147" v="203" actId="1076"/>
          <ac:cxnSpMkLst>
            <pc:docMk/>
            <pc:sldMk cId="463760047" sldId="634"/>
            <ac:cxnSpMk id="22" creationId="{C7EBC1AF-3ECF-F5B0-E568-FEB6801DDFA0}"/>
          </ac:cxnSpMkLst>
        </pc:cxnChg>
        <pc:cxnChg chg="add mod">
          <ac:chgData name="Naimish Vadodariya" userId="d2e325c0593a319e" providerId="LiveId" clId="{E1748CB8-6BF5-4F7F-80E7-7DC838247FE4}" dt="2026-09-01T05:18:18.448" v="204" actId="1076"/>
          <ac:cxnSpMkLst>
            <pc:docMk/>
            <pc:sldMk cId="463760047" sldId="634"/>
            <ac:cxnSpMk id="23" creationId="{42CB6824-94EF-3262-0BF8-A2A16CECC748}"/>
          </ac:cxnSpMkLst>
        </pc:cxnChg>
      </pc:sldChg>
      <pc:sldChg chg="modSp mod">
        <pc:chgData name="Naimish Vadodariya" userId="d2e325c0593a319e" providerId="LiveId" clId="{E1748CB8-6BF5-4F7F-80E7-7DC838247FE4}" dt="2026-09-01T05:48:54.853" v="390" actId="207"/>
        <pc:sldMkLst>
          <pc:docMk/>
          <pc:sldMk cId="1847218615" sldId="659"/>
        </pc:sldMkLst>
        <pc:graphicFrameChg chg="mod modGraphic">
          <ac:chgData name="Naimish Vadodariya" userId="d2e325c0593a319e" providerId="LiveId" clId="{E1748CB8-6BF5-4F7F-80E7-7DC838247FE4}" dt="2026-09-01T05:48:54.853" v="390" actId="207"/>
          <ac:graphicFrameMkLst>
            <pc:docMk/>
            <pc:sldMk cId="1847218615" sldId="659"/>
            <ac:graphicFrameMk id="4" creationId="{28625F07-5FF3-D709-44D2-89C52FD7EEFC}"/>
          </ac:graphicFrameMkLst>
        </pc:graphicFrameChg>
      </pc:sldChg>
      <pc:sldChg chg="modSp modAnim">
        <pc:chgData name="Naimish Vadodariya" userId="d2e325c0593a319e" providerId="LiveId" clId="{E1748CB8-6BF5-4F7F-80E7-7DC838247FE4}" dt="2026-09-09T07:47:44.591" v="1535" actId="15"/>
        <pc:sldMkLst>
          <pc:docMk/>
          <pc:sldMk cId="2494287316" sldId="661"/>
        </pc:sldMkLst>
        <pc:spChg chg="mod">
          <ac:chgData name="Naimish Vadodariya" userId="d2e325c0593a319e" providerId="LiveId" clId="{E1748CB8-6BF5-4F7F-80E7-7DC838247FE4}" dt="2026-09-09T07:47:44.591" v="1535" actId="15"/>
          <ac:spMkLst>
            <pc:docMk/>
            <pc:sldMk cId="2494287316" sldId="661"/>
            <ac:spMk id="2" creationId="{F1E7D966-B1A5-102E-02E3-8405CD2ACAE2}"/>
          </ac:spMkLst>
        </pc:spChg>
      </pc:sldChg>
      <pc:sldChg chg="modSp">
        <pc:chgData name="Naimish Vadodariya" userId="d2e325c0593a319e" providerId="LiveId" clId="{E1748CB8-6BF5-4F7F-80E7-7DC838247FE4}" dt="2026-09-09T07:49:04.225" v="1575" actId="207"/>
        <pc:sldMkLst>
          <pc:docMk/>
          <pc:sldMk cId="1590847507" sldId="662"/>
        </pc:sldMkLst>
        <pc:spChg chg="mod">
          <ac:chgData name="Naimish Vadodariya" userId="d2e325c0593a319e" providerId="LiveId" clId="{E1748CB8-6BF5-4F7F-80E7-7DC838247FE4}" dt="2026-09-09T07:49:04.225" v="1575" actId="207"/>
          <ac:spMkLst>
            <pc:docMk/>
            <pc:sldMk cId="1590847507" sldId="662"/>
            <ac:spMk id="2" creationId="{16876E16-A5F4-8448-46C1-D4BD5B159FE2}"/>
          </ac:spMkLst>
        </pc:spChg>
      </pc:sldChg>
      <pc:sldChg chg="addSp delSp modSp mod delAnim modAnim">
        <pc:chgData name="Naimish Vadodariya" userId="d2e325c0593a319e" providerId="LiveId" clId="{E1748CB8-6BF5-4F7F-80E7-7DC838247FE4}" dt="2026-09-11T03:45:26.579" v="3172"/>
        <pc:sldMkLst>
          <pc:docMk/>
          <pc:sldMk cId="484593519" sldId="663"/>
        </pc:sldMkLst>
        <pc:spChg chg="mod">
          <ac:chgData name="Naimish Vadodariya" userId="d2e325c0593a319e" providerId="LiveId" clId="{E1748CB8-6BF5-4F7F-80E7-7DC838247FE4}" dt="2026-09-09T07:54:26.965" v="1582" actId="113"/>
          <ac:spMkLst>
            <pc:docMk/>
            <pc:sldMk cId="484593519" sldId="663"/>
            <ac:spMk id="2" creationId="{91AE6960-6FD0-6D83-9F0B-8FB255BCCFE9}"/>
          </ac:spMkLst>
        </pc:spChg>
        <pc:spChg chg="add mod">
          <ac:chgData name="Naimish Vadodariya" userId="d2e325c0593a319e" providerId="LiveId" clId="{E1748CB8-6BF5-4F7F-80E7-7DC838247FE4}" dt="2026-09-10T06:46:58.163" v="1980" actId="14100"/>
          <ac:spMkLst>
            <pc:docMk/>
            <pc:sldMk cId="484593519" sldId="663"/>
            <ac:spMk id="6" creationId="{3BC3E4FF-1399-2EFD-FE87-F4050DC0FA43}"/>
          </ac:spMkLst>
        </pc:spChg>
        <pc:picChg chg="add mod">
          <ac:chgData name="Naimish Vadodariya" userId="d2e325c0593a319e" providerId="LiveId" clId="{E1748CB8-6BF5-4F7F-80E7-7DC838247FE4}" dt="2026-09-09T07:54:07.528" v="1581" actId="14100"/>
          <ac:picMkLst>
            <pc:docMk/>
            <pc:sldMk cId="484593519" sldId="663"/>
            <ac:picMk id="5" creationId="{686698F4-4B77-F7FA-666C-7E6CFB579B28}"/>
          </ac:picMkLst>
        </pc:picChg>
      </pc:sldChg>
      <pc:sldChg chg="addSp delSp modSp mod addAnim delAnim modAnim">
        <pc:chgData name="Naimish Vadodariya" userId="d2e325c0593a319e" providerId="LiveId" clId="{E1748CB8-6BF5-4F7F-80E7-7DC838247FE4}" dt="2026-09-11T03:46:21.212" v="3183" actId="1035"/>
        <pc:sldMkLst>
          <pc:docMk/>
          <pc:sldMk cId="780287160" sldId="664"/>
        </pc:sldMkLst>
        <pc:spChg chg="mod">
          <ac:chgData name="Naimish Vadodariya" userId="d2e325c0593a319e" providerId="LiveId" clId="{E1748CB8-6BF5-4F7F-80E7-7DC838247FE4}" dt="2026-09-09T11:48:56.867" v="1691" actId="113"/>
          <ac:spMkLst>
            <pc:docMk/>
            <pc:sldMk cId="780287160" sldId="664"/>
            <ac:spMk id="2" creationId="{2EF3649C-5B23-6097-1FE6-4438E0AAC00D}"/>
          </ac:spMkLst>
        </pc:spChg>
        <pc:spChg chg="add mod">
          <ac:chgData name="Naimish Vadodariya" userId="d2e325c0593a319e" providerId="LiveId" clId="{E1748CB8-6BF5-4F7F-80E7-7DC838247FE4}" dt="2026-09-11T03:46:21.212" v="3183" actId="1035"/>
          <ac:spMkLst>
            <pc:docMk/>
            <pc:sldMk cId="780287160" sldId="664"/>
            <ac:spMk id="4" creationId="{170D5402-0034-229E-9B72-7CDCA5E5218E}"/>
          </ac:spMkLst>
        </pc:spChg>
        <pc:picChg chg="add mod">
          <ac:chgData name="Naimish Vadodariya" userId="d2e325c0593a319e" providerId="LiveId" clId="{E1748CB8-6BF5-4F7F-80E7-7DC838247FE4}" dt="2026-09-09T11:48:22.988" v="1688" actId="1076"/>
          <ac:picMkLst>
            <pc:docMk/>
            <pc:sldMk cId="780287160" sldId="664"/>
            <ac:picMk id="5" creationId="{8A7E2A7C-051F-0A91-CBE9-D9AC332FB3FD}"/>
          </ac:picMkLst>
        </pc:picChg>
        <pc:picChg chg="add mod">
          <ac:chgData name="Naimish Vadodariya" userId="d2e325c0593a319e" providerId="LiveId" clId="{E1748CB8-6BF5-4F7F-80E7-7DC838247FE4}" dt="2026-09-09T11:48:28.764" v="1689" actId="14100"/>
          <ac:picMkLst>
            <pc:docMk/>
            <pc:sldMk cId="780287160" sldId="664"/>
            <ac:picMk id="9" creationId="{946ED8BD-5F8C-FA29-0E51-C42BBF84CF47}"/>
          </ac:picMkLst>
        </pc:picChg>
      </pc:sldChg>
      <pc:sldChg chg="add">
        <pc:chgData name="Naimish Vadodariya" userId="d2e325c0593a319e" providerId="LiveId" clId="{E1748CB8-6BF5-4F7F-80E7-7DC838247FE4}" dt="2026-09-09T12:15:18.303" v="1871"/>
        <pc:sldMkLst>
          <pc:docMk/>
          <pc:sldMk cId="2751826129" sldId="665"/>
        </pc:sldMkLst>
      </pc:sldChg>
      <pc:sldChg chg="add">
        <pc:chgData name="Naimish Vadodariya" userId="d2e325c0593a319e" providerId="LiveId" clId="{E1748CB8-6BF5-4F7F-80E7-7DC838247FE4}" dt="2026-09-08T02:53:09.640" v="702"/>
        <pc:sldMkLst>
          <pc:docMk/>
          <pc:sldMk cId="1560263900" sldId="666"/>
        </pc:sldMkLst>
      </pc:sldChg>
      <pc:sldChg chg="modSp add mod">
        <pc:chgData name="Naimish Vadodariya" userId="d2e325c0593a319e" providerId="LiveId" clId="{E1748CB8-6BF5-4F7F-80E7-7DC838247FE4}" dt="2026-09-08T02:55:09.086" v="717" actId="14100"/>
        <pc:sldMkLst>
          <pc:docMk/>
          <pc:sldMk cId="2174820184" sldId="667"/>
        </pc:sldMkLst>
        <pc:spChg chg="mod">
          <ac:chgData name="Naimish Vadodariya" userId="d2e325c0593a319e" providerId="LiveId" clId="{E1748CB8-6BF5-4F7F-80E7-7DC838247FE4}" dt="2026-09-08T02:54:03.866" v="710" actId="14100"/>
          <ac:spMkLst>
            <pc:docMk/>
            <pc:sldMk cId="2174820184" sldId="667"/>
            <ac:spMk id="2" creationId="{6D44BE0D-0378-A74B-3116-F3EAE02C36CD}"/>
          </ac:spMkLst>
        </pc:spChg>
        <pc:picChg chg="mod modCrop">
          <ac:chgData name="Naimish Vadodariya" userId="d2e325c0593a319e" providerId="LiveId" clId="{E1748CB8-6BF5-4F7F-80E7-7DC838247FE4}" dt="2026-09-08T02:55:09.086" v="717" actId="14100"/>
          <ac:picMkLst>
            <pc:docMk/>
            <pc:sldMk cId="2174820184" sldId="667"/>
            <ac:picMk id="4" creationId="{D0C304A8-62B8-7AD5-92A7-36A5F24A36E0}"/>
          </ac:picMkLst>
        </pc:picChg>
      </pc:sldChg>
      <pc:sldChg chg="modSp add">
        <pc:chgData name="Naimish Vadodariya" userId="d2e325c0593a319e" providerId="LiveId" clId="{E1748CB8-6BF5-4F7F-80E7-7DC838247FE4}" dt="2026-09-08T02:56:13.254" v="726" actId="20577"/>
        <pc:sldMkLst>
          <pc:docMk/>
          <pc:sldMk cId="3743953312" sldId="668"/>
        </pc:sldMkLst>
        <pc:spChg chg="mod">
          <ac:chgData name="Naimish Vadodariya" userId="d2e325c0593a319e" providerId="LiveId" clId="{E1748CB8-6BF5-4F7F-80E7-7DC838247FE4}" dt="2026-09-08T02:55:40.443" v="720" actId="20577"/>
          <ac:spMkLst>
            <pc:docMk/>
            <pc:sldMk cId="3743953312" sldId="668"/>
            <ac:spMk id="20" creationId="{FC1946D0-0198-FEE2-2F91-2C6CA2FE3B7F}"/>
          </ac:spMkLst>
        </pc:spChg>
        <pc:spChg chg="mod">
          <ac:chgData name="Naimish Vadodariya" userId="d2e325c0593a319e" providerId="LiveId" clId="{E1748CB8-6BF5-4F7F-80E7-7DC838247FE4}" dt="2026-09-08T02:56:13.254" v="726" actId="20577"/>
          <ac:spMkLst>
            <pc:docMk/>
            <pc:sldMk cId="3743953312" sldId="668"/>
            <ac:spMk id="22" creationId="{BDC84BE0-5E72-7D7D-3F1A-6CC92D2985C4}"/>
          </ac:spMkLst>
        </pc:spChg>
      </pc:sldChg>
      <pc:sldChg chg="addSp modSp mod">
        <pc:chgData name="Naimish Vadodariya" userId="d2e325c0593a319e" providerId="LiveId" clId="{E1748CB8-6BF5-4F7F-80E7-7DC838247FE4}" dt="2026-09-09T07:48:53.546" v="1574" actId="20577"/>
        <pc:sldMkLst>
          <pc:docMk/>
          <pc:sldMk cId="557320260" sldId="670"/>
        </pc:sldMkLst>
        <pc:spChg chg="add mod">
          <ac:chgData name="Naimish Vadodariya" userId="d2e325c0593a319e" providerId="LiveId" clId="{E1748CB8-6BF5-4F7F-80E7-7DC838247FE4}" dt="2026-09-08T03:42:44.526" v="926" actId="207"/>
          <ac:spMkLst>
            <pc:docMk/>
            <pc:sldMk cId="557320260" sldId="670"/>
            <ac:spMk id="2" creationId="{D425B078-29BE-2F20-2985-430C1106097F}"/>
          </ac:spMkLst>
        </pc:spChg>
        <pc:spChg chg="mod">
          <ac:chgData name="Naimish Vadodariya" userId="d2e325c0593a319e" providerId="LiveId" clId="{E1748CB8-6BF5-4F7F-80E7-7DC838247FE4}" dt="2026-09-08T03:39:51.398" v="844" actId="14100"/>
          <ac:spMkLst>
            <pc:docMk/>
            <pc:sldMk cId="557320260" sldId="670"/>
            <ac:spMk id="4" creationId="{A85C3909-5D70-BB02-2635-0E69F2DD56A9}"/>
          </ac:spMkLst>
        </pc:spChg>
        <pc:spChg chg="mod">
          <ac:chgData name="Naimish Vadodariya" userId="d2e325c0593a319e" providerId="LiveId" clId="{E1748CB8-6BF5-4F7F-80E7-7DC838247FE4}" dt="2026-09-09T07:48:53.546" v="1574" actId="20577"/>
          <ac:spMkLst>
            <pc:docMk/>
            <pc:sldMk cId="557320260" sldId="670"/>
            <ac:spMk id="5" creationId="{59473812-5B56-E31A-CABE-0627BB6F1D04}"/>
          </ac:spMkLst>
        </pc:spChg>
        <pc:spChg chg="add mod">
          <ac:chgData name="Naimish Vadodariya" userId="d2e325c0593a319e" providerId="LiveId" clId="{E1748CB8-6BF5-4F7F-80E7-7DC838247FE4}" dt="2026-09-08T03:42:44.526" v="926" actId="207"/>
          <ac:spMkLst>
            <pc:docMk/>
            <pc:sldMk cId="557320260" sldId="670"/>
            <ac:spMk id="6" creationId="{F0325F14-F72D-D561-2BF4-086667A9F328}"/>
          </ac:spMkLst>
        </pc:spChg>
        <pc:spChg chg="add mod">
          <ac:chgData name="Naimish Vadodariya" userId="d2e325c0593a319e" providerId="LiveId" clId="{E1748CB8-6BF5-4F7F-80E7-7DC838247FE4}" dt="2026-09-08T03:42:44.526" v="926" actId="207"/>
          <ac:spMkLst>
            <pc:docMk/>
            <pc:sldMk cId="557320260" sldId="670"/>
            <ac:spMk id="8" creationId="{69AD715D-7B7F-1C67-3EC3-7EFE64A8C221}"/>
          </ac:spMkLst>
        </pc:spChg>
        <pc:spChg chg="add mod">
          <ac:chgData name="Naimish Vadodariya" userId="d2e325c0593a319e" providerId="LiveId" clId="{E1748CB8-6BF5-4F7F-80E7-7DC838247FE4}" dt="2026-09-08T03:43:00.681" v="929" actId="20577"/>
          <ac:spMkLst>
            <pc:docMk/>
            <pc:sldMk cId="557320260" sldId="670"/>
            <ac:spMk id="10" creationId="{9A6ADB4E-69F7-0E57-3F43-DE9B2D755C72}"/>
          </ac:spMkLst>
        </pc:spChg>
        <pc:spChg chg="add mod">
          <ac:chgData name="Naimish Vadodariya" userId="d2e325c0593a319e" providerId="LiveId" clId="{E1748CB8-6BF5-4F7F-80E7-7DC838247FE4}" dt="2026-09-08T03:42:44.526" v="926" actId="207"/>
          <ac:spMkLst>
            <pc:docMk/>
            <pc:sldMk cId="557320260" sldId="670"/>
            <ac:spMk id="12" creationId="{3BA610CD-64A4-B168-48F9-BBF15E891D69}"/>
          </ac:spMkLst>
        </pc:spChg>
        <pc:spChg chg="add mod">
          <ac:chgData name="Naimish Vadodariya" userId="d2e325c0593a319e" providerId="LiveId" clId="{E1748CB8-6BF5-4F7F-80E7-7DC838247FE4}" dt="2026-09-08T03:42:44.526" v="926" actId="207"/>
          <ac:spMkLst>
            <pc:docMk/>
            <pc:sldMk cId="557320260" sldId="670"/>
            <ac:spMk id="14" creationId="{5E54AF29-42ED-239A-5584-33B9023122BC}"/>
          </ac:spMkLst>
        </pc:spChg>
      </pc:sldChg>
      <pc:sldChg chg="addSp delSp modSp new mod addAnim delAnim modAnim">
        <pc:chgData name="Naimish Vadodariya" userId="d2e325c0593a319e" providerId="LiveId" clId="{E1748CB8-6BF5-4F7F-80E7-7DC838247FE4}" dt="2026-09-08T02:52:41.255" v="699" actId="1076"/>
        <pc:sldMkLst>
          <pc:docMk/>
          <pc:sldMk cId="2658966410" sldId="676"/>
        </pc:sldMkLst>
        <pc:spChg chg="mod">
          <ac:chgData name="Naimish Vadodariya" userId="d2e325c0593a319e" providerId="LiveId" clId="{E1748CB8-6BF5-4F7F-80E7-7DC838247FE4}" dt="2026-09-01T05:24:08.992" v="247" actId="20577"/>
          <ac:spMkLst>
            <pc:docMk/>
            <pc:sldMk cId="2658966410" sldId="676"/>
            <ac:spMk id="3" creationId="{704E1CBA-6108-C608-738B-3BF632509EC1}"/>
          </ac:spMkLst>
        </pc:spChg>
        <pc:spChg chg="add mod">
          <ac:chgData name="Naimish Vadodariya" userId="d2e325c0593a319e" providerId="LiveId" clId="{E1748CB8-6BF5-4F7F-80E7-7DC838247FE4}" dt="2026-09-08T02:52:41.255" v="699" actId="1076"/>
          <ac:spMkLst>
            <pc:docMk/>
            <pc:sldMk cId="2658966410" sldId="676"/>
            <ac:spMk id="4" creationId="{FC0DEC82-5981-91FD-BAD9-AC1AE11E7D97}"/>
          </ac:spMkLst>
        </pc:spChg>
        <pc:spChg chg="add mod">
          <ac:chgData name="Naimish Vadodariya" userId="d2e325c0593a319e" providerId="LiveId" clId="{E1748CB8-6BF5-4F7F-80E7-7DC838247FE4}" dt="2026-09-08T02:52:41.255" v="699" actId="1076"/>
          <ac:spMkLst>
            <pc:docMk/>
            <pc:sldMk cId="2658966410" sldId="676"/>
            <ac:spMk id="6" creationId="{FDD059FC-9566-4C14-529E-88787A504948}"/>
          </ac:spMkLst>
        </pc:spChg>
        <pc:spChg chg="add mod">
          <ac:chgData name="Naimish Vadodariya" userId="d2e325c0593a319e" providerId="LiveId" clId="{E1748CB8-6BF5-4F7F-80E7-7DC838247FE4}" dt="2026-09-08T02:52:41.255" v="699" actId="1076"/>
          <ac:spMkLst>
            <pc:docMk/>
            <pc:sldMk cId="2658966410" sldId="676"/>
            <ac:spMk id="8" creationId="{3E5C4648-722A-34CE-B012-12F5705FA2EE}"/>
          </ac:spMkLst>
        </pc:spChg>
        <pc:spChg chg="add mod">
          <ac:chgData name="Naimish Vadodariya" userId="d2e325c0593a319e" providerId="LiveId" clId="{E1748CB8-6BF5-4F7F-80E7-7DC838247FE4}" dt="2026-09-08T02:52:41.255" v="699" actId="1076"/>
          <ac:spMkLst>
            <pc:docMk/>
            <pc:sldMk cId="2658966410" sldId="676"/>
            <ac:spMk id="10" creationId="{A574A217-8D90-9851-C1E1-95EFB90702D6}"/>
          </ac:spMkLst>
        </pc:spChg>
        <pc:spChg chg="add mod">
          <ac:chgData name="Naimish Vadodariya" userId="d2e325c0593a319e" providerId="LiveId" clId="{E1748CB8-6BF5-4F7F-80E7-7DC838247FE4}" dt="2026-09-08T02:52:41.255" v="699" actId="1076"/>
          <ac:spMkLst>
            <pc:docMk/>
            <pc:sldMk cId="2658966410" sldId="676"/>
            <ac:spMk id="12" creationId="{354AE1DC-85D4-C0E2-7912-BE3AB81E4003}"/>
          </ac:spMkLst>
        </pc:spChg>
        <pc:spChg chg="add mod">
          <ac:chgData name="Naimish Vadodariya" userId="d2e325c0593a319e" providerId="LiveId" clId="{E1748CB8-6BF5-4F7F-80E7-7DC838247FE4}" dt="2026-09-08T02:52:41.255" v="699" actId="1076"/>
          <ac:spMkLst>
            <pc:docMk/>
            <pc:sldMk cId="2658966410" sldId="676"/>
            <ac:spMk id="14" creationId="{D210094D-3070-932C-0494-21124EF703A7}"/>
          </ac:spMkLst>
        </pc:spChg>
        <pc:spChg chg="add mod">
          <ac:chgData name="Naimish Vadodariya" userId="d2e325c0593a319e" providerId="LiveId" clId="{E1748CB8-6BF5-4F7F-80E7-7DC838247FE4}" dt="2026-09-08T02:52:41.255" v="699" actId="1076"/>
          <ac:spMkLst>
            <pc:docMk/>
            <pc:sldMk cId="2658966410" sldId="676"/>
            <ac:spMk id="16" creationId="{C13693E5-91F9-6D5F-C22B-4ACF66BC00CD}"/>
          </ac:spMkLst>
        </pc:spChg>
        <pc:spChg chg="add mod">
          <ac:chgData name="Naimish Vadodariya" userId="d2e325c0593a319e" providerId="LiveId" clId="{E1748CB8-6BF5-4F7F-80E7-7DC838247FE4}" dt="2026-09-08T02:52:41.255" v="699" actId="1076"/>
          <ac:spMkLst>
            <pc:docMk/>
            <pc:sldMk cId="2658966410" sldId="676"/>
            <ac:spMk id="18" creationId="{FFCF0A4E-34DE-F327-8B2D-17F3BF4E26C9}"/>
          </ac:spMkLst>
        </pc:spChg>
        <pc:cxnChg chg="add mod">
          <ac:chgData name="Naimish Vadodariya" userId="d2e325c0593a319e" providerId="LiveId" clId="{E1748CB8-6BF5-4F7F-80E7-7DC838247FE4}" dt="2026-09-08T02:52:41.255" v="699" actId="1076"/>
          <ac:cxnSpMkLst>
            <pc:docMk/>
            <pc:sldMk cId="2658966410" sldId="676"/>
            <ac:cxnSpMk id="19" creationId="{B4FBA788-917B-6C73-ECD0-D2716BA78901}"/>
          </ac:cxnSpMkLst>
        </pc:cxnChg>
        <pc:cxnChg chg="add mod">
          <ac:chgData name="Naimish Vadodariya" userId="d2e325c0593a319e" providerId="LiveId" clId="{E1748CB8-6BF5-4F7F-80E7-7DC838247FE4}" dt="2026-09-01T05:46:26.946" v="370" actId="1076"/>
          <ac:cxnSpMkLst>
            <pc:docMk/>
            <pc:sldMk cId="2658966410" sldId="676"/>
            <ac:cxnSpMk id="21" creationId="{07EE6C24-A41D-A023-AAB1-2BCFC91EC181}"/>
          </ac:cxnSpMkLst>
        </pc:cxnChg>
        <pc:cxnChg chg="add mod">
          <ac:chgData name="Naimish Vadodariya" userId="d2e325c0593a319e" providerId="LiveId" clId="{E1748CB8-6BF5-4F7F-80E7-7DC838247FE4}" dt="2026-09-08T02:52:41.255" v="699" actId="1076"/>
          <ac:cxnSpMkLst>
            <pc:docMk/>
            <pc:sldMk cId="2658966410" sldId="676"/>
            <ac:cxnSpMk id="22" creationId="{F356CD08-81DC-AF70-B945-93F708150162}"/>
          </ac:cxnSpMkLst>
        </pc:cxnChg>
      </pc:sldChg>
      <pc:sldChg chg="addSp modSp add mod modAnim">
        <pc:chgData name="Naimish Vadodariya" userId="d2e325c0593a319e" providerId="LiveId" clId="{E1748CB8-6BF5-4F7F-80E7-7DC838247FE4}" dt="2026-09-08T03:26:58.884" v="811"/>
        <pc:sldMkLst>
          <pc:docMk/>
          <pc:sldMk cId="2949189633" sldId="679"/>
        </pc:sldMkLst>
        <pc:spChg chg="mod">
          <ac:chgData name="Naimish Vadodariya" userId="d2e325c0593a319e" providerId="LiveId" clId="{E1748CB8-6BF5-4F7F-80E7-7DC838247FE4}" dt="2026-09-08T03:01:29.968" v="729" actId="20577"/>
          <ac:spMkLst>
            <pc:docMk/>
            <pc:sldMk cId="2949189633" sldId="679"/>
            <ac:spMk id="3" creationId="{329EA8E8-F23D-046D-8E18-54DCC570FD58}"/>
          </ac:spMkLst>
        </pc:spChg>
        <pc:spChg chg="add mod">
          <ac:chgData name="Naimish Vadodariya" userId="d2e325c0593a319e" providerId="LiveId" clId="{E1748CB8-6BF5-4F7F-80E7-7DC838247FE4}" dt="2026-09-08T03:25:56.725" v="798" actId="1076"/>
          <ac:spMkLst>
            <pc:docMk/>
            <pc:sldMk cId="2949189633" sldId="679"/>
            <ac:spMk id="4" creationId="{2AF334F2-E75B-1D48-C6C3-5ED2922DB54A}"/>
          </ac:spMkLst>
        </pc:spChg>
        <pc:spChg chg="add mod">
          <ac:chgData name="Naimish Vadodariya" userId="d2e325c0593a319e" providerId="LiveId" clId="{E1748CB8-6BF5-4F7F-80E7-7DC838247FE4}" dt="2026-09-08T03:06:45.640" v="772" actId="1076"/>
          <ac:spMkLst>
            <pc:docMk/>
            <pc:sldMk cId="2949189633" sldId="679"/>
            <ac:spMk id="5" creationId="{AEB5F627-2A87-2B39-09F7-425C5493B716}"/>
          </ac:spMkLst>
        </pc:spChg>
        <pc:spChg chg="add mod">
          <ac:chgData name="Naimish Vadodariya" userId="d2e325c0593a319e" providerId="LiveId" clId="{E1748CB8-6BF5-4F7F-80E7-7DC838247FE4}" dt="2026-09-08T03:06:55.389" v="773" actId="1076"/>
          <ac:spMkLst>
            <pc:docMk/>
            <pc:sldMk cId="2949189633" sldId="679"/>
            <ac:spMk id="6" creationId="{17861F71-5758-F0CA-4F2C-D33197C5A1D5}"/>
          </ac:spMkLst>
        </pc:spChg>
        <pc:spChg chg="add mod">
          <ac:chgData name="Naimish Vadodariya" userId="d2e325c0593a319e" providerId="LiveId" clId="{E1748CB8-6BF5-4F7F-80E7-7DC838247FE4}" dt="2026-09-08T03:06:04.882" v="767" actId="207"/>
          <ac:spMkLst>
            <pc:docMk/>
            <pc:sldMk cId="2949189633" sldId="679"/>
            <ac:spMk id="7" creationId="{E5C22102-36EF-86E3-DEB9-63EE888B8A3B}"/>
          </ac:spMkLst>
        </pc:spChg>
        <pc:spChg chg="add mod">
          <ac:chgData name="Naimish Vadodariya" userId="d2e325c0593a319e" providerId="LiveId" clId="{E1748CB8-6BF5-4F7F-80E7-7DC838247FE4}" dt="2026-09-08T03:26:56.556" v="810" actId="1076"/>
          <ac:spMkLst>
            <pc:docMk/>
            <pc:sldMk cId="2949189633" sldId="679"/>
            <ac:spMk id="12" creationId="{664990F2-D267-AC11-269A-5DB3D8BCD20E}"/>
          </ac:spMkLst>
        </pc:spChg>
      </pc:sldChg>
      <pc:sldChg chg="modSp new mod">
        <pc:chgData name="Naimish Vadodariya" userId="d2e325c0593a319e" providerId="LiveId" clId="{E1748CB8-6BF5-4F7F-80E7-7DC838247FE4}" dt="2026-09-10T07:13:29.322" v="2378" actId="20577"/>
        <pc:sldMkLst>
          <pc:docMk/>
          <pc:sldMk cId="320494759" sldId="681"/>
        </pc:sldMkLst>
        <pc:spChg chg="mod">
          <ac:chgData name="Naimish Vadodariya" userId="d2e325c0593a319e" providerId="LiveId" clId="{E1748CB8-6BF5-4F7F-80E7-7DC838247FE4}" dt="2026-09-07T07:21:58.006" v="659" actId="20577"/>
          <ac:spMkLst>
            <pc:docMk/>
            <pc:sldMk cId="320494759" sldId="681"/>
            <ac:spMk id="2" creationId="{0AA60C98-25B2-0E07-9B7F-7BB326F0F74A}"/>
          </ac:spMkLst>
        </pc:spChg>
        <pc:spChg chg="mod">
          <ac:chgData name="Naimish Vadodariya" userId="d2e325c0593a319e" providerId="LiveId" clId="{E1748CB8-6BF5-4F7F-80E7-7DC838247FE4}" dt="2026-09-10T07:13:29.322" v="2378" actId="20577"/>
          <ac:spMkLst>
            <pc:docMk/>
            <pc:sldMk cId="320494759" sldId="681"/>
            <ac:spMk id="3" creationId="{018F1133-72FE-71AB-396C-436E4350DED6}"/>
          </ac:spMkLst>
        </pc:spChg>
      </pc:sldChg>
      <pc:sldChg chg="modSp new mod ord addAnim delAnim modAnim">
        <pc:chgData name="Naimish Vadodariya" userId="d2e325c0593a319e" providerId="LiveId" clId="{E1748CB8-6BF5-4F7F-80E7-7DC838247FE4}" dt="2026-09-09T07:47:18.730" v="1526"/>
        <pc:sldMkLst>
          <pc:docMk/>
          <pc:sldMk cId="1172265273" sldId="682"/>
        </pc:sldMkLst>
        <pc:spChg chg="mod">
          <ac:chgData name="Naimish Vadodariya" userId="d2e325c0593a319e" providerId="LiveId" clId="{E1748CB8-6BF5-4F7F-80E7-7DC838247FE4}" dt="2026-09-09T07:22:13.253" v="1470" actId="113"/>
          <ac:spMkLst>
            <pc:docMk/>
            <pc:sldMk cId="1172265273" sldId="682"/>
            <ac:spMk id="2" creationId="{5BD23F7B-EBF9-BB2F-988E-D52C6B1CC023}"/>
          </ac:spMkLst>
        </pc:spChg>
        <pc:spChg chg="mod">
          <ac:chgData name="Naimish Vadodariya" userId="d2e325c0593a319e" providerId="LiveId" clId="{E1748CB8-6BF5-4F7F-80E7-7DC838247FE4}" dt="2026-09-09T07:46:38.868" v="1523" actId="20577"/>
          <ac:spMkLst>
            <pc:docMk/>
            <pc:sldMk cId="1172265273" sldId="682"/>
            <ac:spMk id="3" creationId="{20143B05-302C-F474-1374-BBDC7E6AE461}"/>
          </ac:spMkLst>
        </pc:spChg>
      </pc:sldChg>
      <pc:sldChg chg="modSp new mod ord addAnim delAnim modAnim">
        <pc:chgData name="Naimish Vadodariya" userId="d2e325c0593a319e" providerId="LiveId" clId="{E1748CB8-6BF5-4F7F-80E7-7DC838247FE4}" dt="2026-09-09T07:18:03.762" v="1256" actId="115"/>
        <pc:sldMkLst>
          <pc:docMk/>
          <pc:sldMk cId="1804158758" sldId="683"/>
        </pc:sldMkLst>
        <pc:spChg chg="mod">
          <ac:chgData name="Naimish Vadodariya" userId="d2e325c0593a319e" providerId="LiveId" clId="{E1748CB8-6BF5-4F7F-80E7-7DC838247FE4}" dt="2026-09-09T07:18:03.762" v="1256" actId="115"/>
          <ac:spMkLst>
            <pc:docMk/>
            <pc:sldMk cId="1804158758" sldId="683"/>
            <ac:spMk id="2" creationId="{FC631926-13B9-A0F4-C7DA-2A46EB2F1F2E}"/>
          </ac:spMkLst>
        </pc:spChg>
        <pc:spChg chg="mod">
          <ac:chgData name="Naimish Vadodariya" userId="d2e325c0593a319e" providerId="LiveId" clId="{E1748CB8-6BF5-4F7F-80E7-7DC838247FE4}" dt="2026-09-09T07:15:17.788" v="1173"/>
          <ac:spMkLst>
            <pc:docMk/>
            <pc:sldMk cId="1804158758" sldId="683"/>
            <ac:spMk id="3" creationId="{3FBFF36E-A489-099A-3099-1B0721A462B0}"/>
          </ac:spMkLst>
        </pc:spChg>
      </pc:sldChg>
      <pc:sldChg chg="addSp delSp modSp new mod ord modAnim">
        <pc:chgData name="Naimish Vadodariya" userId="d2e325c0593a319e" providerId="LiveId" clId="{E1748CB8-6BF5-4F7F-80E7-7DC838247FE4}" dt="2026-09-09T07:47:21.423" v="1527"/>
        <pc:sldMkLst>
          <pc:docMk/>
          <pc:sldMk cId="3774548477" sldId="685"/>
        </pc:sldMkLst>
        <pc:spChg chg="mod">
          <ac:chgData name="Naimish Vadodariya" userId="d2e325c0593a319e" providerId="LiveId" clId="{E1748CB8-6BF5-4F7F-80E7-7DC838247FE4}" dt="2026-09-09T07:27:01.051" v="1500" actId="20577"/>
          <ac:spMkLst>
            <pc:docMk/>
            <pc:sldMk cId="3774548477" sldId="685"/>
            <ac:spMk id="3" creationId="{73D3F1BB-FD55-EEE4-D183-3064C951C792}"/>
          </ac:spMkLst>
        </pc:spChg>
        <pc:picChg chg="add mod ord">
          <ac:chgData name="Naimish Vadodariya" userId="d2e325c0593a319e" providerId="LiveId" clId="{E1748CB8-6BF5-4F7F-80E7-7DC838247FE4}" dt="2026-09-09T07:26:46.455" v="1498"/>
          <ac:picMkLst>
            <pc:docMk/>
            <pc:sldMk cId="3774548477" sldId="685"/>
            <ac:picMk id="5" creationId="{4E579408-3E80-AFA0-E8F8-6614E92C47B8}"/>
          </ac:picMkLst>
        </pc:picChg>
      </pc:sldChg>
      <pc:sldChg chg="addSp modSp new mod modAnim">
        <pc:chgData name="Naimish Vadodariya" userId="d2e325c0593a319e" providerId="LiveId" clId="{E1748CB8-6BF5-4F7F-80E7-7DC838247FE4}" dt="2026-09-10T06:47:07.848" v="1982"/>
        <pc:sldMkLst>
          <pc:docMk/>
          <pc:sldMk cId="1922739782" sldId="686"/>
        </pc:sldMkLst>
        <pc:spChg chg="mod">
          <ac:chgData name="Naimish Vadodariya" userId="d2e325c0593a319e" providerId="LiveId" clId="{E1748CB8-6BF5-4F7F-80E7-7DC838247FE4}" dt="2026-09-09T07:56:26.440" v="1628" actId="20577"/>
          <ac:spMkLst>
            <pc:docMk/>
            <pc:sldMk cId="1922739782" sldId="686"/>
            <ac:spMk id="2" creationId="{CBF40336-FA81-3B56-00A1-164B159AE0EB}"/>
          </ac:spMkLst>
        </pc:spChg>
        <pc:spChg chg="mod">
          <ac:chgData name="Naimish Vadodariya" userId="d2e325c0593a319e" providerId="LiveId" clId="{E1748CB8-6BF5-4F7F-80E7-7DC838247FE4}" dt="2026-09-09T07:55:14.498" v="1584"/>
          <ac:spMkLst>
            <pc:docMk/>
            <pc:sldMk cId="1922739782" sldId="686"/>
            <ac:spMk id="3" creationId="{C75C5453-4385-F902-F06C-1204236472CF}"/>
          </ac:spMkLst>
        </pc:spChg>
        <pc:spChg chg="add mod">
          <ac:chgData name="Naimish Vadodariya" userId="d2e325c0593a319e" providerId="LiveId" clId="{E1748CB8-6BF5-4F7F-80E7-7DC838247FE4}" dt="2026-09-10T06:46:39.497" v="1976" actId="1582"/>
          <ac:spMkLst>
            <pc:docMk/>
            <pc:sldMk cId="1922739782" sldId="686"/>
            <ac:spMk id="4" creationId="{0C68D6CC-DFB6-7CE6-487B-5BDA23FC2F9B}"/>
          </ac:spMkLst>
        </pc:spChg>
        <pc:picChg chg="add mod">
          <ac:chgData name="Naimish Vadodariya" userId="d2e325c0593a319e" providerId="LiveId" clId="{E1748CB8-6BF5-4F7F-80E7-7DC838247FE4}" dt="2026-09-09T07:56:30.090" v="1629" actId="1076"/>
          <ac:picMkLst>
            <pc:docMk/>
            <pc:sldMk cId="1922739782" sldId="686"/>
            <ac:picMk id="5" creationId="{3DF4CC25-F0F4-9321-7301-490A3D853485}"/>
          </ac:picMkLst>
        </pc:picChg>
      </pc:sldChg>
      <pc:sldChg chg="modSp new mod addAnim delAnim modAnim">
        <pc:chgData name="Naimish Vadodariya" userId="d2e325c0593a319e" providerId="LiveId" clId="{E1748CB8-6BF5-4F7F-80E7-7DC838247FE4}" dt="2026-09-11T03:45:44.781" v="3174"/>
        <pc:sldMkLst>
          <pc:docMk/>
          <pc:sldMk cId="3223391237" sldId="687"/>
        </pc:sldMkLst>
        <pc:spChg chg="mod">
          <ac:chgData name="Naimish Vadodariya" userId="d2e325c0593a319e" providerId="LiveId" clId="{E1748CB8-6BF5-4F7F-80E7-7DC838247FE4}" dt="2026-09-09T12:15:36.085" v="1873" actId="20577"/>
          <ac:spMkLst>
            <pc:docMk/>
            <pc:sldMk cId="3223391237" sldId="687"/>
            <ac:spMk id="2" creationId="{44AAEAF8-4D04-7D71-2442-A90D69A83B54}"/>
          </ac:spMkLst>
        </pc:spChg>
        <pc:spChg chg="mod">
          <ac:chgData name="Naimish Vadodariya" userId="d2e325c0593a319e" providerId="LiveId" clId="{E1748CB8-6BF5-4F7F-80E7-7DC838247FE4}" dt="2026-09-09T07:58:17.241" v="1640"/>
          <ac:spMkLst>
            <pc:docMk/>
            <pc:sldMk cId="3223391237" sldId="687"/>
            <ac:spMk id="3" creationId="{F7A78DBF-351E-96FA-DE5C-4EC0D69E260D}"/>
          </ac:spMkLst>
        </pc:spChg>
      </pc:sldChg>
      <pc:sldChg chg="addSp delSp modSp new mod modAnim">
        <pc:chgData name="Naimish Vadodariya" userId="d2e325c0593a319e" providerId="LiveId" clId="{E1748CB8-6BF5-4F7F-80E7-7DC838247FE4}" dt="2026-09-10T06:48:39.307" v="2012" actId="20577"/>
        <pc:sldMkLst>
          <pc:docMk/>
          <pc:sldMk cId="4159166366" sldId="688"/>
        </pc:sldMkLst>
        <pc:spChg chg="mod">
          <ac:chgData name="Naimish Vadodariya" userId="d2e325c0593a319e" providerId="LiveId" clId="{E1748CB8-6BF5-4F7F-80E7-7DC838247FE4}" dt="2026-09-10T06:48:39.307" v="2012" actId="20577"/>
          <ac:spMkLst>
            <pc:docMk/>
            <pc:sldMk cId="4159166366" sldId="688"/>
            <ac:spMk id="3" creationId="{D0069CAE-EF30-ECDD-6A65-81088F253F87}"/>
          </ac:spMkLst>
        </pc:spChg>
        <pc:spChg chg="add mod">
          <ac:chgData name="Naimish Vadodariya" userId="d2e325c0593a319e" providerId="LiveId" clId="{E1748CB8-6BF5-4F7F-80E7-7DC838247FE4}" dt="2026-09-10T06:48:27.754" v="2003" actId="20577"/>
          <ac:spMkLst>
            <pc:docMk/>
            <pc:sldMk cId="4159166366" sldId="688"/>
            <ac:spMk id="9" creationId="{52B39BC9-46D9-1BA9-AFA7-27F83B5D3D67}"/>
          </ac:spMkLst>
        </pc:spChg>
        <pc:spChg chg="add mod">
          <ac:chgData name="Naimish Vadodariya" userId="d2e325c0593a319e" providerId="LiveId" clId="{E1748CB8-6BF5-4F7F-80E7-7DC838247FE4}" dt="2026-09-09T12:22:19.311" v="1972" actId="207"/>
          <ac:spMkLst>
            <pc:docMk/>
            <pc:sldMk cId="4159166366" sldId="688"/>
            <ac:spMk id="11" creationId="{D5D37883-D413-A51C-5BC5-C5BC6F85F844}"/>
          </ac:spMkLst>
        </pc:spChg>
        <pc:graphicFrameChg chg="add mod ord modGraphic">
          <ac:chgData name="Naimish Vadodariya" userId="d2e325c0593a319e" providerId="LiveId" clId="{E1748CB8-6BF5-4F7F-80E7-7DC838247FE4}" dt="2026-09-09T12:16:14.852" v="1884" actId="14100"/>
          <ac:graphicFrameMkLst>
            <pc:docMk/>
            <pc:sldMk cId="4159166366" sldId="688"/>
            <ac:graphicFrameMk id="5" creationId="{3F3CB329-21F9-13B7-C997-38F4BA821253}"/>
          </ac:graphicFrameMkLst>
        </pc:graphicFrameChg>
        <pc:graphicFrameChg chg="add mod">
          <ac:chgData name="Naimish Vadodariya" userId="d2e325c0593a319e" providerId="LiveId" clId="{E1748CB8-6BF5-4F7F-80E7-7DC838247FE4}" dt="2026-09-09T12:16:40.429" v="1888"/>
          <ac:graphicFrameMkLst>
            <pc:docMk/>
            <pc:sldMk cId="4159166366" sldId="688"/>
            <ac:graphicFrameMk id="6" creationId="{6DAD997C-7C03-15F1-53C8-FDE289B5A718}"/>
          </ac:graphicFrameMkLst>
        </pc:graphicFrameChg>
        <pc:graphicFrameChg chg="add mod modGraphic">
          <ac:chgData name="Naimish Vadodariya" userId="d2e325c0593a319e" providerId="LiveId" clId="{E1748CB8-6BF5-4F7F-80E7-7DC838247FE4}" dt="2026-09-09T12:17:37.842" v="1904" actId="20577"/>
          <ac:graphicFrameMkLst>
            <pc:docMk/>
            <pc:sldMk cId="4159166366" sldId="688"/>
            <ac:graphicFrameMk id="8" creationId="{B02CB25F-C590-4B96-C052-4FDE999BF4C8}"/>
          </ac:graphicFrameMkLst>
        </pc:graphicFrameChg>
      </pc:sldChg>
      <pc:sldChg chg="modSp add mod">
        <pc:chgData name="Naimish Vadodariya" userId="d2e325c0593a319e" providerId="LiveId" clId="{E1748CB8-6BF5-4F7F-80E7-7DC838247FE4}" dt="2026-09-10T06:48:55.806" v="2027" actId="20577"/>
        <pc:sldMkLst>
          <pc:docMk/>
          <pc:sldMk cId="661597085" sldId="689"/>
        </pc:sldMkLst>
        <pc:spChg chg="mod">
          <ac:chgData name="Naimish Vadodariya" userId="d2e325c0593a319e" providerId="LiveId" clId="{E1748CB8-6BF5-4F7F-80E7-7DC838247FE4}" dt="2026-09-10T06:48:55.806" v="2027" actId="20577"/>
          <ac:spMkLst>
            <pc:docMk/>
            <pc:sldMk cId="661597085" sldId="689"/>
            <ac:spMk id="2" creationId="{0A0094D7-3164-AFD6-CFAE-9E7117BC28C1}"/>
          </ac:spMkLst>
        </pc:spChg>
      </pc:sldChg>
      <pc:sldChg chg="addSp delSp modSp add mod addAnim delAnim modAnim">
        <pc:chgData name="Naimish Vadodariya" userId="d2e325c0593a319e" providerId="LiveId" clId="{E1748CB8-6BF5-4F7F-80E7-7DC838247FE4}" dt="2026-09-11T03:47:00.922" v="3184"/>
        <pc:sldMkLst>
          <pc:docMk/>
          <pc:sldMk cId="3313499969" sldId="690"/>
        </pc:sldMkLst>
        <pc:spChg chg="mod">
          <ac:chgData name="Naimish Vadodariya" userId="d2e325c0593a319e" providerId="LiveId" clId="{E1748CB8-6BF5-4F7F-80E7-7DC838247FE4}" dt="2026-09-10T06:52:50.264" v="2054" actId="20577"/>
          <ac:spMkLst>
            <pc:docMk/>
            <pc:sldMk cId="3313499969" sldId="690"/>
            <ac:spMk id="3" creationId="{5DADE77D-64E6-E1D3-636D-2473A2C5DDD9}"/>
          </ac:spMkLst>
        </pc:spChg>
        <pc:spChg chg="add mod">
          <ac:chgData name="Naimish Vadodariya" userId="d2e325c0593a319e" providerId="LiveId" clId="{E1748CB8-6BF5-4F7F-80E7-7DC838247FE4}" dt="2026-09-10T06:54:51.873" v="2140" actId="20577"/>
          <ac:spMkLst>
            <pc:docMk/>
            <pc:sldMk cId="3313499969" sldId="690"/>
            <ac:spMk id="4" creationId="{E12D29CD-0A14-903A-4318-1DA694B339C5}"/>
          </ac:spMkLst>
        </pc:spChg>
        <pc:spChg chg="del">
          <ac:chgData name="Naimish Vadodariya" userId="d2e325c0593a319e" providerId="LiveId" clId="{E1748CB8-6BF5-4F7F-80E7-7DC838247FE4}" dt="2026-09-10T06:49:14.151" v="2029" actId="478"/>
          <ac:spMkLst>
            <pc:docMk/>
            <pc:sldMk cId="3313499969" sldId="690"/>
            <ac:spMk id="9" creationId="{B6908F0B-363B-EB4A-2F3F-8B9E15BBEB2F}"/>
          </ac:spMkLst>
        </pc:spChg>
        <pc:spChg chg="del">
          <ac:chgData name="Naimish Vadodariya" userId="d2e325c0593a319e" providerId="LiveId" clId="{E1748CB8-6BF5-4F7F-80E7-7DC838247FE4}" dt="2026-09-10T06:49:15.621" v="2030" actId="478"/>
          <ac:spMkLst>
            <pc:docMk/>
            <pc:sldMk cId="3313499969" sldId="690"/>
            <ac:spMk id="11" creationId="{AD87A638-CC60-DB57-E889-4770C5DF841D}"/>
          </ac:spMkLst>
        </pc:spChg>
        <pc:graphicFrameChg chg="del">
          <ac:chgData name="Naimish Vadodariya" userId="d2e325c0593a319e" providerId="LiveId" clId="{E1748CB8-6BF5-4F7F-80E7-7DC838247FE4}" dt="2026-09-10T06:49:20.188" v="2033" actId="478"/>
          <ac:graphicFrameMkLst>
            <pc:docMk/>
            <pc:sldMk cId="3313499969" sldId="690"/>
            <ac:graphicFrameMk id="5" creationId="{1CAFF314-49A9-AFA5-CB77-233872CDD379}"/>
          </ac:graphicFrameMkLst>
        </pc:graphicFrameChg>
        <pc:graphicFrameChg chg="del">
          <ac:chgData name="Naimish Vadodariya" userId="d2e325c0593a319e" providerId="LiveId" clId="{E1748CB8-6BF5-4F7F-80E7-7DC838247FE4}" dt="2026-09-10T06:49:18.543" v="2032" actId="478"/>
          <ac:graphicFrameMkLst>
            <pc:docMk/>
            <pc:sldMk cId="3313499969" sldId="690"/>
            <ac:graphicFrameMk id="6" creationId="{3055BB02-CC59-083E-4DA9-202D242A943F}"/>
          </ac:graphicFrameMkLst>
        </pc:graphicFrameChg>
        <pc:graphicFrameChg chg="add mod modGraphic">
          <ac:chgData name="Naimish Vadodariya" userId="d2e325c0593a319e" providerId="LiveId" clId="{E1748CB8-6BF5-4F7F-80E7-7DC838247FE4}" dt="2026-09-10T06:56:38.783" v="2173" actId="1076"/>
          <ac:graphicFrameMkLst>
            <pc:docMk/>
            <pc:sldMk cId="3313499969" sldId="690"/>
            <ac:graphicFrameMk id="7" creationId="{D482C1C8-2B33-ED8A-9385-B4A89FF93C8D}"/>
          </ac:graphicFrameMkLst>
        </pc:graphicFrameChg>
        <pc:graphicFrameChg chg="del">
          <ac:chgData name="Naimish Vadodariya" userId="d2e325c0593a319e" providerId="LiveId" clId="{E1748CB8-6BF5-4F7F-80E7-7DC838247FE4}" dt="2026-09-10T06:49:17.216" v="2031" actId="478"/>
          <ac:graphicFrameMkLst>
            <pc:docMk/>
            <pc:sldMk cId="3313499969" sldId="690"/>
            <ac:graphicFrameMk id="8" creationId="{84B8D674-7CBD-7E3F-5EAB-AB362D4C2837}"/>
          </ac:graphicFrameMkLst>
        </pc:graphicFrameChg>
      </pc:sldChg>
      <pc:sldChg chg="addSp delSp modSp new mod addAnim delAnim modAnim">
        <pc:chgData name="Naimish Vadodariya" userId="d2e325c0593a319e" providerId="LiveId" clId="{E1748CB8-6BF5-4F7F-80E7-7DC838247FE4}" dt="2026-09-10T07:12:44.700" v="2377"/>
        <pc:sldMkLst>
          <pc:docMk/>
          <pc:sldMk cId="186710938" sldId="691"/>
        </pc:sldMkLst>
        <pc:spChg chg="add del mod">
          <ac:chgData name="Naimish Vadodariya" userId="d2e325c0593a319e" providerId="LiveId" clId="{E1748CB8-6BF5-4F7F-80E7-7DC838247FE4}" dt="2026-09-10T07:06:32.796" v="2353" actId="14100"/>
          <ac:spMkLst>
            <pc:docMk/>
            <pc:sldMk cId="186710938" sldId="691"/>
            <ac:spMk id="2" creationId="{96C7ACFB-CFBA-7957-4ADB-83338690B0D2}"/>
          </ac:spMkLst>
        </pc:spChg>
        <pc:spChg chg="mod">
          <ac:chgData name="Naimish Vadodariya" userId="d2e325c0593a319e" providerId="LiveId" clId="{E1748CB8-6BF5-4F7F-80E7-7DC838247FE4}" dt="2026-09-10T06:57:09.761" v="2196" actId="20577"/>
          <ac:spMkLst>
            <pc:docMk/>
            <pc:sldMk cId="186710938" sldId="691"/>
            <ac:spMk id="3" creationId="{4EBFF77E-58FD-BB7F-03F4-9BA5CCB00C03}"/>
          </ac:spMkLst>
        </pc:spChg>
        <pc:spChg chg="add mod">
          <ac:chgData name="Naimish Vadodariya" userId="d2e325c0593a319e" providerId="LiveId" clId="{E1748CB8-6BF5-4F7F-80E7-7DC838247FE4}" dt="2026-09-10T06:58:09.509" v="2207" actId="14100"/>
          <ac:spMkLst>
            <pc:docMk/>
            <pc:sldMk cId="186710938" sldId="691"/>
            <ac:spMk id="4" creationId="{0C2ACABD-63CF-137A-E241-3C1E25075951}"/>
          </ac:spMkLst>
        </pc:spChg>
        <pc:spChg chg="add mod">
          <ac:chgData name="Naimish Vadodariya" userId="d2e325c0593a319e" providerId="LiveId" clId="{E1748CB8-6BF5-4F7F-80E7-7DC838247FE4}" dt="2026-09-10T06:58:06.333" v="2206" actId="14100"/>
          <ac:spMkLst>
            <pc:docMk/>
            <pc:sldMk cId="186710938" sldId="691"/>
            <ac:spMk id="5" creationId="{DCA601DD-0967-DBE2-C08E-FFDEA2E750DD}"/>
          </ac:spMkLst>
        </pc:spChg>
        <pc:spChg chg="add mod">
          <ac:chgData name="Naimish Vadodariya" userId="d2e325c0593a319e" providerId="LiveId" clId="{E1748CB8-6BF5-4F7F-80E7-7DC838247FE4}" dt="2026-09-10T06:58:36.630" v="2213" actId="14100"/>
          <ac:spMkLst>
            <pc:docMk/>
            <pc:sldMk cId="186710938" sldId="691"/>
            <ac:spMk id="6" creationId="{63C632DD-AD53-5CF7-28EF-60D6A06C44C3}"/>
          </ac:spMkLst>
        </pc:spChg>
        <pc:spChg chg="add mod">
          <ac:chgData name="Naimish Vadodariya" userId="d2e325c0593a319e" providerId="LiveId" clId="{E1748CB8-6BF5-4F7F-80E7-7DC838247FE4}" dt="2026-09-10T06:58:36.630" v="2213" actId="14100"/>
          <ac:spMkLst>
            <pc:docMk/>
            <pc:sldMk cId="186710938" sldId="691"/>
            <ac:spMk id="7" creationId="{C5F957ED-698F-B35B-6819-4BCF3472F8A5}"/>
          </ac:spMkLst>
        </pc:spChg>
        <pc:spChg chg="add mod">
          <ac:chgData name="Naimish Vadodariya" userId="d2e325c0593a319e" providerId="LiveId" clId="{E1748CB8-6BF5-4F7F-80E7-7DC838247FE4}" dt="2026-09-10T06:58:33.325" v="2212" actId="14100"/>
          <ac:spMkLst>
            <pc:docMk/>
            <pc:sldMk cId="186710938" sldId="691"/>
            <ac:spMk id="8" creationId="{132EF1CF-58A0-949C-C643-0B5BA554637F}"/>
          </ac:spMkLst>
        </pc:spChg>
        <pc:spChg chg="add mod">
          <ac:chgData name="Naimish Vadodariya" userId="d2e325c0593a319e" providerId="LiveId" clId="{E1748CB8-6BF5-4F7F-80E7-7DC838247FE4}" dt="2026-09-10T06:59:40.077" v="2241" actId="1076"/>
          <ac:spMkLst>
            <pc:docMk/>
            <pc:sldMk cId="186710938" sldId="691"/>
            <ac:spMk id="15" creationId="{A54BF007-591B-5DB1-1655-311E1AAA1D48}"/>
          </ac:spMkLst>
        </pc:spChg>
        <pc:spChg chg="add mod">
          <ac:chgData name="Naimish Vadodariya" userId="d2e325c0593a319e" providerId="LiveId" clId="{E1748CB8-6BF5-4F7F-80E7-7DC838247FE4}" dt="2026-09-10T06:59:54.063" v="2243"/>
          <ac:spMkLst>
            <pc:docMk/>
            <pc:sldMk cId="186710938" sldId="691"/>
            <ac:spMk id="16" creationId="{C3EF2BE1-8358-38FB-0798-09D9E9492B13}"/>
          </ac:spMkLst>
        </pc:spChg>
        <pc:spChg chg="add mod">
          <ac:chgData name="Naimish Vadodariya" userId="d2e325c0593a319e" providerId="LiveId" clId="{E1748CB8-6BF5-4F7F-80E7-7DC838247FE4}" dt="2026-09-10T07:00:19.391" v="2248" actId="6549"/>
          <ac:spMkLst>
            <pc:docMk/>
            <pc:sldMk cId="186710938" sldId="691"/>
            <ac:spMk id="17" creationId="{BB5B3277-FBA7-1AB4-7021-7A437146147D}"/>
          </ac:spMkLst>
        </pc:spChg>
        <pc:spChg chg="add mod">
          <ac:chgData name="Naimish Vadodariya" userId="d2e325c0593a319e" providerId="LiveId" clId="{E1748CB8-6BF5-4F7F-80E7-7DC838247FE4}" dt="2026-09-10T07:00:28.238" v="2250" actId="1076"/>
          <ac:spMkLst>
            <pc:docMk/>
            <pc:sldMk cId="186710938" sldId="691"/>
            <ac:spMk id="19" creationId="{6EC556CD-47ED-1088-07E5-FF0373B79D36}"/>
          </ac:spMkLst>
        </pc:spChg>
        <pc:spChg chg="add mod">
          <ac:chgData name="Naimish Vadodariya" userId="d2e325c0593a319e" providerId="LiveId" clId="{E1748CB8-6BF5-4F7F-80E7-7DC838247FE4}" dt="2026-09-10T07:00:54.254" v="2278" actId="6549"/>
          <ac:spMkLst>
            <pc:docMk/>
            <pc:sldMk cId="186710938" sldId="691"/>
            <ac:spMk id="20" creationId="{40C7CD36-077E-0C2E-FD97-5F736AB7D30C}"/>
          </ac:spMkLst>
        </pc:spChg>
        <pc:spChg chg="add mod">
          <ac:chgData name="Naimish Vadodariya" userId="d2e325c0593a319e" providerId="LiveId" clId="{E1748CB8-6BF5-4F7F-80E7-7DC838247FE4}" dt="2026-09-10T07:06:05.971" v="2349" actId="1582"/>
          <ac:spMkLst>
            <pc:docMk/>
            <pc:sldMk cId="186710938" sldId="691"/>
            <ac:spMk id="23" creationId="{0114C794-62D7-E596-3AC6-5881E556379D}"/>
          </ac:spMkLst>
        </pc:spChg>
        <pc:spChg chg="add mod">
          <ac:chgData name="Naimish Vadodariya" userId="d2e325c0593a319e" providerId="LiveId" clId="{E1748CB8-6BF5-4F7F-80E7-7DC838247FE4}" dt="2026-09-10T07:09:43.276" v="2373" actId="6549"/>
          <ac:spMkLst>
            <pc:docMk/>
            <pc:sldMk cId="186710938" sldId="691"/>
            <ac:spMk id="24" creationId="{321E9E78-D97B-6D68-087E-AC67E573FE56}"/>
          </ac:spMkLst>
        </pc:spChg>
        <pc:cxnChg chg="add mod">
          <ac:chgData name="Naimish Vadodariya" userId="d2e325c0593a319e" providerId="LiveId" clId="{E1748CB8-6BF5-4F7F-80E7-7DC838247FE4}" dt="2026-09-10T06:58:09.509" v="2207" actId="14100"/>
          <ac:cxnSpMkLst>
            <pc:docMk/>
            <pc:sldMk cId="186710938" sldId="691"/>
            <ac:cxnSpMk id="9" creationId="{4C3AF70A-C4DA-2AC6-1AA2-4FE6CDC5B39A}"/>
          </ac:cxnSpMkLst>
        </pc:cxnChg>
        <pc:cxnChg chg="add mod">
          <ac:chgData name="Naimish Vadodariya" userId="d2e325c0593a319e" providerId="LiveId" clId="{E1748CB8-6BF5-4F7F-80E7-7DC838247FE4}" dt="2026-09-10T06:58:42.903" v="2214" actId="1076"/>
          <ac:cxnSpMkLst>
            <pc:docMk/>
            <pc:sldMk cId="186710938" sldId="691"/>
            <ac:cxnSpMk id="10" creationId="{A0732E48-5BA1-5E44-B3AE-8E005E8D3A8F}"/>
          </ac:cxnSpMkLst>
        </pc:cxnChg>
        <pc:cxnChg chg="add mod">
          <ac:chgData name="Naimish Vadodariya" userId="d2e325c0593a319e" providerId="LiveId" clId="{E1748CB8-6BF5-4F7F-80E7-7DC838247FE4}" dt="2026-09-10T06:58:45.854" v="2215" actId="1076"/>
          <ac:cxnSpMkLst>
            <pc:docMk/>
            <pc:sldMk cId="186710938" sldId="691"/>
            <ac:cxnSpMk id="11" creationId="{D76EE187-8927-CF5A-2DE4-94995E9065CC}"/>
          </ac:cxnSpMkLst>
        </pc:cxnChg>
        <pc:cxnChg chg="add mod">
          <ac:chgData name="Naimish Vadodariya" userId="d2e325c0593a319e" providerId="LiveId" clId="{E1748CB8-6BF5-4F7F-80E7-7DC838247FE4}" dt="2026-09-10T06:58:49.046" v="2216" actId="1076"/>
          <ac:cxnSpMkLst>
            <pc:docMk/>
            <pc:sldMk cId="186710938" sldId="691"/>
            <ac:cxnSpMk id="12" creationId="{3DAE9B3F-8CA7-12D1-46E7-BBFCF29C02CF}"/>
          </ac:cxnSpMkLst>
        </pc:cxnChg>
        <pc:cxnChg chg="add mod">
          <ac:chgData name="Naimish Vadodariya" userId="d2e325c0593a319e" providerId="LiveId" clId="{E1748CB8-6BF5-4F7F-80E7-7DC838247FE4}" dt="2026-09-10T07:00:11.192" v="2247" actId="1076"/>
          <ac:cxnSpMkLst>
            <pc:docMk/>
            <pc:sldMk cId="186710938" sldId="691"/>
            <ac:cxnSpMk id="18" creationId="{95CC5BB0-05C7-E1F2-BA6A-06B40F0BF7AF}"/>
          </ac:cxnSpMkLst>
        </pc:cxnChg>
        <pc:cxnChg chg="add mod">
          <ac:chgData name="Naimish Vadodariya" userId="d2e325c0593a319e" providerId="LiveId" clId="{E1748CB8-6BF5-4F7F-80E7-7DC838247FE4}" dt="2026-09-10T07:01:18.633" v="2283" actId="1035"/>
          <ac:cxnSpMkLst>
            <pc:docMk/>
            <pc:sldMk cId="186710938" sldId="691"/>
            <ac:cxnSpMk id="21" creationId="{EC898E67-66B7-6DA9-E660-41D92508ADD6}"/>
          </ac:cxnSpMkLst>
        </pc:cxnChg>
        <pc:cxnChg chg="add mod">
          <ac:chgData name="Naimish Vadodariya" userId="d2e325c0593a319e" providerId="LiveId" clId="{E1748CB8-6BF5-4F7F-80E7-7DC838247FE4}" dt="2026-09-10T07:01:28.476" v="2285" actId="1076"/>
          <ac:cxnSpMkLst>
            <pc:docMk/>
            <pc:sldMk cId="186710938" sldId="691"/>
            <ac:cxnSpMk id="22" creationId="{67C16799-B67B-812C-B404-7A9D6EEA68B1}"/>
          </ac:cxnSpMkLst>
        </pc:cxnChg>
      </pc:sldChg>
      <pc:sldChg chg="new del">
        <pc:chgData name="Naimish Vadodariya" userId="d2e325c0593a319e" providerId="LiveId" clId="{E1748CB8-6BF5-4F7F-80E7-7DC838247FE4}" dt="2026-09-10T07:15:03.868" v="2380" actId="680"/>
        <pc:sldMkLst>
          <pc:docMk/>
          <pc:sldMk cId="1372919250" sldId="692"/>
        </pc:sldMkLst>
      </pc:sldChg>
      <pc:sldChg chg="new del">
        <pc:chgData name="Naimish Vadodariya" userId="d2e325c0593a319e" providerId="LiveId" clId="{E1748CB8-6BF5-4F7F-80E7-7DC838247FE4}" dt="2026-09-10T07:21:29.152" v="2382" actId="680"/>
        <pc:sldMkLst>
          <pc:docMk/>
          <pc:sldMk cId="3379547310" sldId="692"/>
        </pc:sldMkLst>
      </pc:sldChg>
      <pc:sldChg chg="addSp delSp modSp add mod modAnim">
        <pc:chgData name="Naimish Vadodariya" userId="d2e325c0593a319e" providerId="LiveId" clId="{E1748CB8-6BF5-4F7F-80E7-7DC838247FE4}" dt="2026-09-11T03:47:41.302" v="3185" actId="20577"/>
        <pc:sldMkLst>
          <pc:docMk/>
          <pc:sldMk cId="3761707059" sldId="692"/>
        </pc:sldMkLst>
        <pc:spChg chg="add mod">
          <ac:chgData name="Naimish Vadodariya" userId="d2e325c0593a319e" providerId="LiveId" clId="{E1748CB8-6BF5-4F7F-80E7-7DC838247FE4}" dt="2026-09-10T07:33:08.628" v="2481" actId="1076"/>
          <ac:spMkLst>
            <pc:docMk/>
            <pc:sldMk cId="3761707059" sldId="692"/>
            <ac:spMk id="2" creationId="{78F3B672-796F-5286-4F99-6954363B5AB3}"/>
          </ac:spMkLst>
        </pc:spChg>
        <pc:spChg chg="mod">
          <ac:chgData name="Naimish Vadodariya" userId="d2e325c0593a319e" providerId="LiveId" clId="{E1748CB8-6BF5-4F7F-80E7-7DC838247FE4}" dt="2026-09-10T07:22:09.388" v="2389"/>
          <ac:spMkLst>
            <pc:docMk/>
            <pc:sldMk cId="3761707059" sldId="692"/>
            <ac:spMk id="3" creationId="{1C876CAA-28F2-D00D-895A-707374774AC9}"/>
          </ac:spMkLst>
        </pc:spChg>
        <pc:spChg chg="mod">
          <ac:chgData name="Naimish Vadodariya" userId="d2e325c0593a319e" providerId="LiveId" clId="{E1748CB8-6BF5-4F7F-80E7-7DC838247FE4}" dt="2026-09-11T03:47:41.302" v="3185" actId="20577"/>
          <ac:spMkLst>
            <pc:docMk/>
            <pc:sldMk cId="3761707059" sldId="692"/>
            <ac:spMk id="4" creationId="{86F3644D-E537-2151-D865-87B015739A57}"/>
          </ac:spMkLst>
        </pc:spChg>
        <pc:spChg chg="add del mod">
          <ac:chgData name="Naimish Vadodariya" userId="d2e325c0593a319e" providerId="LiveId" clId="{E1748CB8-6BF5-4F7F-80E7-7DC838247FE4}" dt="2026-09-10T07:26:53.782" v="2422" actId="478"/>
          <ac:spMkLst>
            <pc:docMk/>
            <pc:sldMk cId="3761707059" sldId="692"/>
            <ac:spMk id="6" creationId="{6AF3744A-3639-334C-23DC-927723BECEC3}"/>
          </ac:spMkLst>
        </pc:spChg>
        <pc:spChg chg="add del mod">
          <ac:chgData name="Naimish Vadodariya" userId="d2e325c0593a319e" providerId="LiveId" clId="{E1748CB8-6BF5-4F7F-80E7-7DC838247FE4}" dt="2026-09-10T07:30:54.080" v="2463" actId="478"/>
          <ac:spMkLst>
            <pc:docMk/>
            <pc:sldMk cId="3761707059" sldId="692"/>
            <ac:spMk id="9" creationId="{FF0B6ECF-5B39-2D88-35EE-15D22C9EBD4C}"/>
          </ac:spMkLst>
        </pc:spChg>
        <pc:spChg chg="add mod">
          <ac:chgData name="Naimish Vadodariya" userId="d2e325c0593a319e" providerId="LiveId" clId="{E1748CB8-6BF5-4F7F-80E7-7DC838247FE4}" dt="2026-09-10T07:33:17.047" v="2482" actId="1076"/>
          <ac:spMkLst>
            <pc:docMk/>
            <pc:sldMk cId="3761707059" sldId="692"/>
            <ac:spMk id="11" creationId="{839F2ABC-0647-2750-408D-92FBC7F2EB5B}"/>
          </ac:spMkLst>
        </pc:spChg>
        <pc:spChg chg="add mod">
          <ac:chgData name="Naimish Vadodariya" userId="d2e325c0593a319e" providerId="LiveId" clId="{E1748CB8-6BF5-4F7F-80E7-7DC838247FE4}" dt="2026-09-10T08:23:56.130" v="2532" actId="115"/>
          <ac:spMkLst>
            <pc:docMk/>
            <pc:sldMk cId="3761707059" sldId="692"/>
            <ac:spMk id="13" creationId="{695DDBEB-1B2B-E5EA-E4AF-4A3BB3B597E4}"/>
          </ac:spMkLst>
        </pc:spChg>
        <pc:spChg chg="add mod">
          <ac:chgData name="Naimish Vadodariya" userId="d2e325c0593a319e" providerId="LiveId" clId="{E1748CB8-6BF5-4F7F-80E7-7DC838247FE4}" dt="2026-09-10T08:23:53.669" v="2531" actId="115"/>
          <ac:spMkLst>
            <pc:docMk/>
            <pc:sldMk cId="3761707059" sldId="692"/>
            <ac:spMk id="15" creationId="{AD5F0708-A38C-897F-E728-956D33866064}"/>
          </ac:spMkLst>
        </pc:spChg>
        <pc:graphicFrameChg chg="del">
          <ac:chgData name="Naimish Vadodariya" userId="d2e325c0593a319e" providerId="LiveId" clId="{E1748CB8-6BF5-4F7F-80E7-7DC838247FE4}" dt="2026-09-10T07:22:53.750" v="2394" actId="478"/>
          <ac:graphicFrameMkLst>
            <pc:docMk/>
            <pc:sldMk cId="3761707059" sldId="692"/>
            <ac:graphicFrameMk id="7" creationId="{A693C016-88C5-769C-56AB-4E024D825461}"/>
          </ac:graphicFrameMkLst>
        </pc:graphicFrameChg>
      </pc:sldChg>
      <pc:sldChg chg="addSp delSp modSp new mod modAnim">
        <pc:chgData name="Naimish Vadodariya" userId="d2e325c0593a319e" providerId="LiveId" clId="{E1748CB8-6BF5-4F7F-80E7-7DC838247FE4}" dt="2026-09-11T03:49:07.144" v="3210"/>
        <pc:sldMkLst>
          <pc:docMk/>
          <pc:sldMk cId="1505584709" sldId="693"/>
        </pc:sldMkLst>
        <pc:spChg chg="mod">
          <ac:chgData name="Naimish Vadodariya" userId="d2e325c0593a319e" providerId="LiveId" clId="{E1748CB8-6BF5-4F7F-80E7-7DC838247FE4}" dt="2026-09-11T02:26:13.182" v="2562" actId="20577"/>
          <ac:spMkLst>
            <pc:docMk/>
            <pc:sldMk cId="1505584709" sldId="693"/>
            <ac:spMk id="2" creationId="{7EEC5C84-978A-DE86-85E3-3B1839948F18}"/>
          </ac:spMkLst>
        </pc:spChg>
        <pc:spChg chg="mod">
          <ac:chgData name="Naimish Vadodariya" userId="d2e325c0593a319e" providerId="LiveId" clId="{E1748CB8-6BF5-4F7F-80E7-7DC838247FE4}" dt="2026-09-10T08:24:42.077" v="2547" actId="20577"/>
          <ac:spMkLst>
            <pc:docMk/>
            <pc:sldMk cId="1505584709" sldId="693"/>
            <ac:spMk id="3" creationId="{F2B4500D-27DF-7A47-E479-5B22E833BA0C}"/>
          </ac:spMkLst>
        </pc:spChg>
        <pc:spChg chg="add mod">
          <ac:chgData name="Naimish Vadodariya" userId="d2e325c0593a319e" providerId="LiveId" clId="{E1748CB8-6BF5-4F7F-80E7-7DC838247FE4}" dt="2026-09-11T02:34:29.905" v="2619" actId="1037"/>
          <ac:spMkLst>
            <pc:docMk/>
            <pc:sldMk cId="1505584709" sldId="693"/>
            <ac:spMk id="4" creationId="{4CC07376-6850-EC39-C0B9-8CE8ABC3DF2A}"/>
          </ac:spMkLst>
        </pc:spChg>
        <pc:spChg chg="add mod">
          <ac:chgData name="Naimish Vadodariya" userId="d2e325c0593a319e" providerId="LiveId" clId="{E1748CB8-6BF5-4F7F-80E7-7DC838247FE4}" dt="2026-09-11T02:31:01.148" v="2603" actId="1582"/>
          <ac:spMkLst>
            <pc:docMk/>
            <pc:sldMk cId="1505584709" sldId="693"/>
            <ac:spMk id="9" creationId="{8557B76B-438D-9ACE-C4B6-69CEF0A53D27}"/>
          </ac:spMkLst>
        </pc:spChg>
        <pc:spChg chg="add mod">
          <ac:chgData name="Naimish Vadodariya" userId="d2e325c0593a319e" providerId="LiveId" clId="{E1748CB8-6BF5-4F7F-80E7-7DC838247FE4}" dt="2026-09-11T02:36:02.147" v="2625" actId="14100"/>
          <ac:spMkLst>
            <pc:docMk/>
            <pc:sldMk cId="1505584709" sldId="693"/>
            <ac:spMk id="11" creationId="{1F117C85-0A7C-DE36-A3A7-4C21BE4D8959}"/>
          </ac:spMkLst>
        </pc:spChg>
        <pc:spChg chg="add mod">
          <ac:chgData name="Naimish Vadodariya" userId="d2e325c0593a319e" providerId="LiveId" clId="{E1748CB8-6BF5-4F7F-80E7-7DC838247FE4}" dt="2026-09-11T02:35:01.781" v="2624" actId="14100"/>
          <ac:spMkLst>
            <pc:docMk/>
            <pc:sldMk cId="1505584709" sldId="693"/>
            <ac:spMk id="15" creationId="{0BF18683-A590-EBD6-4332-0AA2153870A0}"/>
          </ac:spMkLst>
        </pc:spChg>
        <pc:spChg chg="add mod">
          <ac:chgData name="Naimish Vadodariya" userId="d2e325c0593a319e" providerId="LiveId" clId="{E1748CB8-6BF5-4F7F-80E7-7DC838247FE4}" dt="2026-09-11T02:36:12.514" v="2627" actId="1076"/>
          <ac:spMkLst>
            <pc:docMk/>
            <pc:sldMk cId="1505584709" sldId="693"/>
            <ac:spMk id="17" creationId="{0622953B-6076-137E-BD53-387F4C457422}"/>
          </ac:spMkLst>
        </pc:spChg>
        <pc:spChg chg="add mod">
          <ac:chgData name="Naimish Vadodariya" userId="d2e325c0593a319e" providerId="LiveId" clId="{E1748CB8-6BF5-4F7F-80E7-7DC838247FE4}" dt="2026-09-11T03:48:55.131" v="3209" actId="1036"/>
          <ac:spMkLst>
            <pc:docMk/>
            <pc:sldMk cId="1505584709" sldId="693"/>
            <ac:spMk id="18" creationId="{51690C63-C88F-35CA-D097-A126AAC4CCB5}"/>
          </ac:spMkLst>
        </pc:spChg>
        <pc:spChg chg="add mod">
          <ac:chgData name="Naimish Vadodariya" userId="d2e325c0593a319e" providerId="LiveId" clId="{E1748CB8-6BF5-4F7F-80E7-7DC838247FE4}" dt="2026-09-11T03:48:55.131" v="3209" actId="1036"/>
          <ac:spMkLst>
            <pc:docMk/>
            <pc:sldMk cId="1505584709" sldId="693"/>
            <ac:spMk id="19" creationId="{19B8F2D6-20F8-1BE8-72AA-3582351AB858}"/>
          </ac:spMkLst>
        </pc:spChg>
        <pc:picChg chg="add del mod">
          <ac:chgData name="Naimish Vadodariya" userId="d2e325c0593a319e" providerId="LiveId" clId="{E1748CB8-6BF5-4F7F-80E7-7DC838247FE4}" dt="2026-09-11T02:30:13.891" v="2596" actId="478"/>
          <ac:picMkLst>
            <pc:docMk/>
            <pc:sldMk cId="1505584709" sldId="693"/>
            <ac:picMk id="6" creationId="{3BB7A2B6-C330-A66A-F631-696E2E8B80D8}"/>
          </ac:picMkLst>
        </pc:picChg>
        <pc:picChg chg="add mod">
          <ac:chgData name="Naimish Vadodariya" userId="d2e325c0593a319e" providerId="LiveId" clId="{E1748CB8-6BF5-4F7F-80E7-7DC838247FE4}" dt="2026-09-11T02:30:23.949" v="2599" actId="1076"/>
          <ac:picMkLst>
            <pc:docMk/>
            <pc:sldMk cId="1505584709" sldId="693"/>
            <ac:picMk id="8" creationId="{1193F9AF-B656-A43B-7E2B-8E3F9D5FB6CF}"/>
          </ac:picMkLst>
        </pc:picChg>
        <pc:picChg chg="add mod">
          <ac:chgData name="Naimish Vadodariya" userId="d2e325c0593a319e" providerId="LiveId" clId="{E1748CB8-6BF5-4F7F-80E7-7DC838247FE4}" dt="2026-09-11T02:34:37.711" v="2620" actId="1076"/>
          <ac:picMkLst>
            <pc:docMk/>
            <pc:sldMk cId="1505584709" sldId="693"/>
            <ac:picMk id="13" creationId="{9B857FB1-0B46-3751-EA71-6755EB2A7BE2}"/>
          </ac:picMkLst>
        </pc:picChg>
      </pc:sldChg>
      <pc:sldChg chg="addSp delSp modSp new mod modAnim">
        <pc:chgData name="Naimish Vadodariya" userId="d2e325c0593a319e" providerId="LiveId" clId="{E1748CB8-6BF5-4F7F-80E7-7DC838247FE4}" dt="2026-09-11T02:41:35.515" v="2682"/>
        <pc:sldMkLst>
          <pc:docMk/>
          <pc:sldMk cId="727638114" sldId="694"/>
        </pc:sldMkLst>
        <pc:spChg chg="del">
          <ac:chgData name="Naimish Vadodariya" userId="d2e325c0593a319e" providerId="LiveId" clId="{E1748CB8-6BF5-4F7F-80E7-7DC838247FE4}" dt="2026-09-11T02:37:19.491" v="2639" actId="478"/>
          <ac:spMkLst>
            <pc:docMk/>
            <pc:sldMk cId="727638114" sldId="694"/>
            <ac:spMk id="2" creationId="{3531DB18-5536-16FA-63D1-B00B72898633}"/>
          </ac:spMkLst>
        </pc:spChg>
        <pc:spChg chg="mod">
          <ac:chgData name="Naimish Vadodariya" userId="d2e325c0593a319e" providerId="LiveId" clId="{E1748CB8-6BF5-4F7F-80E7-7DC838247FE4}" dt="2026-09-11T02:37:10.736" v="2637"/>
          <ac:spMkLst>
            <pc:docMk/>
            <pc:sldMk cId="727638114" sldId="694"/>
            <ac:spMk id="3" creationId="{AB21C2BC-8DB9-2E54-EFF0-4FC28B7A6457}"/>
          </ac:spMkLst>
        </pc:spChg>
        <pc:spChg chg="add mod">
          <ac:chgData name="Naimish Vadodariya" userId="d2e325c0593a319e" providerId="LiveId" clId="{E1748CB8-6BF5-4F7F-80E7-7DC838247FE4}" dt="2026-09-11T02:37:16.482" v="2638"/>
          <ac:spMkLst>
            <pc:docMk/>
            <pc:sldMk cId="727638114" sldId="694"/>
            <ac:spMk id="4" creationId="{1D40624C-DAAE-C9E7-3364-12448E25CB86}"/>
          </ac:spMkLst>
        </pc:spChg>
        <pc:spChg chg="add mod">
          <ac:chgData name="Naimish Vadodariya" userId="d2e325c0593a319e" providerId="LiveId" clId="{E1748CB8-6BF5-4F7F-80E7-7DC838247FE4}" dt="2026-09-11T02:37:31.134" v="2640"/>
          <ac:spMkLst>
            <pc:docMk/>
            <pc:sldMk cId="727638114" sldId="694"/>
            <ac:spMk id="6" creationId="{D7656221-8F25-D684-CBD9-C25EE9554D30}"/>
          </ac:spMkLst>
        </pc:spChg>
        <pc:spChg chg="add mod">
          <ac:chgData name="Naimish Vadodariya" userId="d2e325c0593a319e" providerId="LiveId" clId="{E1748CB8-6BF5-4F7F-80E7-7DC838247FE4}" dt="2026-09-11T02:37:31.134" v="2640"/>
          <ac:spMkLst>
            <pc:docMk/>
            <pc:sldMk cId="727638114" sldId="694"/>
            <ac:spMk id="7" creationId="{E21E213E-896E-356B-FB42-A3AEEC9CF245}"/>
          </ac:spMkLst>
        </pc:spChg>
        <pc:spChg chg="add mod">
          <ac:chgData name="Naimish Vadodariya" userId="d2e325c0593a319e" providerId="LiveId" clId="{E1748CB8-6BF5-4F7F-80E7-7DC838247FE4}" dt="2026-09-11T02:40:23.937" v="2675" actId="113"/>
          <ac:spMkLst>
            <pc:docMk/>
            <pc:sldMk cId="727638114" sldId="694"/>
            <ac:spMk id="12" creationId="{6B52E058-4034-681B-0685-0A9447255DA3}"/>
          </ac:spMkLst>
        </pc:spChg>
        <pc:spChg chg="add mod">
          <ac:chgData name="Naimish Vadodariya" userId="d2e325c0593a319e" providerId="LiveId" clId="{E1748CB8-6BF5-4F7F-80E7-7DC838247FE4}" dt="2026-09-11T02:40:27.492" v="2677" actId="113"/>
          <ac:spMkLst>
            <pc:docMk/>
            <pc:sldMk cId="727638114" sldId="694"/>
            <ac:spMk id="14" creationId="{7BBD33B5-18B8-5C33-EA7A-40D19410725D}"/>
          </ac:spMkLst>
        </pc:spChg>
        <pc:spChg chg="add mod">
          <ac:chgData name="Naimish Vadodariya" userId="d2e325c0593a319e" providerId="LiveId" clId="{E1748CB8-6BF5-4F7F-80E7-7DC838247FE4}" dt="2026-09-11T02:40:30.795" v="2679" actId="207"/>
          <ac:spMkLst>
            <pc:docMk/>
            <pc:sldMk cId="727638114" sldId="694"/>
            <ac:spMk id="16" creationId="{D509393E-3C20-8CC3-9C61-5ACCEA196F6B}"/>
          </ac:spMkLst>
        </pc:spChg>
        <pc:picChg chg="add mod">
          <ac:chgData name="Naimish Vadodariya" userId="d2e325c0593a319e" providerId="LiveId" clId="{E1748CB8-6BF5-4F7F-80E7-7DC838247FE4}" dt="2026-09-11T02:37:31.134" v="2640"/>
          <ac:picMkLst>
            <pc:docMk/>
            <pc:sldMk cId="727638114" sldId="694"/>
            <ac:picMk id="5" creationId="{C53F1582-D3D2-0F94-C705-D3283565D40C}"/>
          </ac:picMkLst>
        </pc:picChg>
        <pc:cxnChg chg="add mod">
          <ac:chgData name="Naimish Vadodariya" userId="d2e325c0593a319e" providerId="LiveId" clId="{E1748CB8-6BF5-4F7F-80E7-7DC838247FE4}" dt="2026-09-11T02:38:58.632" v="2650" actId="1076"/>
          <ac:cxnSpMkLst>
            <pc:docMk/>
            <pc:sldMk cId="727638114" sldId="694"/>
            <ac:cxnSpMk id="9" creationId="{548D861E-F8F9-1896-5847-F3DFEBC48F7F}"/>
          </ac:cxnSpMkLst>
        </pc:cxnChg>
        <pc:cxnChg chg="add mod">
          <ac:chgData name="Naimish Vadodariya" userId="d2e325c0593a319e" providerId="LiveId" clId="{E1748CB8-6BF5-4F7F-80E7-7DC838247FE4}" dt="2026-09-11T02:38:58.632" v="2650" actId="1076"/>
          <ac:cxnSpMkLst>
            <pc:docMk/>
            <pc:sldMk cId="727638114" sldId="694"/>
            <ac:cxnSpMk id="10" creationId="{52FDBCC5-120D-A655-FEB1-BA93EC476C5B}"/>
          </ac:cxnSpMkLst>
        </pc:cxnChg>
        <pc:cxnChg chg="add mod">
          <ac:chgData name="Naimish Vadodariya" userId="d2e325c0593a319e" providerId="LiveId" clId="{E1748CB8-6BF5-4F7F-80E7-7DC838247FE4}" dt="2026-09-11T02:38:52.368" v="2649" actId="1076"/>
          <ac:cxnSpMkLst>
            <pc:docMk/>
            <pc:sldMk cId="727638114" sldId="694"/>
            <ac:cxnSpMk id="11" creationId="{24E58E8D-02EA-095C-BC58-4A99D4C7FB66}"/>
          </ac:cxnSpMkLst>
        </pc:cxnChg>
      </pc:sldChg>
      <pc:sldChg chg="modSp add mod">
        <pc:chgData name="Naimish Vadodariya" userId="d2e325c0593a319e" providerId="LiveId" clId="{E1748CB8-6BF5-4F7F-80E7-7DC838247FE4}" dt="2026-09-11T02:47:52.293" v="2711" actId="20577"/>
        <pc:sldMkLst>
          <pc:docMk/>
          <pc:sldMk cId="3267592783" sldId="695"/>
        </pc:sldMkLst>
        <pc:spChg chg="mod">
          <ac:chgData name="Naimish Vadodariya" userId="d2e325c0593a319e" providerId="LiveId" clId="{E1748CB8-6BF5-4F7F-80E7-7DC838247FE4}" dt="2026-09-11T02:47:49.623" v="2710"/>
          <ac:spMkLst>
            <pc:docMk/>
            <pc:sldMk cId="3267592783" sldId="695"/>
            <ac:spMk id="4" creationId="{9C667190-9F0A-1039-DF31-C93FF3A5D78B}"/>
          </ac:spMkLst>
        </pc:spChg>
        <pc:spChg chg="mod">
          <ac:chgData name="Naimish Vadodariya" userId="d2e325c0593a319e" providerId="LiveId" clId="{E1748CB8-6BF5-4F7F-80E7-7DC838247FE4}" dt="2026-09-11T02:47:52.293" v="2711" actId="20577"/>
          <ac:spMkLst>
            <pc:docMk/>
            <pc:sldMk cId="3267592783" sldId="695"/>
            <ac:spMk id="5" creationId="{7E6026C4-EA43-4EFA-DE2F-2E83F7C7775C}"/>
          </ac:spMkLst>
        </pc:spChg>
      </pc:sldChg>
      <pc:sldChg chg="modSp new del mod">
        <pc:chgData name="Naimish Vadodariya" userId="d2e325c0593a319e" providerId="LiveId" clId="{E1748CB8-6BF5-4F7F-80E7-7DC838247FE4}" dt="2026-09-11T02:55:34.595" v="2922" actId="2696"/>
        <pc:sldMkLst>
          <pc:docMk/>
          <pc:sldMk cId="1520726327" sldId="696"/>
        </pc:sldMkLst>
        <pc:spChg chg="mod">
          <ac:chgData name="Naimish Vadodariya" userId="d2e325c0593a319e" providerId="LiveId" clId="{E1748CB8-6BF5-4F7F-80E7-7DC838247FE4}" dt="2026-09-11T02:54:40.953" v="2918" actId="15"/>
          <ac:spMkLst>
            <pc:docMk/>
            <pc:sldMk cId="1520726327" sldId="696"/>
            <ac:spMk id="2" creationId="{31201C3D-D287-057A-4139-1F11452B5592}"/>
          </ac:spMkLst>
        </pc:spChg>
        <pc:spChg chg="mod">
          <ac:chgData name="Naimish Vadodariya" userId="d2e325c0593a319e" providerId="LiveId" clId="{E1748CB8-6BF5-4F7F-80E7-7DC838247FE4}" dt="2026-09-11T02:48:39.515" v="2716"/>
          <ac:spMkLst>
            <pc:docMk/>
            <pc:sldMk cId="1520726327" sldId="696"/>
            <ac:spMk id="3" creationId="{6A967C4E-ABAA-1B7E-BDDD-ED868583D158}"/>
          </ac:spMkLst>
        </pc:spChg>
      </pc:sldChg>
      <pc:sldChg chg="new del">
        <pc:chgData name="Naimish Vadodariya" userId="d2e325c0593a319e" providerId="LiveId" clId="{E1748CB8-6BF5-4F7F-80E7-7DC838247FE4}" dt="2026-09-11T02:48:00.650" v="2713" actId="680"/>
        <pc:sldMkLst>
          <pc:docMk/>
          <pc:sldMk cId="2562703309" sldId="696"/>
        </pc:sldMkLst>
      </pc:sldChg>
      <pc:sldChg chg="addSp delSp modSp new mod modAnim">
        <pc:chgData name="Naimish Vadodariya" userId="d2e325c0593a319e" providerId="LiveId" clId="{E1748CB8-6BF5-4F7F-80E7-7DC838247FE4}" dt="2026-09-11T03:40:54.286" v="3170" actId="14100"/>
        <pc:sldMkLst>
          <pc:docMk/>
          <pc:sldMk cId="1567117163" sldId="697"/>
        </pc:sldMkLst>
        <pc:spChg chg="mod">
          <ac:chgData name="Naimish Vadodariya" userId="d2e325c0593a319e" providerId="LiveId" clId="{E1748CB8-6BF5-4F7F-80E7-7DC838247FE4}" dt="2026-09-11T03:07:03.754" v="2936" actId="20577"/>
          <ac:spMkLst>
            <pc:docMk/>
            <pc:sldMk cId="1567117163" sldId="697"/>
            <ac:spMk id="2" creationId="{0672695B-045B-7DBE-755F-50C85E8BA53C}"/>
          </ac:spMkLst>
        </pc:spChg>
        <pc:spChg chg="mod">
          <ac:chgData name="Naimish Vadodariya" userId="d2e325c0593a319e" providerId="LiveId" clId="{E1748CB8-6BF5-4F7F-80E7-7DC838247FE4}" dt="2026-09-11T03:22:10.964" v="3032" actId="20577"/>
          <ac:spMkLst>
            <pc:docMk/>
            <pc:sldMk cId="1567117163" sldId="697"/>
            <ac:spMk id="3" creationId="{4E2DC7DD-C258-508C-0DEA-370DB4E44CB1}"/>
          </ac:spMkLst>
        </pc:spChg>
        <pc:spChg chg="add mod">
          <ac:chgData name="Naimish Vadodariya" userId="d2e325c0593a319e" providerId="LiveId" clId="{E1748CB8-6BF5-4F7F-80E7-7DC838247FE4}" dt="2026-09-11T03:40:26.122" v="3164" actId="1076"/>
          <ac:spMkLst>
            <pc:docMk/>
            <pc:sldMk cId="1567117163" sldId="697"/>
            <ac:spMk id="5" creationId="{290FC688-564B-1D03-0BBF-C70EEFBA33F9}"/>
          </ac:spMkLst>
        </pc:spChg>
        <pc:spChg chg="add del mod">
          <ac:chgData name="Naimish Vadodariya" userId="d2e325c0593a319e" providerId="LiveId" clId="{E1748CB8-6BF5-4F7F-80E7-7DC838247FE4}" dt="2026-09-11T03:22:45.277" v="3039" actId="478"/>
          <ac:spMkLst>
            <pc:docMk/>
            <pc:sldMk cId="1567117163" sldId="697"/>
            <ac:spMk id="7" creationId="{7F37C3A4-CBAF-DF02-D9DA-786C442D4119}"/>
          </ac:spMkLst>
        </pc:spChg>
        <pc:graphicFrameChg chg="add mod modGraphic">
          <ac:chgData name="Naimish Vadodariya" userId="d2e325c0593a319e" providerId="LiveId" clId="{E1748CB8-6BF5-4F7F-80E7-7DC838247FE4}" dt="2026-09-11T03:08:42.348" v="2972"/>
          <ac:graphicFrameMkLst>
            <pc:docMk/>
            <pc:sldMk cId="1567117163" sldId="697"/>
            <ac:graphicFrameMk id="4" creationId="{01F0169E-CE56-AEAD-6F5B-8C6BA0DA6BF5}"/>
          </ac:graphicFrameMkLst>
        </pc:graphicFrameChg>
        <pc:picChg chg="add mod">
          <ac:chgData name="Naimish Vadodariya" userId="d2e325c0593a319e" providerId="LiveId" clId="{E1748CB8-6BF5-4F7F-80E7-7DC838247FE4}" dt="2026-09-11T03:40:54.286" v="3170" actId="14100"/>
          <ac:picMkLst>
            <pc:docMk/>
            <pc:sldMk cId="1567117163" sldId="697"/>
            <ac:picMk id="9" creationId="{6F6F3CA8-330E-9BEC-137F-07665F3F0DF8}"/>
          </ac:picMkLst>
        </pc:picChg>
      </pc:sldChg>
      <pc:sldChg chg="modSp new mod addAnim delAnim modAnim">
        <pc:chgData name="Naimish Vadodariya" userId="d2e325c0593a319e" providerId="LiveId" clId="{E1748CB8-6BF5-4F7F-80E7-7DC838247FE4}" dt="2026-09-11T03:50:45.998" v="3215" actId="207"/>
        <pc:sldMkLst>
          <pc:docMk/>
          <pc:sldMk cId="1033771005" sldId="698"/>
        </pc:sldMkLst>
        <pc:spChg chg="mod">
          <ac:chgData name="Naimish Vadodariya" userId="d2e325c0593a319e" providerId="LiveId" clId="{E1748CB8-6BF5-4F7F-80E7-7DC838247FE4}" dt="2026-09-11T02:55:28.464" v="2921"/>
          <ac:spMkLst>
            <pc:docMk/>
            <pc:sldMk cId="1033771005" sldId="698"/>
            <ac:spMk id="2" creationId="{AE29672A-B1D3-C227-051E-2BB0E7EE06FE}"/>
          </ac:spMkLst>
        </pc:spChg>
        <pc:spChg chg="mod">
          <ac:chgData name="Naimish Vadodariya" userId="d2e325c0593a319e" providerId="LiveId" clId="{E1748CB8-6BF5-4F7F-80E7-7DC838247FE4}" dt="2026-09-11T03:50:45.998" v="3215" actId="207"/>
          <ac:spMkLst>
            <pc:docMk/>
            <pc:sldMk cId="1033771005" sldId="698"/>
            <ac:spMk id="3" creationId="{FA983FF2-314B-7A82-0673-7977BB633A4D}"/>
          </ac:spMkLst>
        </pc:spChg>
      </pc:sldChg>
      <pc:sldChg chg="addSp delSp modSp new mod modAnim">
        <pc:chgData name="Naimish Vadodariya" userId="d2e325c0593a319e" providerId="LiveId" clId="{E1748CB8-6BF5-4F7F-80E7-7DC838247FE4}" dt="2026-09-11T04:00:49.119" v="3239"/>
        <pc:sldMkLst>
          <pc:docMk/>
          <pc:sldMk cId="4258199670" sldId="699"/>
        </pc:sldMkLst>
        <pc:spChg chg="del">
          <ac:chgData name="Naimish Vadodariya" userId="d2e325c0593a319e" providerId="LiveId" clId="{E1748CB8-6BF5-4F7F-80E7-7DC838247FE4}" dt="2026-09-11T03:28:22.770" v="3060"/>
          <ac:spMkLst>
            <pc:docMk/>
            <pc:sldMk cId="4258199670" sldId="699"/>
            <ac:spMk id="2" creationId="{4E7CE8BC-3541-8329-132A-4855079E6CC1}"/>
          </ac:spMkLst>
        </pc:spChg>
        <pc:spChg chg="add mod">
          <ac:chgData name="Naimish Vadodariya" userId="d2e325c0593a319e" providerId="LiveId" clId="{E1748CB8-6BF5-4F7F-80E7-7DC838247FE4}" dt="2026-09-11T03:58:03.457" v="3229" actId="14100"/>
          <ac:spMkLst>
            <pc:docMk/>
            <pc:sldMk cId="4258199670" sldId="699"/>
            <ac:spMk id="2" creationId="{B9F30D27-657D-4FE8-A247-E029CF795CF7}"/>
          </ac:spMkLst>
        </pc:spChg>
        <pc:spChg chg="mod">
          <ac:chgData name="Naimish Vadodariya" userId="d2e325c0593a319e" providerId="LiveId" clId="{E1748CB8-6BF5-4F7F-80E7-7DC838247FE4}" dt="2026-09-11T03:28:02.194" v="3058" actId="20577"/>
          <ac:spMkLst>
            <pc:docMk/>
            <pc:sldMk cId="4258199670" sldId="699"/>
            <ac:spMk id="3" creationId="{C03201F7-EE5C-D532-F298-EE159415BA25}"/>
          </ac:spMkLst>
        </pc:spChg>
        <pc:spChg chg="add del">
          <ac:chgData name="Naimish Vadodariya" userId="d2e325c0593a319e" providerId="LiveId" clId="{E1748CB8-6BF5-4F7F-80E7-7DC838247FE4}" dt="2026-09-11T03:54:21.939" v="3223" actId="22"/>
          <ac:spMkLst>
            <pc:docMk/>
            <pc:sldMk cId="4258199670" sldId="699"/>
            <ac:spMk id="6" creationId="{65214AD3-1C40-EF3C-679D-9A8047B5F351}"/>
          </ac:spMkLst>
        </pc:spChg>
        <pc:spChg chg="add del mod">
          <ac:chgData name="Naimish Vadodariya" userId="d2e325c0593a319e" providerId="LiveId" clId="{E1748CB8-6BF5-4F7F-80E7-7DC838247FE4}" dt="2026-09-11T03:54:36.995" v="3228"/>
          <ac:spMkLst>
            <pc:docMk/>
            <pc:sldMk cId="4258199670" sldId="699"/>
            <ac:spMk id="7" creationId="{BA97E55C-362B-DEED-D7FE-6548B1AD4DD4}"/>
          </ac:spMkLst>
        </pc:spChg>
        <pc:picChg chg="add mod ord">
          <ac:chgData name="Naimish Vadodariya" userId="d2e325c0593a319e" providerId="LiveId" clId="{E1748CB8-6BF5-4F7F-80E7-7DC838247FE4}" dt="2026-09-11T03:53:35.951" v="3216" actId="1076"/>
          <ac:picMkLst>
            <pc:docMk/>
            <pc:sldMk cId="4258199670" sldId="699"/>
            <ac:picMk id="5" creationId="{D789F935-80CC-6AA2-7342-A1C8CF34A8E4}"/>
          </ac:picMkLst>
        </pc:picChg>
        <pc:picChg chg="add mod modCrop">
          <ac:chgData name="Naimish Vadodariya" userId="d2e325c0593a319e" providerId="LiveId" clId="{E1748CB8-6BF5-4F7F-80E7-7DC838247FE4}" dt="2026-09-11T04:00:30.103" v="3236" actId="1076"/>
          <ac:picMkLst>
            <pc:docMk/>
            <pc:sldMk cId="4258199670" sldId="699"/>
            <ac:picMk id="9" creationId="{0CCE75A1-13AF-8C03-0B8C-9ED8EB06B05E}"/>
          </ac:picMkLst>
        </pc:picChg>
      </pc:sldChg>
      <pc:sldMasterChg chg="modSldLayout">
        <pc:chgData name="Naimish Vadodariya" userId="d2e325c0593a319e" providerId="LiveId" clId="{E1748CB8-6BF5-4F7F-80E7-7DC838247FE4}" dt="2026-09-01T05:08:15.305" v="18"/>
        <pc:sldMasterMkLst>
          <pc:docMk/>
          <pc:sldMasterMk cId="791954662" sldId="2147483648"/>
        </pc:sldMasterMkLst>
        <pc:sldLayoutChg chg="modSp mod">
          <pc:chgData name="Naimish Vadodariya" userId="d2e325c0593a319e" providerId="LiveId" clId="{E1748CB8-6BF5-4F7F-80E7-7DC838247FE4}" dt="2026-09-01T05:08:15.305" v="18"/>
          <pc:sldLayoutMkLst>
            <pc:docMk/>
            <pc:sldMasterMk cId="791954662" sldId="2147483648"/>
            <pc:sldLayoutMk cId="4202761244" sldId="2147483687"/>
          </pc:sldLayoutMkLst>
          <pc:spChg chg="mod">
            <ac:chgData name="Naimish Vadodariya" userId="d2e325c0593a319e" providerId="LiveId" clId="{E1748CB8-6BF5-4F7F-80E7-7DC838247FE4}" dt="2026-09-01T05:08:15.305" v="18"/>
            <ac:spMkLst>
              <pc:docMk/>
              <pc:sldMasterMk cId="791954662" sldId="2147483648"/>
              <pc:sldLayoutMk cId="4202761244" sldId="2147483687"/>
              <ac:spMk id="22" creationId="{BF2BE79E-EA17-4AB9-8CB5-714A52A6B2F5}"/>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6_2#1">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E2A9C2-BE22-4553-978E-1F9FFBC09886}" type="doc">
      <dgm:prSet loTypeId="urn:microsoft.com/office/officeart/2005/8/layout/hProcess4" loCatId="process" qsTypeId="urn:microsoft.com/office/officeart/2005/8/quickstyle/simple1#1" qsCatId="simple" csTypeId="urn:microsoft.com/office/officeart/2005/8/colors/accent6_2#1" csCatId="accent6" phldr="1"/>
      <dgm:spPr/>
      <dgm:t>
        <a:bodyPr/>
        <a:lstStyle/>
        <a:p>
          <a:endParaRPr lang="en-IN"/>
        </a:p>
      </dgm:t>
    </dgm:pt>
    <dgm:pt modelId="{4E4110B7-B063-4957-9D75-1F4459536564}">
      <dgm:prSet phldrT="[Text]"/>
      <dgm:spPr/>
      <dgm:t>
        <a:bodyPr/>
        <a:lstStyle/>
        <a:p>
          <a:r>
            <a:rPr lang="en-US" dirty="0"/>
            <a:t>Authentication</a:t>
          </a:r>
          <a:endParaRPr lang="en-IN" dirty="0"/>
        </a:p>
      </dgm:t>
    </dgm:pt>
    <dgm:pt modelId="{98561848-BCD5-4D02-AFC6-6480951ADF4F}" type="parTrans" cxnId="{70F416E9-9004-4A9E-9CF3-DB53EDA057A0}">
      <dgm:prSet/>
      <dgm:spPr/>
      <dgm:t>
        <a:bodyPr/>
        <a:lstStyle/>
        <a:p>
          <a:endParaRPr lang="en-IN"/>
        </a:p>
      </dgm:t>
    </dgm:pt>
    <dgm:pt modelId="{0FCB9537-D859-4E53-9DDF-70191518658E}" type="sibTrans" cxnId="{70F416E9-9004-4A9E-9CF3-DB53EDA057A0}">
      <dgm:prSet/>
      <dgm:spPr/>
      <dgm:t>
        <a:bodyPr/>
        <a:lstStyle/>
        <a:p>
          <a:endParaRPr lang="en-IN"/>
        </a:p>
      </dgm:t>
    </dgm:pt>
    <dgm:pt modelId="{829C55B0-066C-4F90-8900-DED9A2CA3EDA}">
      <dgm:prSet phldrT="[Text]" custT="1"/>
      <dgm:spPr/>
      <dgm:t>
        <a:bodyPr/>
        <a:lstStyle/>
        <a:p>
          <a:pPr algn="ctr">
            <a:buNone/>
          </a:pPr>
          <a:endParaRPr lang="en-IN" sz="1200" dirty="0"/>
        </a:p>
      </dgm:t>
    </dgm:pt>
    <dgm:pt modelId="{3B97931A-C5FF-4DE7-83B1-0116F3D73AA5}" type="parTrans" cxnId="{3B84228C-B21C-4D8C-9D3F-66E1FECD2A3D}">
      <dgm:prSet/>
      <dgm:spPr/>
      <dgm:t>
        <a:bodyPr/>
        <a:lstStyle/>
        <a:p>
          <a:endParaRPr lang="en-IN"/>
        </a:p>
      </dgm:t>
    </dgm:pt>
    <dgm:pt modelId="{6F8D6DDA-3AD9-49FD-98AD-320815AF5F5A}" type="sibTrans" cxnId="{3B84228C-B21C-4D8C-9D3F-66E1FECD2A3D}">
      <dgm:prSet/>
      <dgm:spPr/>
      <dgm:t>
        <a:bodyPr/>
        <a:lstStyle/>
        <a:p>
          <a:endParaRPr lang="en-IN"/>
        </a:p>
      </dgm:t>
    </dgm:pt>
    <dgm:pt modelId="{060AD57D-1886-44B2-82B8-03C0A5739843}">
      <dgm:prSet phldrT="[Text]"/>
      <dgm:spPr/>
      <dgm:t>
        <a:bodyPr/>
        <a:lstStyle/>
        <a:p>
          <a:r>
            <a:rPr lang="en-US" dirty="0"/>
            <a:t>Decision</a:t>
          </a:r>
          <a:endParaRPr lang="en-IN" dirty="0"/>
        </a:p>
      </dgm:t>
    </dgm:pt>
    <dgm:pt modelId="{6D8F9645-983C-49E5-B602-569C716A397A}" type="parTrans" cxnId="{C67B39BC-BFB6-4357-BBD5-52A54A876BAF}">
      <dgm:prSet/>
      <dgm:spPr/>
      <dgm:t>
        <a:bodyPr/>
        <a:lstStyle/>
        <a:p>
          <a:endParaRPr lang="en-IN"/>
        </a:p>
      </dgm:t>
    </dgm:pt>
    <dgm:pt modelId="{6F9315D3-22C5-4DCC-BFC9-31ED048B8188}" type="sibTrans" cxnId="{C67B39BC-BFB6-4357-BBD5-52A54A876BAF}">
      <dgm:prSet/>
      <dgm:spPr/>
      <dgm:t>
        <a:bodyPr/>
        <a:lstStyle/>
        <a:p>
          <a:endParaRPr lang="en-IN"/>
        </a:p>
      </dgm:t>
    </dgm:pt>
    <dgm:pt modelId="{B4672DED-CD78-4421-9476-4F9C7680BF7F}">
      <dgm:prSet phldrT="[Text]" custT="1"/>
      <dgm:spPr/>
      <dgm:t>
        <a:bodyPr/>
        <a:lstStyle/>
        <a:p>
          <a:pPr algn="ctr">
            <a:buNone/>
          </a:pPr>
          <a:r>
            <a:rPr lang="en-US" sz="1200" dirty="0"/>
            <a:t>The middleware uses the attributes (like [Authorize]) or policies defined for that resource to determine if the user's roles or claims meet the requirements</a:t>
          </a:r>
          <a:endParaRPr lang="en-IN" sz="1200" dirty="0"/>
        </a:p>
      </dgm:t>
    </dgm:pt>
    <dgm:pt modelId="{627C19DD-35E2-4592-9758-E0016B4AA20B}" type="parTrans" cxnId="{296178DE-3C23-4E00-98D4-6A65ED86131C}">
      <dgm:prSet/>
      <dgm:spPr/>
      <dgm:t>
        <a:bodyPr/>
        <a:lstStyle/>
        <a:p>
          <a:endParaRPr lang="en-IN"/>
        </a:p>
      </dgm:t>
    </dgm:pt>
    <dgm:pt modelId="{6AEBD4B6-590C-4021-9DD2-0BD94D5AF72C}" type="sibTrans" cxnId="{296178DE-3C23-4E00-98D4-6A65ED86131C}">
      <dgm:prSet/>
      <dgm:spPr/>
      <dgm:t>
        <a:bodyPr/>
        <a:lstStyle/>
        <a:p>
          <a:endParaRPr lang="en-IN"/>
        </a:p>
      </dgm:t>
    </dgm:pt>
    <dgm:pt modelId="{FA4089FC-BDFD-40DD-8007-78F34708F5EB}">
      <dgm:prSet phldrT="[Text]"/>
      <dgm:spPr/>
      <dgm:t>
        <a:bodyPr/>
        <a:lstStyle/>
        <a:p>
          <a:r>
            <a:rPr lang="en-US" dirty="0"/>
            <a:t>Access</a:t>
          </a:r>
          <a:endParaRPr lang="en-IN" dirty="0"/>
        </a:p>
      </dgm:t>
    </dgm:pt>
    <dgm:pt modelId="{245B0655-3F76-4677-9EA0-B6E10B5BDEA2}" type="parTrans" cxnId="{0FCFDA29-68EF-4997-AFEF-CAEED7F13E6E}">
      <dgm:prSet/>
      <dgm:spPr/>
      <dgm:t>
        <a:bodyPr/>
        <a:lstStyle/>
        <a:p>
          <a:endParaRPr lang="en-IN"/>
        </a:p>
      </dgm:t>
    </dgm:pt>
    <dgm:pt modelId="{E37A710F-2839-44E0-901A-13A1BF4F9D31}" type="sibTrans" cxnId="{0FCFDA29-68EF-4997-AFEF-CAEED7F13E6E}">
      <dgm:prSet/>
      <dgm:spPr/>
      <dgm:t>
        <a:bodyPr/>
        <a:lstStyle/>
        <a:p>
          <a:endParaRPr lang="en-IN"/>
        </a:p>
      </dgm:t>
    </dgm:pt>
    <dgm:pt modelId="{E3A70611-BDC6-4542-9B52-BB8B15847E3B}">
      <dgm:prSet phldrT="[Text]" phldr="0" custT="1"/>
      <dgm:spPr/>
      <dgm:t>
        <a:bodyPr/>
        <a:lstStyle/>
        <a:p>
          <a:pPr algn="ctr">
            <a:buNone/>
          </a:pPr>
          <a:r>
            <a:rPr lang="en-US" sz="1200" dirty="0"/>
            <a:t>If the requirements are met, the user is granted access. Otherwise, they are denied, and an HTTP 401 (Unauthorized) or 403 (forbidden) response is returned.</a:t>
          </a:r>
          <a:endParaRPr lang="en-IN" sz="1200" dirty="0"/>
        </a:p>
      </dgm:t>
    </dgm:pt>
    <dgm:pt modelId="{13204CC2-8F2C-43C1-8048-916BEDB77301}" type="parTrans" cxnId="{DE25B021-9C0E-434C-8612-65EE8FC4BCF6}">
      <dgm:prSet/>
      <dgm:spPr/>
      <dgm:t>
        <a:bodyPr/>
        <a:lstStyle/>
        <a:p>
          <a:endParaRPr lang="en-IN"/>
        </a:p>
      </dgm:t>
    </dgm:pt>
    <dgm:pt modelId="{A9286CAF-9D31-4B9A-B027-C4E414DB5A67}" type="sibTrans" cxnId="{DE25B021-9C0E-434C-8612-65EE8FC4BCF6}">
      <dgm:prSet/>
      <dgm:spPr/>
      <dgm:t>
        <a:bodyPr/>
        <a:lstStyle/>
        <a:p>
          <a:endParaRPr lang="en-IN"/>
        </a:p>
      </dgm:t>
    </dgm:pt>
    <dgm:pt modelId="{258690DB-177E-47DF-B580-80FB8865D62B}">
      <dgm:prSet phldrT="[Text]"/>
      <dgm:spPr/>
      <dgm:t>
        <a:bodyPr/>
        <a:lstStyle/>
        <a:p>
          <a:r>
            <a:rPr lang="en-US" dirty="0"/>
            <a:t>Claims Principal Creation</a:t>
          </a:r>
          <a:endParaRPr lang="en-IN" dirty="0"/>
        </a:p>
      </dgm:t>
    </dgm:pt>
    <dgm:pt modelId="{08B06BB9-1BA2-4CBA-82BB-F2B65C8339E7}" type="parTrans" cxnId="{21594F9E-A94C-48B1-B59D-3136779189D1}">
      <dgm:prSet/>
      <dgm:spPr/>
      <dgm:t>
        <a:bodyPr/>
        <a:lstStyle/>
        <a:p>
          <a:endParaRPr lang="en-IN"/>
        </a:p>
      </dgm:t>
    </dgm:pt>
    <dgm:pt modelId="{BDDA99E1-01C0-4EE6-92B2-122ABD970E26}" type="sibTrans" cxnId="{21594F9E-A94C-48B1-B59D-3136779189D1}">
      <dgm:prSet/>
      <dgm:spPr/>
      <dgm:t>
        <a:bodyPr/>
        <a:lstStyle/>
        <a:p>
          <a:endParaRPr lang="en-IN"/>
        </a:p>
      </dgm:t>
    </dgm:pt>
    <dgm:pt modelId="{21549ED7-B529-43B6-A69E-3866F9DEB43D}">
      <dgm:prSet phldrT="[Text]" custT="1"/>
      <dgm:spPr/>
      <dgm:t>
        <a:bodyPr/>
        <a:lstStyle/>
        <a:p>
          <a:pPr algn="ctr">
            <a:buNone/>
          </a:pPr>
          <a:r>
            <a:rPr lang="en-US" sz="1200" dirty="0"/>
            <a:t>After successful authentication, a ClaimsPrincipal object is created. This object holds the user's identity and all their claims, including their assigned roles.</a:t>
          </a:r>
          <a:endParaRPr lang="en-IN" sz="1200" dirty="0"/>
        </a:p>
      </dgm:t>
    </dgm:pt>
    <dgm:pt modelId="{11BB53B8-6FA7-4556-AE1D-00D5F05E53E3}" type="parTrans" cxnId="{2EBD0C55-6B1E-4E9B-9118-06271DA39119}">
      <dgm:prSet/>
      <dgm:spPr/>
      <dgm:t>
        <a:bodyPr/>
        <a:lstStyle/>
        <a:p>
          <a:endParaRPr lang="en-IN"/>
        </a:p>
      </dgm:t>
    </dgm:pt>
    <dgm:pt modelId="{E327E02E-D977-49F9-A601-C4922B0952FF}" type="sibTrans" cxnId="{2EBD0C55-6B1E-4E9B-9118-06271DA39119}">
      <dgm:prSet/>
      <dgm:spPr/>
      <dgm:t>
        <a:bodyPr/>
        <a:lstStyle/>
        <a:p>
          <a:endParaRPr lang="en-IN"/>
        </a:p>
      </dgm:t>
    </dgm:pt>
    <dgm:pt modelId="{3DF5AABB-A3C3-49B9-AB88-267F0F8ED58A}">
      <dgm:prSet/>
      <dgm:spPr/>
      <dgm:t>
        <a:bodyPr/>
        <a:lstStyle/>
        <a:p>
          <a:r>
            <a:rPr lang="en-US" dirty="0"/>
            <a:t>Authorization Check</a:t>
          </a:r>
          <a:endParaRPr lang="en-IN" dirty="0"/>
        </a:p>
      </dgm:t>
    </dgm:pt>
    <dgm:pt modelId="{AF67C657-71AE-4AAF-97DA-BA0771DC0AD9}" type="parTrans" cxnId="{461F45AC-3A03-4B99-9358-5DAFA3F18454}">
      <dgm:prSet/>
      <dgm:spPr/>
      <dgm:t>
        <a:bodyPr/>
        <a:lstStyle/>
        <a:p>
          <a:endParaRPr lang="en-IN"/>
        </a:p>
      </dgm:t>
    </dgm:pt>
    <dgm:pt modelId="{24C3064A-DE0B-430D-9681-CA51874BFB4A}" type="sibTrans" cxnId="{461F45AC-3A03-4B99-9358-5DAFA3F18454}">
      <dgm:prSet/>
      <dgm:spPr/>
      <dgm:t>
        <a:bodyPr/>
        <a:lstStyle/>
        <a:p>
          <a:endParaRPr lang="en-IN"/>
        </a:p>
      </dgm:t>
    </dgm:pt>
    <dgm:pt modelId="{80FE4D60-782A-477B-8C18-AD5DD0BF00D6}">
      <dgm:prSet custT="1"/>
      <dgm:spPr/>
      <dgm:t>
        <a:bodyPr/>
        <a:lstStyle/>
        <a:p>
          <a:pPr algn="ctr">
            <a:buNone/>
          </a:pPr>
          <a:r>
            <a:rPr lang="en-US" sz="1200" dirty="0"/>
            <a:t>When the user tries to access a protected resource (e.g., an API endpoint or a web page), the Authorization Middleware checks the ClaimsPrincipal object.</a:t>
          </a:r>
          <a:endParaRPr lang="en-IN" sz="1200" dirty="0"/>
        </a:p>
      </dgm:t>
    </dgm:pt>
    <dgm:pt modelId="{01CF1BBD-7C71-4DB2-A8EF-647BEFBA7747}" type="parTrans" cxnId="{3EE4395F-684B-413C-92EE-D679E487865D}">
      <dgm:prSet/>
      <dgm:spPr/>
      <dgm:t>
        <a:bodyPr/>
        <a:lstStyle/>
        <a:p>
          <a:endParaRPr lang="en-IN"/>
        </a:p>
      </dgm:t>
    </dgm:pt>
    <dgm:pt modelId="{7EF01533-08CE-4EB0-A1C1-C3CBD1124D94}" type="sibTrans" cxnId="{3EE4395F-684B-413C-92EE-D679E487865D}">
      <dgm:prSet/>
      <dgm:spPr/>
      <dgm:t>
        <a:bodyPr/>
        <a:lstStyle/>
        <a:p>
          <a:endParaRPr lang="en-IN"/>
        </a:p>
      </dgm:t>
    </dgm:pt>
    <dgm:pt modelId="{AF085573-2523-4294-AEEB-EE6C6BFAA17D}">
      <dgm:prSet phldrT="[Text]" custT="1"/>
      <dgm:spPr/>
      <dgm:t>
        <a:bodyPr/>
        <a:lstStyle/>
        <a:p>
          <a:pPr algn="ctr">
            <a:buNone/>
          </a:pPr>
          <a:endParaRPr lang="en-IN" sz="1200" dirty="0"/>
        </a:p>
      </dgm:t>
    </dgm:pt>
    <dgm:pt modelId="{143B02CF-F7BF-48B4-BFBF-679DAA7D1757}" type="parTrans" cxnId="{A2399BC7-E1DB-49D5-A46C-E1018CD02CB6}">
      <dgm:prSet/>
      <dgm:spPr/>
      <dgm:t>
        <a:bodyPr/>
        <a:lstStyle/>
        <a:p>
          <a:endParaRPr lang="en-IN"/>
        </a:p>
      </dgm:t>
    </dgm:pt>
    <dgm:pt modelId="{C357763A-024E-467E-AEB0-2943EBC5CBBA}" type="sibTrans" cxnId="{A2399BC7-E1DB-49D5-A46C-E1018CD02CB6}">
      <dgm:prSet/>
      <dgm:spPr/>
      <dgm:t>
        <a:bodyPr/>
        <a:lstStyle/>
        <a:p>
          <a:endParaRPr lang="en-IN"/>
        </a:p>
      </dgm:t>
    </dgm:pt>
    <dgm:pt modelId="{AE6A473D-16A7-4425-9B6A-DC786DB02FF2}">
      <dgm:prSet phldrT="[Text]" custT="1"/>
      <dgm:spPr/>
      <dgm:t>
        <a:bodyPr/>
        <a:lstStyle/>
        <a:p>
          <a:pPr algn="ctr">
            <a:buNone/>
          </a:pPr>
          <a:r>
            <a:rPr lang="en-US" sz="1200" dirty="0"/>
            <a:t>A user signs in, and ASP.NET Core Identity authenticates them.</a:t>
          </a:r>
          <a:endParaRPr lang="en-IN" sz="1200" dirty="0"/>
        </a:p>
      </dgm:t>
    </dgm:pt>
    <dgm:pt modelId="{F99273A4-1E2C-4520-8D83-C4A70044B5C5}" type="parTrans" cxnId="{4E605081-F8E2-4C5B-810D-751766F73B20}">
      <dgm:prSet/>
      <dgm:spPr/>
      <dgm:t>
        <a:bodyPr/>
        <a:lstStyle/>
        <a:p>
          <a:endParaRPr lang="en-IN"/>
        </a:p>
      </dgm:t>
    </dgm:pt>
    <dgm:pt modelId="{4D901B49-ADFA-42B6-AFAB-11FC4E31BA84}" type="sibTrans" cxnId="{4E605081-F8E2-4C5B-810D-751766F73B20}">
      <dgm:prSet/>
      <dgm:spPr/>
      <dgm:t>
        <a:bodyPr/>
        <a:lstStyle/>
        <a:p>
          <a:endParaRPr lang="en-IN"/>
        </a:p>
      </dgm:t>
    </dgm:pt>
    <dgm:pt modelId="{CBFE552C-16A7-4107-A339-3DB525429C65}" type="pres">
      <dgm:prSet presAssocID="{22E2A9C2-BE22-4553-978E-1F9FFBC09886}" presName="Name0" presStyleCnt="0">
        <dgm:presLayoutVars>
          <dgm:dir/>
          <dgm:animLvl val="lvl"/>
          <dgm:resizeHandles val="exact"/>
        </dgm:presLayoutVars>
      </dgm:prSet>
      <dgm:spPr/>
    </dgm:pt>
    <dgm:pt modelId="{F3EF1B5D-3274-4384-A208-174E86E51CA5}" type="pres">
      <dgm:prSet presAssocID="{22E2A9C2-BE22-4553-978E-1F9FFBC09886}" presName="tSp" presStyleCnt="0"/>
      <dgm:spPr/>
    </dgm:pt>
    <dgm:pt modelId="{7D289631-4801-4D0A-9F7C-31AA8DE7A86F}" type="pres">
      <dgm:prSet presAssocID="{22E2A9C2-BE22-4553-978E-1F9FFBC09886}" presName="bSp" presStyleCnt="0"/>
      <dgm:spPr/>
    </dgm:pt>
    <dgm:pt modelId="{7CA757E9-8D51-46D3-A262-A0077C2E71CA}" type="pres">
      <dgm:prSet presAssocID="{22E2A9C2-BE22-4553-978E-1F9FFBC09886}" presName="process" presStyleCnt="0"/>
      <dgm:spPr/>
    </dgm:pt>
    <dgm:pt modelId="{4ADD1071-AAEC-4380-A3A0-5E93CD526107}" type="pres">
      <dgm:prSet presAssocID="{4E4110B7-B063-4957-9D75-1F4459536564}" presName="composite1" presStyleCnt="0"/>
      <dgm:spPr/>
    </dgm:pt>
    <dgm:pt modelId="{E2AFAC0B-AF3F-411F-8F24-58496BBA97F3}" type="pres">
      <dgm:prSet presAssocID="{4E4110B7-B063-4957-9D75-1F4459536564}" presName="dummyNode1" presStyleLbl="node1" presStyleIdx="0" presStyleCnt="5"/>
      <dgm:spPr/>
    </dgm:pt>
    <dgm:pt modelId="{3C8AD8DF-68F1-49B2-910F-DBB7F383F38A}" type="pres">
      <dgm:prSet presAssocID="{4E4110B7-B063-4957-9D75-1F4459536564}" presName="childNode1" presStyleLbl="bgAcc1" presStyleIdx="0" presStyleCnt="5" custScaleX="121000" custScaleY="121000">
        <dgm:presLayoutVars>
          <dgm:bulletEnabled val="1"/>
        </dgm:presLayoutVars>
      </dgm:prSet>
      <dgm:spPr>
        <a:prstGeom prst="roundRect">
          <a:avLst/>
        </a:prstGeom>
      </dgm:spPr>
    </dgm:pt>
    <dgm:pt modelId="{C7025603-70DB-4976-8BC7-DACA13EC6E12}" type="pres">
      <dgm:prSet presAssocID="{4E4110B7-B063-4957-9D75-1F4459536564}" presName="childNode1tx" presStyleLbl="bgAcc1" presStyleIdx="0" presStyleCnt="5">
        <dgm:presLayoutVars>
          <dgm:bulletEnabled val="1"/>
        </dgm:presLayoutVars>
      </dgm:prSet>
      <dgm:spPr/>
    </dgm:pt>
    <dgm:pt modelId="{5EDBD2A5-22F1-4927-A856-3B7C3B9D7486}" type="pres">
      <dgm:prSet presAssocID="{4E4110B7-B063-4957-9D75-1F4459536564}" presName="parentNode1" presStyleLbl="node1" presStyleIdx="0" presStyleCnt="5" custLinFactNeighborX="-5845" custLinFactNeighborY="19292">
        <dgm:presLayoutVars>
          <dgm:chMax val="1"/>
          <dgm:bulletEnabled val="1"/>
        </dgm:presLayoutVars>
      </dgm:prSet>
      <dgm:spPr/>
    </dgm:pt>
    <dgm:pt modelId="{2E5E940D-AA73-4A88-B221-D95A13925F4F}" type="pres">
      <dgm:prSet presAssocID="{4E4110B7-B063-4957-9D75-1F4459536564}" presName="connSite1" presStyleCnt="0"/>
      <dgm:spPr/>
    </dgm:pt>
    <dgm:pt modelId="{1D655B2A-1095-4E80-AFFF-EE8401B99926}" type="pres">
      <dgm:prSet presAssocID="{0FCB9537-D859-4E53-9DDF-70191518658E}" presName="Name9" presStyleLbl="sibTrans2D1" presStyleIdx="0" presStyleCnt="4"/>
      <dgm:spPr/>
    </dgm:pt>
    <dgm:pt modelId="{3316A55D-EC5A-4F46-B78E-B36FDA13CA12}" type="pres">
      <dgm:prSet presAssocID="{258690DB-177E-47DF-B580-80FB8865D62B}" presName="composite2" presStyleCnt="0"/>
      <dgm:spPr/>
    </dgm:pt>
    <dgm:pt modelId="{BBE1C6D4-49F1-4681-B5F8-4210E4DE85B5}" type="pres">
      <dgm:prSet presAssocID="{258690DB-177E-47DF-B580-80FB8865D62B}" presName="dummyNode2" presStyleLbl="node1" presStyleIdx="0" presStyleCnt="5"/>
      <dgm:spPr/>
    </dgm:pt>
    <dgm:pt modelId="{B7DD705D-9F4F-4E11-AF1C-8FF32FEC8648}" type="pres">
      <dgm:prSet presAssocID="{258690DB-177E-47DF-B580-80FB8865D62B}" presName="childNode2" presStyleLbl="bgAcc1" presStyleIdx="1" presStyleCnt="5" custScaleX="121000" custScaleY="130906">
        <dgm:presLayoutVars>
          <dgm:bulletEnabled val="1"/>
        </dgm:presLayoutVars>
      </dgm:prSet>
      <dgm:spPr>
        <a:prstGeom prst="roundRect">
          <a:avLst/>
        </a:prstGeom>
      </dgm:spPr>
    </dgm:pt>
    <dgm:pt modelId="{4A6E550E-A49B-4EB7-9BFF-1119A389EA0D}" type="pres">
      <dgm:prSet presAssocID="{258690DB-177E-47DF-B580-80FB8865D62B}" presName="childNode2tx" presStyleLbl="bgAcc1" presStyleIdx="1" presStyleCnt="5">
        <dgm:presLayoutVars>
          <dgm:bulletEnabled val="1"/>
        </dgm:presLayoutVars>
      </dgm:prSet>
      <dgm:spPr/>
    </dgm:pt>
    <dgm:pt modelId="{0B51CF53-F73D-4262-A5C7-73AEAC8DA029}" type="pres">
      <dgm:prSet presAssocID="{258690DB-177E-47DF-B580-80FB8865D62B}" presName="parentNode2" presStyleLbl="node1" presStyleIdx="1" presStyleCnt="5" custLinFactNeighborX="-4749" custLinFactNeighborY="-23886">
        <dgm:presLayoutVars>
          <dgm:chMax val="0"/>
          <dgm:bulletEnabled val="1"/>
        </dgm:presLayoutVars>
      </dgm:prSet>
      <dgm:spPr/>
    </dgm:pt>
    <dgm:pt modelId="{92671F1D-DB54-4089-A1FA-372E09E07711}" type="pres">
      <dgm:prSet presAssocID="{258690DB-177E-47DF-B580-80FB8865D62B}" presName="connSite2" presStyleCnt="0"/>
      <dgm:spPr/>
    </dgm:pt>
    <dgm:pt modelId="{91330AA0-67A3-40CB-8F2E-DC34B0E9B3D8}" type="pres">
      <dgm:prSet presAssocID="{BDDA99E1-01C0-4EE6-92B2-122ABD970E26}" presName="Name18" presStyleLbl="sibTrans2D1" presStyleIdx="1" presStyleCnt="4"/>
      <dgm:spPr/>
    </dgm:pt>
    <dgm:pt modelId="{358C9996-54AE-465A-8CDD-42CE4F653129}" type="pres">
      <dgm:prSet presAssocID="{3DF5AABB-A3C3-49B9-AB88-267F0F8ED58A}" presName="composite1" presStyleCnt="0"/>
      <dgm:spPr/>
    </dgm:pt>
    <dgm:pt modelId="{2B80692F-94BE-43AA-B626-A9A318F387F9}" type="pres">
      <dgm:prSet presAssocID="{3DF5AABB-A3C3-49B9-AB88-267F0F8ED58A}" presName="dummyNode1" presStyleLbl="node1" presStyleIdx="1" presStyleCnt="5"/>
      <dgm:spPr/>
    </dgm:pt>
    <dgm:pt modelId="{D970F4C6-770D-44FC-B2B9-57C6792F7D60}" type="pres">
      <dgm:prSet presAssocID="{3DF5AABB-A3C3-49B9-AB88-267F0F8ED58A}" presName="childNode1" presStyleLbl="bgAcc1" presStyleIdx="2" presStyleCnt="5" custScaleX="121000" custScaleY="121000">
        <dgm:presLayoutVars>
          <dgm:bulletEnabled val="1"/>
        </dgm:presLayoutVars>
      </dgm:prSet>
      <dgm:spPr>
        <a:prstGeom prst="roundRect">
          <a:avLst/>
        </a:prstGeom>
      </dgm:spPr>
    </dgm:pt>
    <dgm:pt modelId="{719AA91B-C862-4DF9-BBC8-F4922704DD9F}" type="pres">
      <dgm:prSet presAssocID="{3DF5AABB-A3C3-49B9-AB88-267F0F8ED58A}" presName="childNode1tx" presStyleLbl="bgAcc1" presStyleIdx="2" presStyleCnt="5">
        <dgm:presLayoutVars>
          <dgm:bulletEnabled val="1"/>
        </dgm:presLayoutVars>
      </dgm:prSet>
      <dgm:spPr/>
    </dgm:pt>
    <dgm:pt modelId="{7E079055-7E95-46E5-AA1C-4D762002F583}" type="pres">
      <dgm:prSet presAssocID="{3DF5AABB-A3C3-49B9-AB88-267F0F8ED58A}" presName="parentNode1" presStyleLbl="node1" presStyleIdx="2" presStyleCnt="5" custLinFactNeighborX="-1096" custLinFactNeighborY="20211">
        <dgm:presLayoutVars>
          <dgm:chMax val="1"/>
          <dgm:bulletEnabled val="1"/>
        </dgm:presLayoutVars>
      </dgm:prSet>
      <dgm:spPr/>
    </dgm:pt>
    <dgm:pt modelId="{1A608041-9977-4BE7-995D-8023254CF9E6}" type="pres">
      <dgm:prSet presAssocID="{3DF5AABB-A3C3-49B9-AB88-267F0F8ED58A}" presName="connSite1" presStyleCnt="0"/>
      <dgm:spPr/>
    </dgm:pt>
    <dgm:pt modelId="{98DA2444-2879-4085-8903-5A0CE94622A2}" type="pres">
      <dgm:prSet presAssocID="{24C3064A-DE0B-430D-9681-CA51874BFB4A}" presName="Name9" presStyleLbl="sibTrans2D1" presStyleIdx="2" presStyleCnt="4"/>
      <dgm:spPr/>
    </dgm:pt>
    <dgm:pt modelId="{1D31F97A-F5D9-44BA-B9BC-1C36AB129EB7}" type="pres">
      <dgm:prSet presAssocID="{060AD57D-1886-44B2-82B8-03C0A5739843}" presName="composite2" presStyleCnt="0"/>
      <dgm:spPr/>
    </dgm:pt>
    <dgm:pt modelId="{8A0B222D-FC94-4225-B3E9-F51F9300DD8A}" type="pres">
      <dgm:prSet presAssocID="{060AD57D-1886-44B2-82B8-03C0A5739843}" presName="dummyNode2" presStyleLbl="node1" presStyleIdx="2" presStyleCnt="5"/>
      <dgm:spPr/>
    </dgm:pt>
    <dgm:pt modelId="{9C5EB2D8-F674-4A5E-955E-79C6BB0FC7B1}" type="pres">
      <dgm:prSet presAssocID="{060AD57D-1886-44B2-82B8-03C0A5739843}" presName="childNode2" presStyleLbl="bgAcc1" presStyleIdx="3" presStyleCnt="5" custScaleX="121000" custScaleY="128268">
        <dgm:presLayoutVars>
          <dgm:bulletEnabled val="1"/>
        </dgm:presLayoutVars>
      </dgm:prSet>
      <dgm:spPr>
        <a:prstGeom prst="roundRect">
          <a:avLst/>
        </a:prstGeom>
      </dgm:spPr>
    </dgm:pt>
    <dgm:pt modelId="{8D8D4540-61B1-483F-992D-CA70583E99D8}" type="pres">
      <dgm:prSet presAssocID="{060AD57D-1886-44B2-82B8-03C0A5739843}" presName="childNode2tx" presStyleLbl="bgAcc1" presStyleIdx="3" presStyleCnt="5">
        <dgm:presLayoutVars>
          <dgm:bulletEnabled val="1"/>
        </dgm:presLayoutVars>
      </dgm:prSet>
      <dgm:spPr/>
    </dgm:pt>
    <dgm:pt modelId="{9983C2A7-3AFB-4E6B-A269-6C9EBC9B5224}" type="pres">
      <dgm:prSet presAssocID="{060AD57D-1886-44B2-82B8-03C0A5739843}" presName="parentNode2" presStyleLbl="node1" presStyleIdx="3" presStyleCnt="5" custLinFactNeighborX="730" custLinFactNeighborY="-26641">
        <dgm:presLayoutVars>
          <dgm:chMax val="0"/>
          <dgm:bulletEnabled val="1"/>
        </dgm:presLayoutVars>
      </dgm:prSet>
      <dgm:spPr/>
    </dgm:pt>
    <dgm:pt modelId="{D09E9B4F-5397-4F8A-A4E8-89E475EBE28E}" type="pres">
      <dgm:prSet presAssocID="{060AD57D-1886-44B2-82B8-03C0A5739843}" presName="connSite2" presStyleCnt="0"/>
      <dgm:spPr/>
    </dgm:pt>
    <dgm:pt modelId="{11FB68B5-4CDD-4C64-AF4E-5D5EE4FA689F}" type="pres">
      <dgm:prSet presAssocID="{6F9315D3-22C5-4DCC-BFC9-31ED048B8188}" presName="Name18" presStyleLbl="sibTrans2D1" presStyleIdx="3" presStyleCnt="4"/>
      <dgm:spPr/>
    </dgm:pt>
    <dgm:pt modelId="{175B34F8-9884-43F6-86BE-B3F1E85D01BB}" type="pres">
      <dgm:prSet presAssocID="{FA4089FC-BDFD-40DD-8007-78F34708F5EB}" presName="composite1" presStyleCnt="0"/>
      <dgm:spPr/>
    </dgm:pt>
    <dgm:pt modelId="{3C985DE2-AA81-4F51-95FB-3C0DDBD93404}" type="pres">
      <dgm:prSet presAssocID="{FA4089FC-BDFD-40DD-8007-78F34708F5EB}" presName="dummyNode1" presStyleLbl="node1" presStyleIdx="3" presStyleCnt="5"/>
      <dgm:spPr/>
    </dgm:pt>
    <dgm:pt modelId="{9F750AC4-1C45-4BC4-A584-F7AD04CB9C15}" type="pres">
      <dgm:prSet presAssocID="{FA4089FC-BDFD-40DD-8007-78F34708F5EB}" presName="childNode1" presStyleLbl="bgAcc1" presStyleIdx="4" presStyleCnt="5" custScaleX="121000" custScaleY="121000">
        <dgm:presLayoutVars>
          <dgm:bulletEnabled val="1"/>
        </dgm:presLayoutVars>
      </dgm:prSet>
      <dgm:spPr>
        <a:prstGeom prst="roundRect">
          <a:avLst/>
        </a:prstGeom>
      </dgm:spPr>
    </dgm:pt>
    <dgm:pt modelId="{7039A147-FE75-4AF0-AD13-D06275979F93}" type="pres">
      <dgm:prSet presAssocID="{FA4089FC-BDFD-40DD-8007-78F34708F5EB}" presName="childNode1tx" presStyleLbl="bgAcc1" presStyleIdx="4" presStyleCnt="5">
        <dgm:presLayoutVars>
          <dgm:bulletEnabled val="1"/>
        </dgm:presLayoutVars>
      </dgm:prSet>
      <dgm:spPr/>
    </dgm:pt>
    <dgm:pt modelId="{B9DA649C-F4BB-4452-88D9-E445FB6A207C}" type="pres">
      <dgm:prSet presAssocID="{FA4089FC-BDFD-40DD-8007-78F34708F5EB}" presName="parentNode1" presStyleLbl="node1" presStyleIdx="4" presStyleCnt="5" custLinFactNeighborX="-1096" custLinFactNeighborY="30316">
        <dgm:presLayoutVars>
          <dgm:chMax val="1"/>
          <dgm:bulletEnabled val="1"/>
        </dgm:presLayoutVars>
      </dgm:prSet>
      <dgm:spPr/>
    </dgm:pt>
    <dgm:pt modelId="{ACCB47EF-9A8F-433C-8452-7168754F2F62}" type="pres">
      <dgm:prSet presAssocID="{FA4089FC-BDFD-40DD-8007-78F34708F5EB}" presName="connSite1" presStyleCnt="0"/>
      <dgm:spPr/>
    </dgm:pt>
  </dgm:ptLst>
  <dgm:cxnLst>
    <dgm:cxn modelId="{39071B0C-E60F-43DD-B0AC-B6ABD71ABEF0}" type="presOf" srcId="{E3A70611-BDC6-4542-9B52-BB8B15847E3B}" destId="{9F750AC4-1C45-4BC4-A584-F7AD04CB9C15}" srcOrd="0" destOrd="0" presId="urn:microsoft.com/office/officeart/2005/8/layout/hProcess4"/>
    <dgm:cxn modelId="{D640831D-DD8E-421D-8DD3-1E237A037724}" type="presOf" srcId="{80FE4D60-782A-477B-8C18-AD5DD0BF00D6}" destId="{719AA91B-C862-4DF9-BBC8-F4922704DD9F}" srcOrd="1" destOrd="0" presId="urn:microsoft.com/office/officeart/2005/8/layout/hProcess4"/>
    <dgm:cxn modelId="{DE25B021-9C0E-434C-8612-65EE8FC4BCF6}" srcId="{FA4089FC-BDFD-40DD-8007-78F34708F5EB}" destId="{E3A70611-BDC6-4542-9B52-BB8B15847E3B}" srcOrd="0" destOrd="0" parTransId="{13204CC2-8F2C-43C1-8048-916BEDB77301}" sibTransId="{A9286CAF-9D31-4B9A-B027-C4E414DB5A67}"/>
    <dgm:cxn modelId="{0FCFDA29-68EF-4997-AFEF-CAEED7F13E6E}" srcId="{22E2A9C2-BE22-4553-978E-1F9FFBC09886}" destId="{FA4089FC-BDFD-40DD-8007-78F34708F5EB}" srcOrd="4" destOrd="0" parTransId="{245B0655-3F76-4677-9EA0-B6E10B5BDEA2}" sibTransId="{E37A710F-2839-44E0-901A-13A1BF4F9D31}"/>
    <dgm:cxn modelId="{3EE4395F-684B-413C-92EE-D679E487865D}" srcId="{3DF5AABB-A3C3-49B9-AB88-267F0F8ED58A}" destId="{80FE4D60-782A-477B-8C18-AD5DD0BF00D6}" srcOrd="0" destOrd="0" parTransId="{01CF1BBD-7C71-4DB2-A8EF-647BEFBA7747}" sibTransId="{7EF01533-08CE-4EB0-A1C1-C3CBD1124D94}"/>
    <dgm:cxn modelId="{35A55B63-ECA0-4C4F-A1A0-DE4E6EEE6E2F}" type="presOf" srcId="{22E2A9C2-BE22-4553-978E-1F9FFBC09886}" destId="{CBFE552C-16A7-4107-A339-3DB525429C65}" srcOrd="0" destOrd="0" presId="urn:microsoft.com/office/officeart/2005/8/layout/hProcess4"/>
    <dgm:cxn modelId="{6695BC6D-93D5-4644-ABDD-CFE4625340D3}" type="presOf" srcId="{B4672DED-CD78-4421-9476-4F9C7680BF7F}" destId="{8D8D4540-61B1-483F-992D-CA70583E99D8}" srcOrd="1" destOrd="0" presId="urn:microsoft.com/office/officeart/2005/8/layout/hProcess4"/>
    <dgm:cxn modelId="{4112636F-9CB5-438C-87AD-33BF016DFD9E}" type="presOf" srcId="{3DF5AABB-A3C3-49B9-AB88-267F0F8ED58A}" destId="{7E079055-7E95-46E5-AA1C-4D762002F583}" srcOrd="0" destOrd="0" presId="urn:microsoft.com/office/officeart/2005/8/layout/hProcess4"/>
    <dgm:cxn modelId="{2EBD0C55-6B1E-4E9B-9118-06271DA39119}" srcId="{258690DB-177E-47DF-B580-80FB8865D62B}" destId="{21549ED7-B529-43B6-A69E-3866F9DEB43D}" srcOrd="0" destOrd="0" parTransId="{11BB53B8-6FA7-4556-AE1D-00D5F05E53E3}" sibTransId="{E327E02E-D977-49F9-A601-C4922B0952FF}"/>
    <dgm:cxn modelId="{4E605081-F8E2-4C5B-810D-751766F73B20}" srcId="{4E4110B7-B063-4957-9D75-1F4459536564}" destId="{AE6A473D-16A7-4425-9B6A-DC786DB02FF2}" srcOrd="2" destOrd="0" parTransId="{F99273A4-1E2C-4520-8D83-C4A70044B5C5}" sibTransId="{4D901B49-ADFA-42B6-AFAB-11FC4E31BA84}"/>
    <dgm:cxn modelId="{3166D983-DC0F-44DC-92A5-80C2CD49EEEE}" type="presOf" srcId="{AF085573-2523-4294-AEEB-EE6C6BFAA17D}" destId="{3C8AD8DF-68F1-49B2-910F-DBB7F383F38A}" srcOrd="0" destOrd="1" presId="urn:microsoft.com/office/officeart/2005/8/layout/hProcess4"/>
    <dgm:cxn modelId="{C56DC28B-9FF5-43C9-BDD1-4D1895A6A4B9}" type="presOf" srcId="{AE6A473D-16A7-4425-9B6A-DC786DB02FF2}" destId="{3C8AD8DF-68F1-49B2-910F-DBB7F383F38A}" srcOrd="0" destOrd="2" presId="urn:microsoft.com/office/officeart/2005/8/layout/hProcess4"/>
    <dgm:cxn modelId="{3B84228C-B21C-4D8C-9D3F-66E1FECD2A3D}" srcId="{4E4110B7-B063-4957-9D75-1F4459536564}" destId="{829C55B0-066C-4F90-8900-DED9A2CA3EDA}" srcOrd="0" destOrd="0" parTransId="{3B97931A-C5FF-4DE7-83B1-0116F3D73AA5}" sibTransId="{6F8D6DDA-3AD9-49FD-98AD-320815AF5F5A}"/>
    <dgm:cxn modelId="{927A2699-5A07-491C-A404-636B36AE27B5}" type="presOf" srcId="{829C55B0-066C-4F90-8900-DED9A2CA3EDA}" destId="{C7025603-70DB-4976-8BC7-DACA13EC6E12}" srcOrd="1" destOrd="0" presId="urn:microsoft.com/office/officeart/2005/8/layout/hProcess4"/>
    <dgm:cxn modelId="{21594F9E-A94C-48B1-B59D-3136779189D1}" srcId="{22E2A9C2-BE22-4553-978E-1F9FFBC09886}" destId="{258690DB-177E-47DF-B580-80FB8865D62B}" srcOrd="1" destOrd="0" parTransId="{08B06BB9-1BA2-4CBA-82BB-F2B65C8339E7}" sibTransId="{BDDA99E1-01C0-4EE6-92B2-122ABD970E26}"/>
    <dgm:cxn modelId="{CA6062A2-16E7-45E3-935A-3E90A5E2ECFB}" type="presOf" srcId="{060AD57D-1886-44B2-82B8-03C0A5739843}" destId="{9983C2A7-3AFB-4E6B-A269-6C9EBC9B5224}" srcOrd="0" destOrd="0" presId="urn:microsoft.com/office/officeart/2005/8/layout/hProcess4"/>
    <dgm:cxn modelId="{F961ECA3-AB2A-465F-AFD2-39C592F28950}" type="presOf" srcId="{FA4089FC-BDFD-40DD-8007-78F34708F5EB}" destId="{B9DA649C-F4BB-4452-88D9-E445FB6A207C}" srcOrd="0" destOrd="0" presId="urn:microsoft.com/office/officeart/2005/8/layout/hProcess4"/>
    <dgm:cxn modelId="{461F45AC-3A03-4B99-9358-5DAFA3F18454}" srcId="{22E2A9C2-BE22-4553-978E-1F9FFBC09886}" destId="{3DF5AABB-A3C3-49B9-AB88-267F0F8ED58A}" srcOrd="2" destOrd="0" parTransId="{AF67C657-71AE-4AAF-97DA-BA0771DC0AD9}" sibTransId="{24C3064A-DE0B-430D-9681-CA51874BFB4A}"/>
    <dgm:cxn modelId="{11F4B3B1-1102-4B13-A5FE-1B41D885DF46}" type="presOf" srcId="{6F9315D3-22C5-4DCC-BFC9-31ED048B8188}" destId="{11FB68B5-4CDD-4C64-AF4E-5D5EE4FA689F}" srcOrd="0" destOrd="0" presId="urn:microsoft.com/office/officeart/2005/8/layout/hProcess4"/>
    <dgm:cxn modelId="{B92E01B9-8DAD-4843-969F-CEA8D367BCCE}" type="presOf" srcId="{AE6A473D-16A7-4425-9B6A-DC786DB02FF2}" destId="{C7025603-70DB-4976-8BC7-DACA13EC6E12}" srcOrd="1" destOrd="2" presId="urn:microsoft.com/office/officeart/2005/8/layout/hProcess4"/>
    <dgm:cxn modelId="{6F4D92BB-D2E3-4EA3-87F9-B8313D3408B9}" type="presOf" srcId="{24C3064A-DE0B-430D-9681-CA51874BFB4A}" destId="{98DA2444-2879-4085-8903-5A0CE94622A2}" srcOrd="0" destOrd="0" presId="urn:microsoft.com/office/officeart/2005/8/layout/hProcess4"/>
    <dgm:cxn modelId="{9D82AFBB-CF2E-41A3-8D39-B14D3033C7F9}" type="presOf" srcId="{80FE4D60-782A-477B-8C18-AD5DD0BF00D6}" destId="{D970F4C6-770D-44FC-B2B9-57C6792F7D60}" srcOrd="0" destOrd="0" presId="urn:microsoft.com/office/officeart/2005/8/layout/hProcess4"/>
    <dgm:cxn modelId="{C67B39BC-BFB6-4357-BBD5-52A54A876BAF}" srcId="{22E2A9C2-BE22-4553-978E-1F9FFBC09886}" destId="{060AD57D-1886-44B2-82B8-03C0A5739843}" srcOrd="3" destOrd="0" parTransId="{6D8F9645-983C-49E5-B602-569C716A397A}" sibTransId="{6F9315D3-22C5-4DCC-BFC9-31ED048B8188}"/>
    <dgm:cxn modelId="{B1B201C2-28AA-4385-97BC-3A4C92E4B574}" type="presOf" srcId="{4E4110B7-B063-4957-9D75-1F4459536564}" destId="{5EDBD2A5-22F1-4927-A856-3B7C3B9D7486}" srcOrd="0" destOrd="0" presId="urn:microsoft.com/office/officeart/2005/8/layout/hProcess4"/>
    <dgm:cxn modelId="{FE5300C3-43E2-4C00-8F61-581C594F7E0E}" type="presOf" srcId="{829C55B0-066C-4F90-8900-DED9A2CA3EDA}" destId="{3C8AD8DF-68F1-49B2-910F-DBB7F383F38A}" srcOrd="0" destOrd="0" presId="urn:microsoft.com/office/officeart/2005/8/layout/hProcess4"/>
    <dgm:cxn modelId="{A2399BC7-E1DB-49D5-A46C-E1018CD02CB6}" srcId="{4E4110B7-B063-4957-9D75-1F4459536564}" destId="{AF085573-2523-4294-AEEB-EE6C6BFAA17D}" srcOrd="1" destOrd="0" parTransId="{143B02CF-F7BF-48B4-BFBF-679DAA7D1757}" sibTransId="{C357763A-024E-467E-AEB0-2943EBC5CBBA}"/>
    <dgm:cxn modelId="{B04E13CA-48FA-45A1-9F8A-E4861DD25EFB}" type="presOf" srcId="{AF085573-2523-4294-AEEB-EE6C6BFAA17D}" destId="{C7025603-70DB-4976-8BC7-DACA13EC6E12}" srcOrd="1" destOrd="1" presId="urn:microsoft.com/office/officeart/2005/8/layout/hProcess4"/>
    <dgm:cxn modelId="{7D253DD3-BCB2-409E-B3D9-9C4042A5243F}" type="presOf" srcId="{B4672DED-CD78-4421-9476-4F9C7680BF7F}" destId="{9C5EB2D8-F674-4A5E-955E-79C6BB0FC7B1}" srcOrd="0" destOrd="0" presId="urn:microsoft.com/office/officeart/2005/8/layout/hProcess4"/>
    <dgm:cxn modelId="{9FC7A6D4-3399-487C-9248-F2387C04CA1B}" type="presOf" srcId="{0FCB9537-D859-4E53-9DDF-70191518658E}" destId="{1D655B2A-1095-4E80-AFFF-EE8401B99926}" srcOrd="0" destOrd="0" presId="urn:microsoft.com/office/officeart/2005/8/layout/hProcess4"/>
    <dgm:cxn modelId="{EED1EAD4-4737-4299-9A1F-E4B4F477A1B6}" type="presOf" srcId="{BDDA99E1-01C0-4EE6-92B2-122ABD970E26}" destId="{91330AA0-67A3-40CB-8F2E-DC34B0E9B3D8}" srcOrd="0" destOrd="0" presId="urn:microsoft.com/office/officeart/2005/8/layout/hProcess4"/>
    <dgm:cxn modelId="{296178DE-3C23-4E00-98D4-6A65ED86131C}" srcId="{060AD57D-1886-44B2-82B8-03C0A5739843}" destId="{B4672DED-CD78-4421-9476-4F9C7680BF7F}" srcOrd="0" destOrd="0" parTransId="{627C19DD-35E2-4592-9758-E0016B4AA20B}" sibTransId="{6AEBD4B6-590C-4021-9DD2-0BD94D5AF72C}"/>
    <dgm:cxn modelId="{A3CBBEDF-98B8-4912-901F-34EF8DF89399}" type="presOf" srcId="{21549ED7-B529-43B6-A69E-3866F9DEB43D}" destId="{B7DD705D-9F4F-4E11-AF1C-8FF32FEC8648}" srcOrd="0" destOrd="0" presId="urn:microsoft.com/office/officeart/2005/8/layout/hProcess4"/>
    <dgm:cxn modelId="{07BB5BE8-26CD-4EF9-85A2-6CC60EEF877E}" type="presOf" srcId="{21549ED7-B529-43B6-A69E-3866F9DEB43D}" destId="{4A6E550E-A49B-4EB7-9BFF-1119A389EA0D}" srcOrd="1" destOrd="0" presId="urn:microsoft.com/office/officeart/2005/8/layout/hProcess4"/>
    <dgm:cxn modelId="{70F416E9-9004-4A9E-9CF3-DB53EDA057A0}" srcId="{22E2A9C2-BE22-4553-978E-1F9FFBC09886}" destId="{4E4110B7-B063-4957-9D75-1F4459536564}" srcOrd="0" destOrd="0" parTransId="{98561848-BCD5-4D02-AFC6-6480951ADF4F}" sibTransId="{0FCB9537-D859-4E53-9DDF-70191518658E}"/>
    <dgm:cxn modelId="{9F5442F0-AFC7-4DE7-ADAC-500B392D622B}" type="presOf" srcId="{258690DB-177E-47DF-B580-80FB8865D62B}" destId="{0B51CF53-F73D-4262-A5C7-73AEAC8DA029}" srcOrd="0" destOrd="0" presId="urn:microsoft.com/office/officeart/2005/8/layout/hProcess4"/>
    <dgm:cxn modelId="{749B30FF-190C-48DD-8A0F-8E5CC8CE2ED7}" type="presOf" srcId="{E3A70611-BDC6-4542-9B52-BB8B15847E3B}" destId="{7039A147-FE75-4AF0-AD13-D06275979F93}" srcOrd="1" destOrd="0" presId="urn:microsoft.com/office/officeart/2005/8/layout/hProcess4"/>
    <dgm:cxn modelId="{501C20A9-F71B-437A-B098-04433DE13D51}" type="presParOf" srcId="{CBFE552C-16A7-4107-A339-3DB525429C65}" destId="{F3EF1B5D-3274-4384-A208-174E86E51CA5}" srcOrd="0" destOrd="0" presId="urn:microsoft.com/office/officeart/2005/8/layout/hProcess4"/>
    <dgm:cxn modelId="{5DE30AA1-369B-497D-B162-0D4B67AF7EA0}" type="presParOf" srcId="{CBFE552C-16A7-4107-A339-3DB525429C65}" destId="{7D289631-4801-4D0A-9F7C-31AA8DE7A86F}" srcOrd="1" destOrd="0" presId="urn:microsoft.com/office/officeart/2005/8/layout/hProcess4"/>
    <dgm:cxn modelId="{D9DF0CF3-B145-4B27-99F9-9D37F938A7EA}" type="presParOf" srcId="{CBFE552C-16A7-4107-A339-3DB525429C65}" destId="{7CA757E9-8D51-46D3-A262-A0077C2E71CA}" srcOrd="2" destOrd="0" presId="urn:microsoft.com/office/officeart/2005/8/layout/hProcess4"/>
    <dgm:cxn modelId="{7829809C-0AEE-4C7C-8B0E-BFB3BB658379}" type="presParOf" srcId="{7CA757E9-8D51-46D3-A262-A0077C2E71CA}" destId="{4ADD1071-AAEC-4380-A3A0-5E93CD526107}" srcOrd="0" destOrd="0" presId="urn:microsoft.com/office/officeart/2005/8/layout/hProcess4"/>
    <dgm:cxn modelId="{48FB1C41-C0C6-4E7E-8A5E-F56EC4C5CAFD}" type="presParOf" srcId="{4ADD1071-AAEC-4380-A3A0-5E93CD526107}" destId="{E2AFAC0B-AF3F-411F-8F24-58496BBA97F3}" srcOrd="0" destOrd="0" presId="urn:microsoft.com/office/officeart/2005/8/layout/hProcess4"/>
    <dgm:cxn modelId="{77C145A0-ED1C-4E4B-B170-6D07920D7369}" type="presParOf" srcId="{4ADD1071-AAEC-4380-A3A0-5E93CD526107}" destId="{3C8AD8DF-68F1-49B2-910F-DBB7F383F38A}" srcOrd="1" destOrd="0" presId="urn:microsoft.com/office/officeart/2005/8/layout/hProcess4"/>
    <dgm:cxn modelId="{C53BF280-5FFC-4028-AB5D-B3D1D2714415}" type="presParOf" srcId="{4ADD1071-AAEC-4380-A3A0-5E93CD526107}" destId="{C7025603-70DB-4976-8BC7-DACA13EC6E12}" srcOrd="2" destOrd="0" presId="urn:microsoft.com/office/officeart/2005/8/layout/hProcess4"/>
    <dgm:cxn modelId="{67901FDE-94F4-4FA1-A21B-6731FD94CBB0}" type="presParOf" srcId="{4ADD1071-AAEC-4380-A3A0-5E93CD526107}" destId="{5EDBD2A5-22F1-4927-A856-3B7C3B9D7486}" srcOrd="3" destOrd="0" presId="urn:microsoft.com/office/officeart/2005/8/layout/hProcess4"/>
    <dgm:cxn modelId="{13885286-C6FB-460C-AAF4-C5FAD09ECCFD}" type="presParOf" srcId="{4ADD1071-AAEC-4380-A3A0-5E93CD526107}" destId="{2E5E940D-AA73-4A88-B221-D95A13925F4F}" srcOrd="4" destOrd="0" presId="urn:microsoft.com/office/officeart/2005/8/layout/hProcess4"/>
    <dgm:cxn modelId="{BD91DE24-6AE2-43E1-837D-891F4001A936}" type="presParOf" srcId="{7CA757E9-8D51-46D3-A262-A0077C2E71CA}" destId="{1D655B2A-1095-4E80-AFFF-EE8401B99926}" srcOrd="1" destOrd="0" presId="urn:microsoft.com/office/officeart/2005/8/layout/hProcess4"/>
    <dgm:cxn modelId="{A15379B1-9868-49FC-ACBE-3CE7357AC8BD}" type="presParOf" srcId="{7CA757E9-8D51-46D3-A262-A0077C2E71CA}" destId="{3316A55D-EC5A-4F46-B78E-B36FDA13CA12}" srcOrd="2" destOrd="0" presId="urn:microsoft.com/office/officeart/2005/8/layout/hProcess4"/>
    <dgm:cxn modelId="{F72DF2DF-98A4-44CD-8ACA-790CB0AC443D}" type="presParOf" srcId="{3316A55D-EC5A-4F46-B78E-B36FDA13CA12}" destId="{BBE1C6D4-49F1-4681-B5F8-4210E4DE85B5}" srcOrd="0" destOrd="0" presId="urn:microsoft.com/office/officeart/2005/8/layout/hProcess4"/>
    <dgm:cxn modelId="{6FEB1BB0-959C-4CE3-8375-C49E54B6272A}" type="presParOf" srcId="{3316A55D-EC5A-4F46-B78E-B36FDA13CA12}" destId="{B7DD705D-9F4F-4E11-AF1C-8FF32FEC8648}" srcOrd="1" destOrd="0" presId="urn:microsoft.com/office/officeart/2005/8/layout/hProcess4"/>
    <dgm:cxn modelId="{B195F21D-9180-476B-B897-2069FB6C385B}" type="presParOf" srcId="{3316A55D-EC5A-4F46-B78E-B36FDA13CA12}" destId="{4A6E550E-A49B-4EB7-9BFF-1119A389EA0D}" srcOrd="2" destOrd="0" presId="urn:microsoft.com/office/officeart/2005/8/layout/hProcess4"/>
    <dgm:cxn modelId="{E5192B6E-2DD0-4B89-BA89-CC19D8EDB85F}" type="presParOf" srcId="{3316A55D-EC5A-4F46-B78E-B36FDA13CA12}" destId="{0B51CF53-F73D-4262-A5C7-73AEAC8DA029}" srcOrd="3" destOrd="0" presId="urn:microsoft.com/office/officeart/2005/8/layout/hProcess4"/>
    <dgm:cxn modelId="{A31461D2-C8EF-4B01-A5B4-5D69DC2403DA}" type="presParOf" srcId="{3316A55D-EC5A-4F46-B78E-B36FDA13CA12}" destId="{92671F1D-DB54-4089-A1FA-372E09E07711}" srcOrd="4" destOrd="0" presId="urn:microsoft.com/office/officeart/2005/8/layout/hProcess4"/>
    <dgm:cxn modelId="{6A47B86A-A41A-454B-AADA-EC19EBC0DFA8}" type="presParOf" srcId="{7CA757E9-8D51-46D3-A262-A0077C2E71CA}" destId="{91330AA0-67A3-40CB-8F2E-DC34B0E9B3D8}" srcOrd="3" destOrd="0" presId="urn:microsoft.com/office/officeart/2005/8/layout/hProcess4"/>
    <dgm:cxn modelId="{AE8DEB08-9A47-4A66-B5BD-3F7AC29BB8F2}" type="presParOf" srcId="{7CA757E9-8D51-46D3-A262-A0077C2E71CA}" destId="{358C9996-54AE-465A-8CDD-42CE4F653129}" srcOrd="4" destOrd="0" presId="urn:microsoft.com/office/officeart/2005/8/layout/hProcess4"/>
    <dgm:cxn modelId="{1CC2EC33-E10F-4063-AACB-9F651024A29E}" type="presParOf" srcId="{358C9996-54AE-465A-8CDD-42CE4F653129}" destId="{2B80692F-94BE-43AA-B626-A9A318F387F9}" srcOrd="0" destOrd="0" presId="urn:microsoft.com/office/officeart/2005/8/layout/hProcess4"/>
    <dgm:cxn modelId="{11AEBF9B-DA3E-445C-ACFF-2D281A3E5E30}" type="presParOf" srcId="{358C9996-54AE-465A-8CDD-42CE4F653129}" destId="{D970F4C6-770D-44FC-B2B9-57C6792F7D60}" srcOrd="1" destOrd="0" presId="urn:microsoft.com/office/officeart/2005/8/layout/hProcess4"/>
    <dgm:cxn modelId="{E69A8006-58CF-4C74-A426-82A51E51211A}" type="presParOf" srcId="{358C9996-54AE-465A-8CDD-42CE4F653129}" destId="{719AA91B-C862-4DF9-BBC8-F4922704DD9F}" srcOrd="2" destOrd="0" presId="urn:microsoft.com/office/officeart/2005/8/layout/hProcess4"/>
    <dgm:cxn modelId="{88B0CF14-25DD-4447-B8EA-A0AFD5DA9361}" type="presParOf" srcId="{358C9996-54AE-465A-8CDD-42CE4F653129}" destId="{7E079055-7E95-46E5-AA1C-4D762002F583}" srcOrd="3" destOrd="0" presId="urn:microsoft.com/office/officeart/2005/8/layout/hProcess4"/>
    <dgm:cxn modelId="{D8C608F8-71D0-47BA-9B3A-E19B5B1DA90D}" type="presParOf" srcId="{358C9996-54AE-465A-8CDD-42CE4F653129}" destId="{1A608041-9977-4BE7-995D-8023254CF9E6}" srcOrd="4" destOrd="0" presId="urn:microsoft.com/office/officeart/2005/8/layout/hProcess4"/>
    <dgm:cxn modelId="{2C87510F-9C16-4625-82F1-5E4DC853E37E}" type="presParOf" srcId="{7CA757E9-8D51-46D3-A262-A0077C2E71CA}" destId="{98DA2444-2879-4085-8903-5A0CE94622A2}" srcOrd="5" destOrd="0" presId="urn:microsoft.com/office/officeart/2005/8/layout/hProcess4"/>
    <dgm:cxn modelId="{0B58F52B-6538-49D9-A9FE-0F16F0E1E791}" type="presParOf" srcId="{7CA757E9-8D51-46D3-A262-A0077C2E71CA}" destId="{1D31F97A-F5D9-44BA-B9BC-1C36AB129EB7}" srcOrd="6" destOrd="0" presId="urn:microsoft.com/office/officeart/2005/8/layout/hProcess4"/>
    <dgm:cxn modelId="{45B54C27-7881-4848-AD4D-50F4DE4F091C}" type="presParOf" srcId="{1D31F97A-F5D9-44BA-B9BC-1C36AB129EB7}" destId="{8A0B222D-FC94-4225-B3E9-F51F9300DD8A}" srcOrd="0" destOrd="0" presId="urn:microsoft.com/office/officeart/2005/8/layout/hProcess4"/>
    <dgm:cxn modelId="{3AFECC97-9497-4F48-AF68-61C06E5FD57C}" type="presParOf" srcId="{1D31F97A-F5D9-44BA-B9BC-1C36AB129EB7}" destId="{9C5EB2D8-F674-4A5E-955E-79C6BB0FC7B1}" srcOrd="1" destOrd="0" presId="urn:microsoft.com/office/officeart/2005/8/layout/hProcess4"/>
    <dgm:cxn modelId="{CA8DE592-9D68-458D-899B-4A3DD3654AA2}" type="presParOf" srcId="{1D31F97A-F5D9-44BA-B9BC-1C36AB129EB7}" destId="{8D8D4540-61B1-483F-992D-CA70583E99D8}" srcOrd="2" destOrd="0" presId="urn:microsoft.com/office/officeart/2005/8/layout/hProcess4"/>
    <dgm:cxn modelId="{FDB60F02-BC65-4C16-B542-126FDE0E9991}" type="presParOf" srcId="{1D31F97A-F5D9-44BA-B9BC-1C36AB129EB7}" destId="{9983C2A7-3AFB-4E6B-A269-6C9EBC9B5224}" srcOrd="3" destOrd="0" presId="urn:microsoft.com/office/officeart/2005/8/layout/hProcess4"/>
    <dgm:cxn modelId="{48F0A70E-4121-40B6-B9F6-8E4ECA5DCE99}" type="presParOf" srcId="{1D31F97A-F5D9-44BA-B9BC-1C36AB129EB7}" destId="{D09E9B4F-5397-4F8A-A4E8-89E475EBE28E}" srcOrd="4" destOrd="0" presId="urn:microsoft.com/office/officeart/2005/8/layout/hProcess4"/>
    <dgm:cxn modelId="{0298D2C1-6EEF-439F-A43E-8E3CC0C2BAD7}" type="presParOf" srcId="{7CA757E9-8D51-46D3-A262-A0077C2E71CA}" destId="{11FB68B5-4CDD-4C64-AF4E-5D5EE4FA689F}" srcOrd="7" destOrd="0" presId="urn:microsoft.com/office/officeart/2005/8/layout/hProcess4"/>
    <dgm:cxn modelId="{749787DB-A5DE-4947-A98F-A5FFF30BC219}" type="presParOf" srcId="{7CA757E9-8D51-46D3-A262-A0077C2E71CA}" destId="{175B34F8-9884-43F6-86BE-B3F1E85D01BB}" srcOrd="8" destOrd="0" presId="urn:microsoft.com/office/officeart/2005/8/layout/hProcess4"/>
    <dgm:cxn modelId="{C6274437-46DF-4518-A936-25301AE4A269}" type="presParOf" srcId="{175B34F8-9884-43F6-86BE-B3F1E85D01BB}" destId="{3C985DE2-AA81-4F51-95FB-3C0DDBD93404}" srcOrd="0" destOrd="0" presId="urn:microsoft.com/office/officeart/2005/8/layout/hProcess4"/>
    <dgm:cxn modelId="{D85DD0CA-FD23-49F8-872B-6AF9E214DDBC}" type="presParOf" srcId="{175B34F8-9884-43F6-86BE-B3F1E85D01BB}" destId="{9F750AC4-1C45-4BC4-A584-F7AD04CB9C15}" srcOrd="1" destOrd="0" presId="urn:microsoft.com/office/officeart/2005/8/layout/hProcess4"/>
    <dgm:cxn modelId="{13362DC6-E9C3-4687-8397-13F50E7A4095}" type="presParOf" srcId="{175B34F8-9884-43F6-86BE-B3F1E85D01BB}" destId="{7039A147-FE75-4AF0-AD13-D06275979F93}" srcOrd="2" destOrd="0" presId="urn:microsoft.com/office/officeart/2005/8/layout/hProcess4"/>
    <dgm:cxn modelId="{D1593A67-810F-4A97-9148-77E20CC8DD90}" type="presParOf" srcId="{175B34F8-9884-43F6-86BE-B3F1E85D01BB}" destId="{B9DA649C-F4BB-4452-88D9-E445FB6A207C}" srcOrd="3" destOrd="0" presId="urn:microsoft.com/office/officeart/2005/8/layout/hProcess4"/>
    <dgm:cxn modelId="{C37FD91F-B968-4552-A614-A32280A06833}" type="presParOf" srcId="{175B34F8-9884-43F6-86BE-B3F1E85D01BB}" destId="{ACCB47EF-9A8F-433C-8452-7168754F2F62}"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AD8DF-68F1-49B2-910F-DBB7F383F38A}">
      <dsp:nvSpPr>
        <dsp:cNvPr id="0" name=""/>
        <dsp:cNvSpPr/>
      </dsp:nvSpPr>
      <dsp:spPr>
        <a:xfrm>
          <a:off x="6051" y="1228171"/>
          <a:ext cx="2047517" cy="1688773"/>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ctr" defTabSz="533400">
            <a:lnSpc>
              <a:spcPct val="90000"/>
            </a:lnSpc>
            <a:spcBef>
              <a:spcPct val="0"/>
            </a:spcBef>
            <a:spcAft>
              <a:spcPct val="15000"/>
            </a:spcAft>
            <a:buNone/>
          </a:pPr>
          <a:endParaRPr lang="en-IN" sz="1200" kern="1200" dirty="0"/>
        </a:p>
        <a:p>
          <a:pPr marL="114300" lvl="1" indent="-114300" algn="ctr" defTabSz="533400">
            <a:lnSpc>
              <a:spcPct val="90000"/>
            </a:lnSpc>
            <a:spcBef>
              <a:spcPct val="0"/>
            </a:spcBef>
            <a:spcAft>
              <a:spcPct val="15000"/>
            </a:spcAft>
            <a:buNone/>
          </a:pPr>
          <a:endParaRPr lang="en-IN" sz="1200" kern="1200" dirty="0"/>
        </a:p>
        <a:p>
          <a:pPr marL="114300" lvl="1" indent="-114300" algn="ctr" defTabSz="533400">
            <a:lnSpc>
              <a:spcPct val="90000"/>
            </a:lnSpc>
            <a:spcBef>
              <a:spcPct val="0"/>
            </a:spcBef>
            <a:spcAft>
              <a:spcPct val="15000"/>
            </a:spcAft>
            <a:buNone/>
          </a:pPr>
          <a:r>
            <a:rPr lang="en-US" sz="1200" kern="1200" dirty="0"/>
            <a:t>A user signs in, and ASP.NET Core Identity authenticates them.</a:t>
          </a:r>
          <a:endParaRPr lang="en-IN" sz="1200" kern="1200" dirty="0"/>
        </a:p>
      </dsp:txBody>
      <dsp:txXfrm>
        <a:off x="44914" y="1267034"/>
        <a:ext cx="1969791" cy="1249167"/>
      </dsp:txXfrm>
    </dsp:sp>
    <dsp:sp modelId="{1D655B2A-1095-4E80-AFFF-EE8401B99926}">
      <dsp:nvSpPr>
        <dsp:cNvPr id="0" name=""/>
        <dsp:cNvSpPr/>
      </dsp:nvSpPr>
      <dsp:spPr>
        <a:xfrm>
          <a:off x="952827" y="1393436"/>
          <a:ext cx="2384608" cy="2384608"/>
        </a:xfrm>
        <a:prstGeom prst="leftCircularArrow">
          <a:avLst>
            <a:gd name="adj1" fmla="val 3616"/>
            <a:gd name="adj2" fmla="val 449855"/>
            <a:gd name="adj3" fmla="val 2018557"/>
            <a:gd name="adj4" fmla="val 8817680"/>
            <a:gd name="adj5" fmla="val 4218"/>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EDBD2A5-22F1-4927-A856-3B7C3B9D7486}">
      <dsp:nvSpPr>
        <dsp:cNvPr id="0" name=""/>
        <dsp:cNvSpPr/>
      </dsp:nvSpPr>
      <dsp:spPr>
        <a:xfrm>
          <a:off x="471847" y="2586718"/>
          <a:ext cx="1504144" cy="59814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Authentication</a:t>
          </a:r>
          <a:endParaRPr lang="en-IN" sz="1700" kern="1200" dirty="0"/>
        </a:p>
      </dsp:txBody>
      <dsp:txXfrm>
        <a:off x="489366" y="2604237"/>
        <a:ext cx="1469106" cy="563110"/>
      </dsp:txXfrm>
    </dsp:sp>
    <dsp:sp modelId="{B7DD705D-9F4F-4E11-AF1C-8FF32FEC8648}">
      <dsp:nvSpPr>
        <dsp:cNvPr id="0" name=""/>
        <dsp:cNvSpPr/>
      </dsp:nvSpPr>
      <dsp:spPr>
        <a:xfrm>
          <a:off x="2474472" y="1156455"/>
          <a:ext cx="2047517" cy="1827029"/>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ctr" defTabSz="533400">
            <a:lnSpc>
              <a:spcPct val="90000"/>
            </a:lnSpc>
            <a:spcBef>
              <a:spcPct val="0"/>
            </a:spcBef>
            <a:spcAft>
              <a:spcPct val="15000"/>
            </a:spcAft>
            <a:buNone/>
          </a:pPr>
          <a:r>
            <a:rPr lang="en-US" sz="1200" kern="1200" dirty="0"/>
            <a:t>After successful authentication, a ClaimsPrincipal object is created. This object holds the user's identity and all their claims, including their assigned roles.</a:t>
          </a:r>
          <a:endParaRPr lang="en-IN" sz="1200" kern="1200" dirty="0"/>
        </a:p>
      </dsp:txBody>
      <dsp:txXfrm>
        <a:off x="2516517" y="1590007"/>
        <a:ext cx="1963427" cy="1351433"/>
      </dsp:txXfrm>
    </dsp:sp>
    <dsp:sp modelId="{91330AA0-67A3-40CB-8F2E-DC34B0E9B3D8}">
      <dsp:nvSpPr>
        <dsp:cNvPr id="0" name=""/>
        <dsp:cNvSpPr/>
      </dsp:nvSpPr>
      <dsp:spPr>
        <a:xfrm>
          <a:off x="3415935" y="300460"/>
          <a:ext cx="2583573" cy="2583573"/>
        </a:xfrm>
        <a:prstGeom prst="circularArrow">
          <a:avLst>
            <a:gd name="adj1" fmla="val 3337"/>
            <a:gd name="adj2" fmla="val 412464"/>
            <a:gd name="adj3" fmla="val 19648693"/>
            <a:gd name="adj4" fmla="val 12812179"/>
            <a:gd name="adj5" fmla="val 389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B51CF53-F73D-4262-A5C7-73AEAC8DA029}">
      <dsp:nvSpPr>
        <dsp:cNvPr id="0" name=""/>
        <dsp:cNvSpPr/>
      </dsp:nvSpPr>
      <dsp:spPr>
        <a:xfrm>
          <a:off x="2956753" y="930181"/>
          <a:ext cx="1504144" cy="59814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Claims Principal Creation</a:t>
          </a:r>
          <a:endParaRPr lang="en-IN" sz="1700" kern="1200" dirty="0"/>
        </a:p>
      </dsp:txBody>
      <dsp:txXfrm>
        <a:off x="2974272" y="947700"/>
        <a:ext cx="1469106" cy="563110"/>
      </dsp:txXfrm>
    </dsp:sp>
    <dsp:sp modelId="{D970F4C6-770D-44FC-B2B9-57C6792F7D60}">
      <dsp:nvSpPr>
        <dsp:cNvPr id="0" name=""/>
        <dsp:cNvSpPr/>
      </dsp:nvSpPr>
      <dsp:spPr>
        <a:xfrm>
          <a:off x="4942893" y="1228171"/>
          <a:ext cx="2047517" cy="1688773"/>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ctr" defTabSz="533400">
            <a:lnSpc>
              <a:spcPct val="90000"/>
            </a:lnSpc>
            <a:spcBef>
              <a:spcPct val="0"/>
            </a:spcBef>
            <a:spcAft>
              <a:spcPct val="15000"/>
            </a:spcAft>
            <a:buNone/>
          </a:pPr>
          <a:r>
            <a:rPr lang="en-US" sz="1200" kern="1200" dirty="0"/>
            <a:t>When the user tries to access a protected resource (e.g., an API endpoint or a web page), the Authorization Middleware checks the ClaimsPrincipal object.</a:t>
          </a:r>
          <a:endParaRPr lang="en-IN" sz="1200" kern="1200" dirty="0"/>
        </a:p>
      </dsp:txBody>
      <dsp:txXfrm>
        <a:off x="4981756" y="1267034"/>
        <a:ext cx="1969791" cy="1249167"/>
      </dsp:txXfrm>
    </dsp:sp>
    <dsp:sp modelId="{98DA2444-2879-4085-8903-5A0CE94622A2}">
      <dsp:nvSpPr>
        <dsp:cNvPr id="0" name=""/>
        <dsp:cNvSpPr/>
      </dsp:nvSpPr>
      <dsp:spPr>
        <a:xfrm>
          <a:off x="5964576" y="1457191"/>
          <a:ext cx="2303030" cy="2303030"/>
        </a:xfrm>
        <a:prstGeom prst="leftCircularArrow">
          <a:avLst>
            <a:gd name="adj1" fmla="val 3744"/>
            <a:gd name="adj2" fmla="val 467223"/>
            <a:gd name="adj3" fmla="val 2017406"/>
            <a:gd name="adj4" fmla="val 8799162"/>
            <a:gd name="adj5" fmla="val 4368"/>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079055-7E95-46E5-AA1C-4D762002F583}">
      <dsp:nvSpPr>
        <dsp:cNvPr id="0" name=""/>
        <dsp:cNvSpPr/>
      </dsp:nvSpPr>
      <dsp:spPr>
        <a:xfrm>
          <a:off x="5480121" y="2592215"/>
          <a:ext cx="1504144" cy="59814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Authorization Check</a:t>
          </a:r>
          <a:endParaRPr lang="en-IN" sz="1700" kern="1200" dirty="0"/>
        </a:p>
      </dsp:txBody>
      <dsp:txXfrm>
        <a:off x="5497640" y="2609734"/>
        <a:ext cx="1469106" cy="563110"/>
      </dsp:txXfrm>
    </dsp:sp>
    <dsp:sp modelId="{9C5EB2D8-F674-4A5E-955E-79C6BB0FC7B1}">
      <dsp:nvSpPr>
        <dsp:cNvPr id="0" name=""/>
        <dsp:cNvSpPr/>
      </dsp:nvSpPr>
      <dsp:spPr>
        <a:xfrm>
          <a:off x="7411314" y="1174996"/>
          <a:ext cx="2047517" cy="1790211"/>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ctr" defTabSz="533400">
            <a:lnSpc>
              <a:spcPct val="90000"/>
            </a:lnSpc>
            <a:spcBef>
              <a:spcPct val="0"/>
            </a:spcBef>
            <a:spcAft>
              <a:spcPct val="15000"/>
            </a:spcAft>
            <a:buNone/>
          </a:pPr>
          <a:r>
            <a:rPr lang="en-US" sz="1200" kern="1200" dirty="0"/>
            <a:t>The middleware uses the attributes (like [Authorize]) or policies defined for that resource to determine if the user's roles or claims meet the requirements</a:t>
          </a:r>
          <a:endParaRPr lang="en-IN" sz="1200" kern="1200" dirty="0"/>
        </a:p>
      </dsp:txBody>
      <dsp:txXfrm>
        <a:off x="7452512" y="1599810"/>
        <a:ext cx="1965121" cy="1324198"/>
      </dsp:txXfrm>
    </dsp:sp>
    <dsp:sp modelId="{11FB68B5-4CDD-4C64-AF4E-5D5EE4FA689F}">
      <dsp:nvSpPr>
        <dsp:cNvPr id="0" name=""/>
        <dsp:cNvSpPr/>
      </dsp:nvSpPr>
      <dsp:spPr>
        <a:xfrm>
          <a:off x="8435900" y="315445"/>
          <a:ext cx="2490455" cy="2490455"/>
        </a:xfrm>
        <a:prstGeom prst="circularArrow">
          <a:avLst>
            <a:gd name="adj1" fmla="val 3462"/>
            <a:gd name="adj2" fmla="val 429158"/>
            <a:gd name="adj3" fmla="val 19669718"/>
            <a:gd name="adj4" fmla="val 12849897"/>
            <a:gd name="adj5" fmla="val 4039"/>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83C2A7-3AFB-4E6B-A269-6C9EBC9B5224}">
      <dsp:nvSpPr>
        <dsp:cNvPr id="0" name=""/>
        <dsp:cNvSpPr/>
      </dsp:nvSpPr>
      <dsp:spPr>
        <a:xfrm>
          <a:off x="7976007" y="913834"/>
          <a:ext cx="1504144" cy="59814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Decision</a:t>
          </a:r>
          <a:endParaRPr lang="en-IN" sz="1700" kern="1200" dirty="0"/>
        </a:p>
      </dsp:txBody>
      <dsp:txXfrm>
        <a:off x="7993526" y="931353"/>
        <a:ext cx="1469106" cy="563110"/>
      </dsp:txXfrm>
    </dsp:sp>
    <dsp:sp modelId="{9F750AC4-1C45-4BC4-A584-F7AD04CB9C15}">
      <dsp:nvSpPr>
        <dsp:cNvPr id="0" name=""/>
        <dsp:cNvSpPr/>
      </dsp:nvSpPr>
      <dsp:spPr>
        <a:xfrm>
          <a:off x="9879735" y="1228171"/>
          <a:ext cx="2047517" cy="1688773"/>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ctr" defTabSz="533400">
            <a:lnSpc>
              <a:spcPct val="90000"/>
            </a:lnSpc>
            <a:spcBef>
              <a:spcPct val="0"/>
            </a:spcBef>
            <a:spcAft>
              <a:spcPct val="15000"/>
            </a:spcAft>
            <a:buNone/>
          </a:pPr>
          <a:r>
            <a:rPr lang="en-US" sz="1200" kern="1200" dirty="0"/>
            <a:t>If the requirements are met, the user is granted access. Otherwise, they are denied, and an HTTP 401 (Unauthorized) or 403 (forbidden) response is returned.</a:t>
          </a:r>
          <a:endParaRPr lang="en-IN" sz="1200" kern="1200" dirty="0"/>
        </a:p>
      </dsp:txBody>
      <dsp:txXfrm>
        <a:off x="9918598" y="1267034"/>
        <a:ext cx="1969791" cy="1249167"/>
      </dsp:txXfrm>
    </dsp:sp>
    <dsp:sp modelId="{B9DA649C-F4BB-4452-88D9-E445FB6A207C}">
      <dsp:nvSpPr>
        <dsp:cNvPr id="0" name=""/>
        <dsp:cNvSpPr/>
      </dsp:nvSpPr>
      <dsp:spPr>
        <a:xfrm>
          <a:off x="10416963" y="2652658"/>
          <a:ext cx="1504144" cy="59814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Access</a:t>
          </a:r>
          <a:endParaRPr lang="en-IN" sz="1700" kern="1200" dirty="0"/>
        </a:p>
      </dsp:txBody>
      <dsp:txXfrm>
        <a:off x="10434482" y="2670177"/>
        <a:ext cx="1469106" cy="56311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8.jpe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grpSp>
        <p:nvGrpSpPr>
          <p:cNvPr id="30" name="Group 2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31" name="Picture 30">
              <a:extLst>
                <a:ext uri="{FF2B5EF4-FFF2-40B4-BE49-F238E27FC236}">
                  <a16:creationId xmlns:a16="http://schemas.microsoft.com/office/drawing/2014/main" id="{B49C31A0-0173-45C3-B715-F73A797EA64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5" name="Picture 34">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0150094" y="861192"/>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21CS05101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of DBMS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Madhuresh R. Fichadiya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32094" y="6604000"/>
            <a:ext cx="7449671"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#2505CS311 (</a:t>
            </a:r>
            <a:r>
              <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Building RESTful APIs with ASP.NET Core</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Authentication, Authorization &amp; Security</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31180" y="5712647"/>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21CS05101(DBMS)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Introduction of DBMS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4" name="Group 13">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105840"/>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27313" y="599344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78003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7" name="Picture 26"/>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941827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rotWithShape="1">
          <a:blip r:embed="rId11"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9/12/2026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8484922" cy="2992436"/>
          </a:xfrm>
        </p:spPr>
        <p:txBody>
          <a:bodyPr/>
          <a:lstStyle/>
          <a:p>
            <a:r>
              <a:rPr lang="en-US" sz="4800" b="0" dirty="0">
                <a:latin typeface="Roboto Condensed Light" panose="02000000000000000000" pitchFamily="2" charset="0"/>
                <a:ea typeface="Roboto Condensed Light" panose="02000000000000000000" pitchFamily="2" charset="0"/>
              </a:rPr>
              <a:t>Unit-4</a:t>
            </a:r>
            <a:r>
              <a:rPr lang="en-US" dirty="0"/>
              <a:t> </a:t>
            </a:r>
            <a:br>
              <a:rPr lang="en-US" dirty="0"/>
            </a:br>
            <a:r>
              <a:rPr lang="en-IN" dirty="0">
                <a:effectLst/>
              </a:rPr>
              <a:t>Authentication, Authorization &amp; Security</a:t>
            </a:r>
            <a:endParaRPr lang="en-US" sz="6000" dirty="0">
              <a:effectLst/>
            </a:endParaRP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madhuresh.fichadiya@darshan.ac.in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8866961282</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84048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Madhuresh R Fichadiya</a:t>
            </a:r>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p:txBody>
          <a:bodyPr/>
          <a:lstStyle/>
          <a:p>
            <a:r>
              <a:rPr lang="en-US" dirty="0"/>
              <a:t>Building RESTful APIs with ASP.NET Core</a:t>
            </a:r>
          </a:p>
          <a:p>
            <a:r>
              <a:rPr lang="en-US" dirty="0"/>
              <a:t>#</a:t>
            </a:r>
            <a:r>
              <a:rPr lang="en-IN" dirty="0"/>
              <a:t>2505CS311</a:t>
            </a:r>
            <a:endParaRPr lang="en-US" dirty="0"/>
          </a:p>
        </p:txBody>
      </p:sp>
      <p:sp>
        <p:nvSpPr>
          <p:cNvPr id="5" name="Picture Placeholder 4">
            <a:extLst>
              <a:ext uri="{FF2B5EF4-FFF2-40B4-BE49-F238E27FC236}">
                <a16:creationId xmlns:a16="http://schemas.microsoft.com/office/drawing/2014/main" id="{24E3ECB2-0600-A76B-C8FA-529836CB886E}"/>
              </a:ext>
            </a:extLst>
          </p:cNvPr>
          <p:cNvSpPr>
            <a:spLocks noGrp="1"/>
          </p:cNvSpPr>
          <p:nvPr>
            <p:ph type="pic" sz="quarter" idx="10"/>
          </p:nvPr>
        </p:nvSpPr>
        <p:spPr/>
      </p:sp>
      <p:pic>
        <p:nvPicPr>
          <p:cNvPr id="6" name="Picture Placeholder 1">
            <a:extLst>
              <a:ext uri="{FF2B5EF4-FFF2-40B4-BE49-F238E27FC236}">
                <a16:creationId xmlns:a16="http://schemas.microsoft.com/office/drawing/2014/main" id="{32B0C495-7028-6AE2-5F3C-3E38062892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0638"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642879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126480" cy="3739485"/>
          </a:xfrm>
          <a:prstGeom prst="rect">
            <a:avLst/>
          </a:prstGeom>
          <a:noFill/>
        </p:spPr>
        <p:txBody>
          <a:bodyPr wrap="square" rtlCol="0">
            <a:spAutoFit/>
          </a:bodyPr>
          <a:lstStyle/>
          <a:p>
            <a:r>
              <a:rPr lang="en-US" sz="2400" b="1" dirty="0"/>
              <a:t>Outline</a:t>
            </a:r>
          </a:p>
          <a:p>
            <a:pPr marL="742950" lvl="1" indent="-285750">
              <a:lnSpc>
                <a:spcPct val="150000"/>
              </a:lnSpc>
              <a:buFont typeface="Arial" panose="020B0604020202020204" pitchFamily="34" charset="0"/>
              <a:buChar char="•"/>
            </a:pPr>
            <a:r>
              <a:rPr lang="en-US" dirty="0">
                <a:solidFill>
                  <a:schemeClr val="bg1">
                    <a:lumMod val="50000"/>
                  </a:schemeClr>
                </a:solidFill>
              </a:rPr>
              <a:t>Why API Security?</a:t>
            </a:r>
          </a:p>
          <a:p>
            <a:pPr marL="742950" lvl="1" indent="-285750">
              <a:lnSpc>
                <a:spcPct val="150000"/>
              </a:lnSpc>
              <a:buFont typeface="Arial" panose="020B0604020202020204" pitchFamily="34" charset="0"/>
              <a:buChar char="•"/>
            </a:pPr>
            <a:r>
              <a:rPr lang="en-US" dirty="0">
                <a:solidFill>
                  <a:schemeClr val="bg1">
                    <a:lumMod val="50000"/>
                  </a:schemeClr>
                </a:solidFill>
              </a:rPr>
              <a:t>Authentication v/s Authorization </a:t>
            </a:r>
          </a:p>
          <a:p>
            <a:pPr marL="742950" lvl="1" indent="-285750">
              <a:lnSpc>
                <a:spcPct val="150000"/>
              </a:lnSpc>
              <a:buFont typeface="Arial" panose="020B0604020202020204" pitchFamily="34" charset="0"/>
              <a:buChar char="•"/>
            </a:pPr>
            <a:r>
              <a:rPr lang="en-US" dirty="0">
                <a:solidFill>
                  <a:schemeClr val="bg1">
                    <a:lumMod val="50000"/>
                  </a:schemeClr>
                </a:solidFill>
              </a:rPr>
              <a:t>JWT Authentication</a:t>
            </a:r>
          </a:p>
          <a:p>
            <a:pPr marL="742950" lvl="1" indent="-285750">
              <a:lnSpc>
                <a:spcPct val="150000"/>
              </a:lnSpc>
              <a:buFont typeface="Arial" panose="020B0604020202020204" pitchFamily="34" charset="0"/>
              <a:buChar char="•"/>
            </a:pPr>
            <a:r>
              <a:rPr lang="en-US" dirty="0">
                <a:solidFill>
                  <a:schemeClr val="bg1">
                    <a:lumMod val="50000"/>
                  </a:schemeClr>
                </a:solidFill>
              </a:rPr>
              <a:t>Refresh Token Basics</a:t>
            </a:r>
          </a:p>
          <a:p>
            <a:pPr marL="742950" lvl="1" indent="-285750">
              <a:lnSpc>
                <a:spcPct val="150000"/>
              </a:lnSpc>
              <a:buFont typeface="Arial" panose="020B0604020202020204" pitchFamily="34" charset="0"/>
              <a:buChar char="•"/>
            </a:pPr>
            <a:r>
              <a:rPr lang="en-US" dirty="0">
                <a:solidFill>
                  <a:schemeClr val="bg1">
                    <a:lumMod val="50000"/>
                  </a:schemeClr>
                </a:solidFill>
              </a:rPr>
              <a:t>Role-Based Authorization</a:t>
            </a:r>
          </a:p>
          <a:p>
            <a:pPr marL="742950" lvl="1" indent="-285750">
              <a:lnSpc>
                <a:spcPct val="150000"/>
              </a:lnSpc>
              <a:buFont typeface="Arial" panose="020B0604020202020204" pitchFamily="34" charset="0"/>
              <a:buChar char="•"/>
            </a:pPr>
            <a:r>
              <a:rPr lang="en-US" dirty="0">
                <a:solidFill>
                  <a:schemeClr val="bg1">
                    <a:lumMod val="50000"/>
                  </a:schemeClr>
                </a:solidFill>
              </a:rPr>
              <a:t>Policy-Based Authorization</a:t>
            </a:r>
          </a:p>
          <a:p>
            <a:pPr marL="742950" lvl="1" indent="-285750">
              <a:lnSpc>
                <a:spcPct val="150000"/>
              </a:lnSpc>
              <a:buFont typeface="Arial" panose="020B0604020202020204" pitchFamily="34" charset="0"/>
              <a:buChar char="•"/>
            </a:pPr>
            <a:r>
              <a:rPr lang="en-US" dirty="0">
                <a:solidFill>
                  <a:schemeClr val="bg1">
                    <a:lumMod val="50000"/>
                  </a:schemeClr>
                </a:solidFill>
              </a:rPr>
              <a:t>CORS &amp; HTTPs Configuration</a:t>
            </a:r>
          </a:p>
          <a:p>
            <a:pPr marL="742950" lvl="1" indent="-285750">
              <a:lnSpc>
                <a:spcPct val="100000"/>
              </a:lnSpc>
              <a:buFont typeface="Arial" panose="020B0604020202020204" pitchFamily="34" charset="0"/>
              <a:buChar char="•"/>
            </a:pPr>
            <a:r>
              <a:rPr lang="en-US" dirty="0">
                <a:solidFill>
                  <a:schemeClr val="bg1">
                    <a:lumMod val="50000"/>
                  </a:schemeClr>
                </a:solidFill>
              </a:rPr>
              <a:t>Secure API Practices</a:t>
            </a:r>
          </a:p>
        </p:txBody>
      </p:sp>
    </p:spTree>
    <p:extLst>
      <p:ext uri="{BB962C8B-B14F-4D97-AF65-F5344CB8AC3E}">
        <p14:creationId xmlns:p14="http://schemas.microsoft.com/office/powerpoint/2010/main" val="347988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Why API Security?</a:t>
            </a:r>
          </a:p>
        </p:txBody>
      </p:sp>
      <p:sp>
        <p:nvSpPr>
          <p:cNvPr id="5" name="Text Placeholder 4"/>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2564232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3B0F9-D527-3562-6607-C001ABAD5A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20328E-D79B-0A08-CC28-6FB7D75E2130}"/>
              </a:ext>
            </a:extLst>
          </p:cNvPr>
          <p:cNvSpPr>
            <a:spLocks noGrp="1"/>
          </p:cNvSpPr>
          <p:nvPr>
            <p:ph idx="1"/>
          </p:nvPr>
        </p:nvSpPr>
        <p:spPr>
          <a:xfrm>
            <a:off x="131181" y="863444"/>
            <a:ext cx="5530198" cy="5590565"/>
          </a:xfrm>
        </p:spPr>
        <p:txBody>
          <a:bodyPr/>
          <a:lstStyle/>
          <a:p>
            <a:r>
              <a:rPr lang="en-IN" dirty="0"/>
              <a:t>A REST API often handles sensitive information:</a:t>
            </a:r>
          </a:p>
          <a:p>
            <a:pPr lvl="1"/>
            <a:r>
              <a:rPr lang="en-IN" dirty="0"/>
              <a:t>Student information </a:t>
            </a:r>
          </a:p>
          <a:p>
            <a:pPr lvl="1"/>
            <a:r>
              <a:rPr lang="en-IN" dirty="0"/>
              <a:t>User accounts </a:t>
            </a:r>
          </a:p>
          <a:p>
            <a:pPr lvl="1"/>
            <a:r>
              <a:rPr lang="en-IN" dirty="0"/>
              <a:t>Financial data </a:t>
            </a:r>
          </a:p>
          <a:p>
            <a:pPr lvl="1"/>
            <a:r>
              <a:rPr lang="en-IN" dirty="0"/>
              <a:t>Employee information </a:t>
            </a:r>
          </a:p>
          <a:p>
            <a:pPr lvl="1"/>
            <a:r>
              <a:rPr lang="en-IN" dirty="0"/>
              <a:t>Admission data </a:t>
            </a:r>
          </a:p>
          <a:p>
            <a:pPr lvl="1"/>
            <a:r>
              <a:rPr lang="en-IN" dirty="0"/>
              <a:t>Academic records </a:t>
            </a:r>
          </a:p>
          <a:p>
            <a:pPr lvl="1"/>
            <a:r>
              <a:rPr lang="en-IN" dirty="0"/>
              <a:t>Administrative operations</a:t>
            </a:r>
          </a:p>
          <a:p>
            <a:pPr lvl="1"/>
            <a:r>
              <a:rPr lang="en-IN" dirty="0"/>
              <a:t>Patient Records</a:t>
            </a:r>
          </a:p>
          <a:p>
            <a:r>
              <a:rPr lang="en-IN" dirty="0"/>
              <a:t>Without security: Anyone could potentially call </a:t>
            </a:r>
          </a:p>
          <a:p>
            <a:pPr lvl="1"/>
            <a:r>
              <a:rPr lang="en-IN" dirty="0"/>
              <a:t>GET /</a:t>
            </a:r>
            <a:r>
              <a:rPr lang="en-IN" dirty="0" err="1"/>
              <a:t>api</a:t>
            </a:r>
            <a:r>
              <a:rPr lang="en-IN" dirty="0"/>
              <a:t>/students</a:t>
            </a:r>
          </a:p>
          <a:p>
            <a:pPr lvl="1"/>
            <a:r>
              <a:rPr lang="en-IN" dirty="0"/>
              <a:t>DELETE /</a:t>
            </a:r>
            <a:r>
              <a:rPr lang="en-IN" dirty="0" err="1"/>
              <a:t>api</a:t>
            </a:r>
            <a:r>
              <a:rPr lang="en-IN" dirty="0"/>
              <a:t>/students/10</a:t>
            </a:r>
          </a:p>
          <a:p>
            <a:pPr lvl="1"/>
            <a:r>
              <a:rPr lang="en-IN" dirty="0"/>
              <a:t>POST /</a:t>
            </a:r>
            <a:r>
              <a:rPr lang="en-IN" dirty="0" err="1"/>
              <a:t>api</a:t>
            </a:r>
            <a:r>
              <a:rPr lang="en-IN" dirty="0"/>
              <a:t>/users</a:t>
            </a:r>
          </a:p>
          <a:p>
            <a:endParaRPr lang="en-US" dirty="0"/>
          </a:p>
        </p:txBody>
      </p:sp>
      <p:sp>
        <p:nvSpPr>
          <p:cNvPr id="3" name="Title 2">
            <a:extLst>
              <a:ext uri="{FF2B5EF4-FFF2-40B4-BE49-F238E27FC236}">
                <a16:creationId xmlns:a16="http://schemas.microsoft.com/office/drawing/2014/main" id="{02C92DF2-F437-8229-1C90-A4F7A01EFC4B}"/>
              </a:ext>
            </a:extLst>
          </p:cNvPr>
          <p:cNvSpPr>
            <a:spLocks noGrp="1"/>
          </p:cNvSpPr>
          <p:nvPr>
            <p:ph type="title"/>
          </p:nvPr>
        </p:nvSpPr>
        <p:spPr/>
        <p:txBody>
          <a:bodyPr/>
          <a:lstStyle/>
          <a:p>
            <a:r>
              <a:rPr lang="en-US" dirty="0"/>
              <a:t>Why API Security?</a:t>
            </a:r>
            <a:endParaRPr lang="en-IN" dirty="0"/>
          </a:p>
        </p:txBody>
      </p:sp>
      <p:sp>
        <p:nvSpPr>
          <p:cNvPr id="4" name="Content Placeholder 1">
            <a:extLst>
              <a:ext uri="{FF2B5EF4-FFF2-40B4-BE49-F238E27FC236}">
                <a16:creationId xmlns:a16="http://schemas.microsoft.com/office/drawing/2014/main" id="{3EB5743B-E236-61A6-5A1A-CA951FE2BDEF}"/>
              </a:ext>
            </a:extLst>
          </p:cNvPr>
          <p:cNvSpPr txBox="1">
            <a:spLocks/>
          </p:cNvSpPr>
          <p:nvPr/>
        </p:nvSpPr>
        <p:spPr>
          <a:xfrm>
            <a:off x="5978826" y="863444"/>
            <a:ext cx="553019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5" name="Rectangle 4">
            <a:extLst>
              <a:ext uri="{FF2B5EF4-FFF2-40B4-BE49-F238E27FC236}">
                <a16:creationId xmlns:a16="http://schemas.microsoft.com/office/drawing/2014/main" id="{8E0ABD6B-BFD5-5C07-59A5-56D60D0FC414}"/>
              </a:ext>
            </a:extLst>
          </p:cNvPr>
          <p:cNvSpPr/>
          <p:nvPr/>
        </p:nvSpPr>
        <p:spPr>
          <a:xfrm>
            <a:off x="8455377" y="1512711"/>
            <a:ext cx="1981200" cy="37705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Client</a:t>
            </a:r>
            <a:endParaRPr lang="en-IN" dirty="0">
              <a:solidFill>
                <a:sysClr val="windowText" lastClr="000000"/>
              </a:solidFill>
            </a:endParaRPr>
          </a:p>
        </p:txBody>
      </p:sp>
      <p:sp>
        <p:nvSpPr>
          <p:cNvPr id="7" name="Rectangle 6">
            <a:extLst>
              <a:ext uri="{FF2B5EF4-FFF2-40B4-BE49-F238E27FC236}">
                <a16:creationId xmlns:a16="http://schemas.microsoft.com/office/drawing/2014/main" id="{ACEB363B-42FF-189C-B629-945743CFCC7A}"/>
              </a:ext>
            </a:extLst>
          </p:cNvPr>
          <p:cNvSpPr/>
          <p:nvPr/>
        </p:nvSpPr>
        <p:spPr>
          <a:xfrm>
            <a:off x="8455375" y="2205604"/>
            <a:ext cx="1981201" cy="37705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Authentication</a:t>
            </a:r>
            <a:endParaRPr lang="en-IN" dirty="0">
              <a:solidFill>
                <a:sysClr val="windowText" lastClr="000000"/>
              </a:solidFill>
            </a:endParaRPr>
          </a:p>
        </p:txBody>
      </p:sp>
      <p:sp>
        <p:nvSpPr>
          <p:cNvPr id="9" name="Rectangle 8">
            <a:extLst>
              <a:ext uri="{FF2B5EF4-FFF2-40B4-BE49-F238E27FC236}">
                <a16:creationId xmlns:a16="http://schemas.microsoft.com/office/drawing/2014/main" id="{28E2B4CE-92E8-6700-81B1-3332BB3F41E5}"/>
              </a:ext>
            </a:extLst>
          </p:cNvPr>
          <p:cNvSpPr/>
          <p:nvPr/>
        </p:nvSpPr>
        <p:spPr>
          <a:xfrm>
            <a:off x="8455375" y="2898498"/>
            <a:ext cx="1981201" cy="37705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Authorization</a:t>
            </a:r>
          </a:p>
        </p:txBody>
      </p:sp>
      <p:sp>
        <p:nvSpPr>
          <p:cNvPr id="13" name="Rectangle 12">
            <a:extLst>
              <a:ext uri="{FF2B5EF4-FFF2-40B4-BE49-F238E27FC236}">
                <a16:creationId xmlns:a16="http://schemas.microsoft.com/office/drawing/2014/main" id="{CCE84106-DE70-689E-A143-622AFCE290C0}"/>
              </a:ext>
            </a:extLst>
          </p:cNvPr>
          <p:cNvSpPr/>
          <p:nvPr/>
        </p:nvSpPr>
        <p:spPr>
          <a:xfrm>
            <a:off x="8455375" y="3582451"/>
            <a:ext cx="1981201" cy="37705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API</a:t>
            </a:r>
          </a:p>
        </p:txBody>
      </p:sp>
      <p:sp>
        <p:nvSpPr>
          <p:cNvPr id="15" name="Rectangle 14">
            <a:extLst>
              <a:ext uri="{FF2B5EF4-FFF2-40B4-BE49-F238E27FC236}">
                <a16:creationId xmlns:a16="http://schemas.microsoft.com/office/drawing/2014/main" id="{348F5F79-AEC0-534B-2768-0D5A6EE22ED4}"/>
              </a:ext>
            </a:extLst>
          </p:cNvPr>
          <p:cNvSpPr/>
          <p:nvPr/>
        </p:nvSpPr>
        <p:spPr>
          <a:xfrm>
            <a:off x="8455375" y="4266404"/>
            <a:ext cx="1981201" cy="37705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Database</a:t>
            </a:r>
          </a:p>
        </p:txBody>
      </p:sp>
      <p:cxnSp>
        <p:nvCxnSpPr>
          <p:cNvPr id="17" name="Straight Arrow Connector 16">
            <a:extLst>
              <a:ext uri="{FF2B5EF4-FFF2-40B4-BE49-F238E27FC236}">
                <a16:creationId xmlns:a16="http://schemas.microsoft.com/office/drawing/2014/main" id="{25A08EBA-04AA-E53B-5B21-D6C71E7E8D12}"/>
              </a:ext>
            </a:extLst>
          </p:cNvPr>
          <p:cNvCxnSpPr>
            <a:cxnSpLocks/>
            <a:stCxn id="5" idx="2"/>
            <a:endCxn id="7" idx="0"/>
          </p:cNvCxnSpPr>
          <p:nvPr/>
        </p:nvCxnSpPr>
        <p:spPr>
          <a:xfrm flipH="1">
            <a:off x="9445976" y="1889762"/>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7F8B818-043F-D65F-C73B-49AC2338C754}"/>
              </a:ext>
            </a:extLst>
          </p:cNvPr>
          <p:cNvCxnSpPr>
            <a:cxnSpLocks/>
          </p:cNvCxnSpPr>
          <p:nvPr/>
        </p:nvCxnSpPr>
        <p:spPr>
          <a:xfrm flipH="1">
            <a:off x="9445974" y="2573715"/>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7EBC1AF-3ECF-F5B0-E568-FEB6801DDFA0}"/>
              </a:ext>
            </a:extLst>
          </p:cNvPr>
          <p:cNvCxnSpPr>
            <a:cxnSpLocks/>
          </p:cNvCxnSpPr>
          <p:nvPr/>
        </p:nvCxnSpPr>
        <p:spPr>
          <a:xfrm flipH="1">
            <a:off x="9445974" y="3284491"/>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2CB6824-94EF-3262-0BF8-A2A16CECC748}"/>
              </a:ext>
            </a:extLst>
          </p:cNvPr>
          <p:cNvCxnSpPr>
            <a:cxnSpLocks/>
          </p:cNvCxnSpPr>
          <p:nvPr/>
        </p:nvCxnSpPr>
        <p:spPr>
          <a:xfrm flipH="1">
            <a:off x="9445974" y="3950562"/>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F61532A-FFF2-83EF-F0A9-7C72ED5EACC4}"/>
              </a:ext>
            </a:extLst>
          </p:cNvPr>
          <p:cNvSpPr txBox="1"/>
          <p:nvPr/>
        </p:nvSpPr>
        <p:spPr>
          <a:xfrm>
            <a:off x="10558732" y="2214545"/>
            <a:ext cx="422694" cy="368111"/>
          </a:xfrm>
          <a:prstGeom prst="rect">
            <a:avLst/>
          </a:prstGeom>
          <a:noFill/>
        </p:spPr>
        <p:txBody>
          <a:bodyPr wrap="square" rtlCol="0">
            <a:spAutoFit/>
          </a:bodyPr>
          <a:lstStyle/>
          <a:p>
            <a:r>
              <a:rPr lang="en-US" b="1" dirty="0"/>
              <a:t>??</a:t>
            </a:r>
            <a:endParaRPr lang="en-IN" b="1" dirty="0"/>
          </a:p>
        </p:txBody>
      </p:sp>
      <p:sp>
        <p:nvSpPr>
          <p:cNvPr id="10" name="TextBox 9">
            <a:extLst>
              <a:ext uri="{FF2B5EF4-FFF2-40B4-BE49-F238E27FC236}">
                <a16:creationId xmlns:a16="http://schemas.microsoft.com/office/drawing/2014/main" id="{F59EE0CF-2C6A-4517-319D-28D2C2B12A58}"/>
              </a:ext>
            </a:extLst>
          </p:cNvPr>
          <p:cNvSpPr txBox="1"/>
          <p:nvPr/>
        </p:nvSpPr>
        <p:spPr>
          <a:xfrm>
            <a:off x="10558732" y="2901491"/>
            <a:ext cx="422694" cy="368111"/>
          </a:xfrm>
          <a:prstGeom prst="rect">
            <a:avLst/>
          </a:prstGeom>
          <a:noFill/>
        </p:spPr>
        <p:txBody>
          <a:bodyPr wrap="square" rtlCol="0">
            <a:spAutoFit/>
          </a:bodyPr>
          <a:lstStyle/>
          <a:p>
            <a:r>
              <a:rPr lang="en-US" b="1" dirty="0"/>
              <a:t>??</a:t>
            </a:r>
            <a:endParaRPr lang="en-IN" b="1" dirty="0"/>
          </a:p>
        </p:txBody>
      </p:sp>
    </p:spTree>
    <p:extLst>
      <p:ext uri="{BB962C8B-B14F-4D97-AF65-F5344CB8AC3E}">
        <p14:creationId xmlns:p14="http://schemas.microsoft.com/office/powerpoint/2010/main" val="46376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3" grpId="0" animBg="1"/>
      <p:bldP spid="15" grpId="0" animBg="1"/>
      <p:bldP spid="6"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8625F07-5FF3-D709-44D2-89C52FD7EEFC}"/>
              </a:ext>
            </a:extLst>
          </p:cNvPr>
          <p:cNvGraphicFramePr>
            <a:graphicFrameLocks noGrp="1"/>
          </p:cNvGraphicFramePr>
          <p:nvPr>
            <p:ph idx="1"/>
            <p:extLst>
              <p:ext uri="{D42A27DB-BD31-4B8C-83A1-F6EECF244321}">
                <p14:modId xmlns:p14="http://schemas.microsoft.com/office/powerpoint/2010/main" val="1606363269"/>
              </p:ext>
            </p:extLst>
          </p:nvPr>
        </p:nvGraphicFramePr>
        <p:xfrm>
          <a:off x="131763" y="863600"/>
          <a:ext cx="11928474" cy="3774440"/>
        </p:xfrm>
        <a:graphic>
          <a:graphicData uri="http://schemas.openxmlformats.org/drawingml/2006/table">
            <a:tbl>
              <a:tblPr firstRow="1" bandRow="1">
                <a:tableStyleId>{5C22544A-7EE6-4342-B048-85BDC9FD1C3A}</a:tableStyleId>
              </a:tblPr>
              <a:tblGrid>
                <a:gridCol w="2600148">
                  <a:extLst>
                    <a:ext uri="{9D8B030D-6E8A-4147-A177-3AD203B41FA5}">
                      <a16:colId xmlns:a16="http://schemas.microsoft.com/office/drawing/2014/main" val="2553759222"/>
                    </a:ext>
                  </a:extLst>
                </a:gridCol>
                <a:gridCol w="4549422">
                  <a:extLst>
                    <a:ext uri="{9D8B030D-6E8A-4147-A177-3AD203B41FA5}">
                      <a16:colId xmlns:a16="http://schemas.microsoft.com/office/drawing/2014/main" val="72562680"/>
                    </a:ext>
                  </a:extLst>
                </a:gridCol>
                <a:gridCol w="4778904">
                  <a:extLst>
                    <a:ext uri="{9D8B030D-6E8A-4147-A177-3AD203B41FA5}">
                      <a16:colId xmlns:a16="http://schemas.microsoft.com/office/drawing/2014/main" val="51359509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Feature</a:t>
                      </a:r>
                      <a:endParaRPr lang="en-IN" b="1" dirty="0"/>
                    </a:p>
                  </a:txBody>
                  <a:tcPr/>
                </a:tc>
                <a:tc>
                  <a:txBody>
                    <a:bodyPr/>
                    <a:lstStyle/>
                    <a:p>
                      <a:r>
                        <a:rPr lang="en-IN" dirty="0"/>
                        <a:t>Authentication (</a:t>
                      </a:r>
                      <a:r>
                        <a:rPr lang="en-IN" dirty="0">
                          <a:solidFill>
                            <a:srgbClr val="B71B1C"/>
                          </a:solidFill>
                        </a:rPr>
                        <a:t>Who are you?</a:t>
                      </a:r>
                      <a:r>
                        <a:rPr lang="en-IN" dirty="0"/>
                        <a:t>)</a:t>
                      </a:r>
                    </a:p>
                  </a:txBody>
                  <a:tcPr/>
                </a:tc>
                <a:tc>
                  <a:txBody>
                    <a:bodyPr/>
                    <a:lstStyle/>
                    <a:p>
                      <a:r>
                        <a:rPr lang="en-IN" dirty="0"/>
                        <a:t>Authorization (</a:t>
                      </a:r>
                      <a:r>
                        <a:rPr lang="en-IN" dirty="0">
                          <a:solidFill>
                            <a:srgbClr val="B71B1C"/>
                          </a:solidFill>
                        </a:rPr>
                        <a:t>What are you allowed to do?</a:t>
                      </a:r>
                      <a:r>
                        <a:rPr lang="en-IN" dirty="0"/>
                        <a:t>)</a:t>
                      </a:r>
                    </a:p>
                  </a:txBody>
                  <a:tcPr/>
                </a:tc>
                <a:extLst>
                  <a:ext uri="{0D108BD9-81ED-4DB2-BD59-A6C34878D82A}">
                    <a16:rowId xmlns:a16="http://schemas.microsoft.com/office/drawing/2014/main" val="3282342184"/>
                  </a:ext>
                </a:extLst>
              </a:tr>
              <a:tr h="370840">
                <a:tc>
                  <a:txBody>
                    <a:bodyPr/>
                    <a:lstStyle/>
                    <a:p>
                      <a:pPr>
                        <a:buNone/>
                      </a:pPr>
                      <a:r>
                        <a:rPr lang="en-IN" b="1"/>
                        <a:t>Definition</a:t>
                      </a:r>
                    </a:p>
                  </a:txBody>
                  <a:tcPr anchor="ctr"/>
                </a:tc>
                <a:tc>
                  <a:txBody>
                    <a:bodyPr/>
                    <a:lstStyle/>
                    <a:p>
                      <a:pPr>
                        <a:buNone/>
                      </a:pPr>
                      <a:r>
                        <a:rPr lang="en-US" dirty="0"/>
                        <a:t>Process of </a:t>
                      </a:r>
                      <a:r>
                        <a:rPr lang="en-US" b="1" dirty="0"/>
                        <a:t>verifying who the user is</a:t>
                      </a:r>
                    </a:p>
                  </a:txBody>
                  <a:tcPr anchor="ctr"/>
                </a:tc>
                <a:tc>
                  <a:txBody>
                    <a:bodyPr/>
                    <a:lstStyle/>
                    <a:p>
                      <a:pPr>
                        <a:buNone/>
                      </a:pPr>
                      <a:r>
                        <a:rPr lang="en-US" dirty="0"/>
                        <a:t>Process of </a:t>
                      </a:r>
                      <a:r>
                        <a:rPr lang="en-US" b="1" dirty="0"/>
                        <a:t>determining what the user can access</a:t>
                      </a:r>
                    </a:p>
                  </a:txBody>
                  <a:tcPr anchor="ctr"/>
                </a:tc>
                <a:extLst>
                  <a:ext uri="{0D108BD9-81ED-4DB2-BD59-A6C34878D82A}">
                    <a16:rowId xmlns:a16="http://schemas.microsoft.com/office/drawing/2014/main" val="2590474235"/>
                  </a:ext>
                </a:extLst>
              </a:tr>
              <a:tr h="370840">
                <a:tc>
                  <a:txBody>
                    <a:bodyPr/>
                    <a:lstStyle/>
                    <a:p>
                      <a:pPr>
                        <a:buNone/>
                      </a:pPr>
                      <a:r>
                        <a:rPr lang="en-IN" b="1"/>
                        <a:t>Purpose</a:t>
                      </a:r>
                    </a:p>
                  </a:txBody>
                  <a:tcPr anchor="ctr"/>
                </a:tc>
                <a:tc>
                  <a:txBody>
                    <a:bodyPr/>
                    <a:lstStyle/>
                    <a:p>
                      <a:pPr>
                        <a:buNone/>
                      </a:pPr>
                      <a:r>
                        <a:rPr lang="en-IN" b="1" dirty="0"/>
                        <a:t>Identity verification</a:t>
                      </a:r>
                    </a:p>
                  </a:txBody>
                  <a:tcPr anchor="ctr"/>
                </a:tc>
                <a:tc>
                  <a:txBody>
                    <a:bodyPr/>
                    <a:lstStyle/>
                    <a:p>
                      <a:pPr>
                        <a:buNone/>
                      </a:pPr>
                      <a:r>
                        <a:rPr lang="en-IN" b="1" dirty="0"/>
                        <a:t>Access control</a:t>
                      </a:r>
                    </a:p>
                  </a:txBody>
                  <a:tcPr anchor="ctr"/>
                </a:tc>
                <a:extLst>
                  <a:ext uri="{0D108BD9-81ED-4DB2-BD59-A6C34878D82A}">
                    <a16:rowId xmlns:a16="http://schemas.microsoft.com/office/drawing/2014/main" val="3531994835"/>
                  </a:ext>
                </a:extLst>
              </a:tr>
              <a:tr h="370840">
                <a:tc>
                  <a:txBody>
                    <a:bodyPr/>
                    <a:lstStyle/>
                    <a:p>
                      <a:pPr>
                        <a:buNone/>
                      </a:pPr>
                      <a:r>
                        <a:rPr lang="en-IN" b="1"/>
                        <a:t>When it happens</a:t>
                      </a:r>
                    </a:p>
                  </a:txBody>
                  <a:tcPr anchor="ctr"/>
                </a:tc>
                <a:tc>
                  <a:txBody>
                    <a:bodyPr/>
                    <a:lstStyle/>
                    <a:p>
                      <a:pPr>
                        <a:buNone/>
                      </a:pPr>
                      <a:r>
                        <a:rPr lang="en-IN" dirty="0"/>
                        <a:t>First step (Login)</a:t>
                      </a:r>
                    </a:p>
                  </a:txBody>
                  <a:tcPr anchor="ctr"/>
                </a:tc>
                <a:tc>
                  <a:txBody>
                    <a:bodyPr/>
                    <a:lstStyle/>
                    <a:p>
                      <a:pPr>
                        <a:buNone/>
                      </a:pPr>
                      <a:r>
                        <a:rPr lang="en-US" dirty="0"/>
                        <a:t>After Authentication (once identity is confirmed)</a:t>
                      </a:r>
                    </a:p>
                  </a:txBody>
                  <a:tcPr anchor="ctr"/>
                </a:tc>
                <a:extLst>
                  <a:ext uri="{0D108BD9-81ED-4DB2-BD59-A6C34878D82A}">
                    <a16:rowId xmlns:a16="http://schemas.microsoft.com/office/drawing/2014/main" val="782141093"/>
                  </a:ext>
                </a:extLst>
              </a:tr>
              <a:tr h="370840">
                <a:tc>
                  <a:txBody>
                    <a:bodyPr/>
                    <a:lstStyle/>
                    <a:p>
                      <a:pPr>
                        <a:buNone/>
                      </a:pPr>
                      <a:r>
                        <a:rPr lang="en-IN" b="1" dirty="0"/>
                        <a:t>Basis</a:t>
                      </a:r>
                    </a:p>
                  </a:txBody>
                  <a:tcPr anchor="ctr"/>
                </a:tc>
                <a:tc>
                  <a:txBody>
                    <a:bodyPr/>
                    <a:lstStyle/>
                    <a:p>
                      <a:pPr>
                        <a:buNone/>
                      </a:pPr>
                      <a:r>
                        <a:rPr lang="en-IN"/>
                        <a:t>Credentials (username, password, token, biometrics, etc.)</a:t>
                      </a:r>
                    </a:p>
                  </a:txBody>
                  <a:tcPr anchor="ctr"/>
                </a:tc>
                <a:tc>
                  <a:txBody>
                    <a:bodyPr/>
                    <a:lstStyle/>
                    <a:p>
                      <a:pPr>
                        <a:buNone/>
                      </a:pPr>
                      <a:r>
                        <a:rPr lang="en-IN"/>
                        <a:t>Roles, claims, policies, or permissions</a:t>
                      </a:r>
                    </a:p>
                  </a:txBody>
                  <a:tcPr anchor="ctr"/>
                </a:tc>
                <a:extLst>
                  <a:ext uri="{0D108BD9-81ED-4DB2-BD59-A6C34878D82A}">
                    <a16:rowId xmlns:a16="http://schemas.microsoft.com/office/drawing/2014/main" val="1225825425"/>
                  </a:ext>
                </a:extLst>
              </a:tr>
              <a:tr h="370840">
                <a:tc>
                  <a:txBody>
                    <a:bodyPr/>
                    <a:lstStyle/>
                    <a:p>
                      <a:pPr>
                        <a:buNone/>
                      </a:pPr>
                      <a:r>
                        <a:rPr lang="en-IN" b="1"/>
                        <a:t>Output</a:t>
                      </a:r>
                    </a:p>
                  </a:txBody>
                  <a:tcPr anchor="ctr"/>
                </a:tc>
                <a:tc>
                  <a:txBody>
                    <a:bodyPr/>
                    <a:lstStyle/>
                    <a:p>
                      <a:pPr>
                        <a:buNone/>
                      </a:pPr>
                      <a:r>
                        <a:rPr lang="en-US" dirty="0"/>
                        <a:t>User is authenticated (logged in) or rejected</a:t>
                      </a:r>
                    </a:p>
                  </a:txBody>
                  <a:tcPr anchor="ctr"/>
                </a:tc>
                <a:tc>
                  <a:txBody>
                    <a:bodyPr/>
                    <a:lstStyle/>
                    <a:p>
                      <a:pPr>
                        <a:buNone/>
                      </a:pPr>
                      <a:r>
                        <a:rPr lang="en-US" dirty="0"/>
                        <a:t>User is granted/denied access to the resources</a:t>
                      </a:r>
                    </a:p>
                  </a:txBody>
                  <a:tcPr anchor="ctr"/>
                </a:tc>
                <a:extLst>
                  <a:ext uri="{0D108BD9-81ED-4DB2-BD59-A6C34878D82A}">
                    <a16:rowId xmlns:a16="http://schemas.microsoft.com/office/drawing/2014/main" val="3545648553"/>
                  </a:ext>
                </a:extLst>
              </a:tr>
              <a:tr h="370840">
                <a:tc>
                  <a:txBody>
                    <a:bodyPr/>
                    <a:lstStyle/>
                    <a:p>
                      <a:pPr>
                        <a:buNone/>
                      </a:pPr>
                      <a:r>
                        <a:rPr lang="en-IN" b="1"/>
                        <a:t>Example</a:t>
                      </a:r>
                    </a:p>
                  </a:txBody>
                  <a:tcPr anchor="ctr"/>
                </a:tc>
                <a:tc>
                  <a:txBody>
                    <a:bodyPr/>
                    <a:lstStyle/>
                    <a:p>
                      <a:pPr>
                        <a:buNone/>
                      </a:pPr>
                      <a:r>
                        <a:rPr lang="en-US" dirty="0"/>
                        <a:t>A student logs in with their University ID &amp; password</a:t>
                      </a:r>
                    </a:p>
                  </a:txBody>
                  <a:tcPr anchor="ctr"/>
                </a:tc>
                <a:tc>
                  <a:txBody>
                    <a:bodyPr/>
                    <a:lstStyle/>
                    <a:p>
                      <a:pPr>
                        <a:buNone/>
                      </a:pPr>
                      <a:r>
                        <a:rPr lang="en-US"/>
                        <a:t>After login, only students in "Admin" role can access exam results management</a:t>
                      </a:r>
                    </a:p>
                  </a:txBody>
                  <a:tcPr anchor="ctr"/>
                </a:tc>
                <a:extLst>
                  <a:ext uri="{0D108BD9-81ED-4DB2-BD59-A6C34878D82A}">
                    <a16:rowId xmlns:a16="http://schemas.microsoft.com/office/drawing/2014/main" val="2134391678"/>
                  </a:ext>
                </a:extLst>
              </a:tr>
              <a:tr h="370840">
                <a:tc>
                  <a:txBody>
                    <a:bodyPr/>
                    <a:lstStyle/>
                    <a:p>
                      <a:pPr>
                        <a:buNone/>
                      </a:pPr>
                      <a:r>
                        <a:rPr lang="en-IN" b="1" dirty="0"/>
                        <a:t>.NET Core Example</a:t>
                      </a:r>
                    </a:p>
                  </a:txBody>
                  <a:tcPr anchor="ctr"/>
                </a:tc>
                <a:tc>
                  <a:txBody>
                    <a:bodyPr/>
                    <a:lstStyle/>
                    <a:p>
                      <a:pPr>
                        <a:buNone/>
                      </a:pPr>
                      <a:r>
                        <a:rPr lang="en-US"/>
                        <a:t>services.AddAuthentication() → Validates JWT / Cookie login</a:t>
                      </a:r>
                    </a:p>
                  </a:txBody>
                  <a:tcPr anchor="ctr"/>
                </a:tc>
                <a:tc>
                  <a:txBody>
                    <a:bodyPr/>
                    <a:lstStyle/>
                    <a:p>
                      <a:pPr>
                        <a:buNone/>
                      </a:pPr>
                      <a:r>
                        <a:rPr lang="en-US" dirty="0"/>
                        <a:t>[Authorize(Roles = "Admin")] → Restricts access to certain actions</a:t>
                      </a:r>
                    </a:p>
                  </a:txBody>
                  <a:tcPr anchor="ctr"/>
                </a:tc>
                <a:extLst>
                  <a:ext uri="{0D108BD9-81ED-4DB2-BD59-A6C34878D82A}">
                    <a16:rowId xmlns:a16="http://schemas.microsoft.com/office/drawing/2014/main" val="2075714981"/>
                  </a:ext>
                </a:extLst>
              </a:tr>
            </a:tbl>
          </a:graphicData>
        </a:graphic>
      </p:graphicFrame>
      <p:sp>
        <p:nvSpPr>
          <p:cNvPr id="3" name="Title 2">
            <a:extLst>
              <a:ext uri="{FF2B5EF4-FFF2-40B4-BE49-F238E27FC236}">
                <a16:creationId xmlns:a16="http://schemas.microsoft.com/office/drawing/2014/main" id="{B24AF31A-B5C9-DFCC-A3DE-AAF63676319F}"/>
              </a:ext>
            </a:extLst>
          </p:cNvPr>
          <p:cNvSpPr>
            <a:spLocks noGrp="1"/>
          </p:cNvSpPr>
          <p:nvPr>
            <p:ph type="title"/>
          </p:nvPr>
        </p:nvSpPr>
        <p:spPr/>
        <p:txBody>
          <a:bodyPr/>
          <a:lstStyle/>
          <a:p>
            <a:r>
              <a:rPr lang="en-IN" dirty="0"/>
              <a:t>Authentication v/s Authorization </a:t>
            </a:r>
          </a:p>
        </p:txBody>
      </p:sp>
    </p:spTree>
    <p:extLst>
      <p:ext uri="{BB962C8B-B14F-4D97-AF65-F5344CB8AC3E}">
        <p14:creationId xmlns:p14="http://schemas.microsoft.com/office/powerpoint/2010/main" val="184721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4E1CBA-6108-C608-738B-3BF632509EC1}"/>
              </a:ext>
            </a:extLst>
          </p:cNvPr>
          <p:cNvSpPr>
            <a:spLocks noGrp="1"/>
          </p:cNvSpPr>
          <p:nvPr>
            <p:ph type="title"/>
          </p:nvPr>
        </p:nvSpPr>
        <p:spPr/>
        <p:txBody>
          <a:bodyPr/>
          <a:lstStyle/>
          <a:p>
            <a:r>
              <a:rPr lang="en-US" dirty="0"/>
              <a:t>Example</a:t>
            </a:r>
            <a:endParaRPr lang="en-IN" dirty="0"/>
          </a:p>
        </p:txBody>
      </p:sp>
      <p:sp>
        <p:nvSpPr>
          <p:cNvPr id="4" name="Rectangle 3">
            <a:extLst>
              <a:ext uri="{FF2B5EF4-FFF2-40B4-BE49-F238E27FC236}">
                <a16:creationId xmlns:a16="http://schemas.microsoft.com/office/drawing/2014/main" id="{FC0DEC82-5981-91FD-BAD9-AC1AE11E7D97}"/>
              </a:ext>
            </a:extLst>
          </p:cNvPr>
          <p:cNvSpPr/>
          <p:nvPr/>
        </p:nvSpPr>
        <p:spPr>
          <a:xfrm>
            <a:off x="3176010" y="1495545"/>
            <a:ext cx="1766711" cy="35575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Login</a:t>
            </a:r>
          </a:p>
        </p:txBody>
      </p:sp>
      <p:sp>
        <p:nvSpPr>
          <p:cNvPr id="6" name="Double Wave 5">
            <a:extLst>
              <a:ext uri="{FF2B5EF4-FFF2-40B4-BE49-F238E27FC236}">
                <a16:creationId xmlns:a16="http://schemas.microsoft.com/office/drawing/2014/main" id="{FDD059FC-9566-4C14-529E-88787A504948}"/>
              </a:ext>
            </a:extLst>
          </p:cNvPr>
          <p:cNvSpPr/>
          <p:nvPr/>
        </p:nvSpPr>
        <p:spPr>
          <a:xfrm>
            <a:off x="5439434" y="1334757"/>
            <a:ext cx="3341511" cy="711200"/>
          </a:xfrm>
          <a:prstGeom prst="double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Email: admin@college.com Password: ********</a:t>
            </a:r>
          </a:p>
        </p:txBody>
      </p:sp>
      <p:sp>
        <p:nvSpPr>
          <p:cNvPr id="8" name="Rectangle 7">
            <a:extLst>
              <a:ext uri="{FF2B5EF4-FFF2-40B4-BE49-F238E27FC236}">
                <a16:creationId xmlns:a16="http://schemas.microsoft.com/office/drawing/2014/main" id="{3E5C4648-722A-34CE-B012-12F5705FA2EE}"/>
              </a:ext>
            </a:extLst>
          </p:cNvPr>
          <p:cNvSpPr/>
          <p:nvPr/>
        </p:nvSpPr>
        <p:spPr>
          <a:xfrm>
            <a:off x="3176009" y="2455100"/>
            <a:ext cx="1766711" cy="355756"/>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Authentication</a:t>
            </a:r>
          </a:p>
        </p:txBody>
      </p:sp>
      <p:sp>
        <p:nvSpPr>
          <p:cNvPr id="10" name="Double Wave 9">
            <a:extLst>
              <a:ext uri="{FF2B5EF4-FFF2-40B4-BE49-F238E27FC236}">
                <a16:creationId xmlns:a16="http://schemas.microsoft.com/office/drawing/2014/main" id="{A574A217-8D90-9851-C1E1-95EFB90702D6}"/>
              </a:ext>
            </a:extLst>
          </p:cNvPr>
          <p:cNvSpPr/>
          <p:nvPr/>
        </p:nvSpPr>
        <p:spPr>
          <a:xfrm>
            <a:off x="5439434" y="2294312"/>
            <a:ext cx="3341511" cy="711200"/>
          </a:xfrm>
          <a:prstGeom prst="double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Is this really Admin? = </a:t>
            </a:r>
            <a:r>
              <a:rPr lang="en-IN" b="1" dirty="0"/>
              <a:t>YES</a:t>
            </a:r>
          </a:p>
        </p:txBody>
      </p:sp>
      <p:sp>
        <p:nvSpPr>
          <p:cNvPr id="12" name="Rectangle 11">
            <a:extLst>
              <a:ext uri="{FF2B5EF4-FFF2-40B4-BE49-F238E27FC236}">
                <a16:creationId xmlns:a16="http://schemas.microsoft.com/office/drawing/2014/main" id="{354AE1DC-85D4-C0E2-7912-BE3AB81E4003}"/>
              </a:ext>
            </a:extLst>
          </p:cNvPr>
          <p:cNvSpPr/>
          <p:nvPr/>
        </p:nvSpPr>
        <p:spPr>
          <a:xfrm>
            <a:off x="3176008" y="3414655"/>
            <a:ext cx="1766711" cy="355756"/>
          </a:xfrm>
          <a:prstGeom prst="rect">
            <a:avLst/>
          </a:prstGeom>
          <a:solidFill>
            <a:schemeClr val="bg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Authorization</a:t>
            </a:r>
          </a:p>
        </p:txBody>
      </p:sp>
      <p:sp>
        <p:nvSpPr>
          <p:cNvPr id="14" name="Double Wave 13">
            <a:extLst>
              <a:ext uri="{FF2B5EF4-FFF2-40B4-BE49-F238E27FC236}">
                <a16:creationId xmlns:a16="http://schemas.microsoft.com/office/drawing/2014/main" id="{D210094D-3070-932C-0494-21124EF703A7}"/>
              </a:ext>
            </a:extLst>
          </p:cNvPr>
          <p:cNvSpPr/>
          <p:nvPr/>
        </p:nvSpPr>
        <p:spPr>
          <a:xfrm>
            <a:off x="5439434" y="3261941"/>
            <a:ext cx="3341511" cy="711200"/>
          </a:xfrm>
          <a:prstGeom prst="double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Can Admin delete students? = </a:t>
            </a:r>
            <a:r>
              <a:rPr lang="en-IN" b="1" dirty="0"/>
              <a:t>YES</a:t>
            </a:r>
          </a:p>
        </p:txBody>
      </p:sp>
      <p:sp>
        <p:nvSpPr>
          <p:cNvPr id="16" name="Rectangle 15">
            <a:extLst>
              <a:ext uri="{FF2B5EF4-FFF2-40B4-BE49-F238E27FC236}">
                <a16:creationId xmlns:a16="http://schemas.microsoft.com/office/drawing/2014/main" id="{C13693E5-91F9-6D5F-C22B-4ACF66BC00CD}"/>
              </a:ext>
            </a:extLst>
          </p:cNvPr>
          <p:cNvSpPr/>
          <p:nvPr/>
        </p:nvSpPr>
        <p:spPr>
          <a:xfrm>
            <a:off x="3176008" y="4374210"/>
            <a:ext cx="1766711" cy="35575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Another User</a:t>
            </a:r>
          </a:p>
        </p:txBody>
      </p:sp>
      <p:sp>
        <p:nvSpPr>
          <p:cNvPr id="18" name="Double Wave 17">
            <a:extLst>
              <a:ext uri="{FF2B5EF4-FFF2-40B4-BE49-F238E27FC236}">
                <a16:creationId xmlns:a16="http://schemas.microsoft.com/office/drawing/2014/main" id="{FFCF0A4E-34DE-F327-8B2D-17F3BF4E26C9}"/>
              </a:ext>
            </a:extLst>
          </p:cNvPr>
          <p:cNvSpPr/>
          <p:nvPr/>
        </p:nvSpPr>
        <p:spPr>
          <a:xfrm>
            <a:off x="5439433" y="4229570"/>
            <a:ext cx="3341511" cy="711200"/>
          </a:xfrm>
          <a:prstGeom prst="double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Student Can delete students? = </a:t>
            </a:r>
            <a:r>
              <a:rPr lang="en-IN" b="1" dirty="0"/>
              <a:t>NO</a:t>
            </a:r>
            <a:r>
              <a:rPr lang="en-IN" dirty="0"/>
              <a:t> </a:t>
            </a:r>
            <a:r>
              <a:rPr lang="en-IN" b="1" dirty="0"/>
              <a:t>403 Forbidden</a:t>
            </a:r>
          </a:p>
        </p:txBody>
      </p:sp>
      <p:cxnSp>
        <p:nvCxnSpPr>
          <p:cNvPr id="19" name="Straight Arrow Connector 18">
            <a:extLst>
              <a:ext uri="{FF2B5EF4-FFF2-40B4-BE49-F238E27FC236}">
                <a16:creationId xmlns:a16="http://schemas.microsoft.com/office/drawing/2014/main" id="{B4FBA788-917B-6C73-ECD0-D2716BA78901}"/>
              </a:ext>
            </a:extLst>
          </p:cNvPr>
          <p:cNvCxnSpPr>
            <a:cxnSpLocks/>
            <a:endCxn id="8" idx="0"/>
          </p:cNvCxnSpPr>
          <p:nvPr/>
        </p:nvCxnSpPr>
        <p:spPr>
          <a:xfrm>
            <a:off x="4059364" y="1853977"/>
            <a:ext cx="1" cy="601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7EE6C24-A41D-A023-AAB1-2BCFC91EC181}"/>
              </a:ext>
            </a:extLst>
          </p:cNvPr>
          <p:cNvCxnSpPr>
            <a:cxnSpLocks/>
          </p:cNvCxnSpPr>
          <p:nvPr/>
        </p:nvCxnSpPr>
        <p:spPr>
          <a:xfrm>
            <a:off x="4062180" y="2810856"/>
            <a:ext cx="1" cy="601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356CD08-81DC-AF70-B945-93F708150162}"/>
              </a:ext>
            </a:extLst>
          </p:cNvPr>
          <p:cNvCxnSpPr>
            <a:cxnSpLocks/>
          </p:cNvCxnSpPr>
          <p:nvPr/>
        </p:nvCxnSpPr>
        <p:spPr>
          <a:xfrm>
            <a:off x="4059363" y="3773087"/>
            <a:ext cx="1" cy="601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96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62862-D633-5B96-63E8-466671B5DD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CBBEAC-42D6-6B5D-8D3F-B6BC645D9F60}"/>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JWT (JSON Web Token) Authentication</a:t>
            </a:r>
          </a:p>
        </p:txBody>
      </p:sp>
      <p:sp>
        <p:nvSpPr>
          <p:cNvPr id="5" name="Text Placeholder 4">
            <a:extLst>
              <a:ext uri="{FF2B5EF4-FFF2-40B4-BE49-F238E27FC236}">
                <a16:creationId xmlns:a16="http://schemas.microsoft.com/office/drawing/2014/main" id="{E4D7ECA5-E647-959D-B7A3-101BB20B3C58}"/>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560263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B291-0358-A30B-5990-28CF51F8BD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44BE0D-0378-A74B-3116-F3EAE02C36CD}"/>
              </a:ext>
            </a:extLst>
          </p:cNvPr>
          <p:cNvSpPr>
            <a:spLocks noGrp="1"/>
          </p:cNvSpPr>
          <p:nvPr>
            <p:ph idx="1"/>
          </p:nvPr>
        </p:nvSpPr>
        <p:spPr>
          <a:xfrm>
            <a:off x="131181" y="863444"/>
            <a:ext cx="6959732" cy="5590565"/>
          </a:xfrm>
        </p:spPr>
        <p:txBody>
          <a:bodyPr/>
          <a:lstStyle/>
          <a:p>
            <a:r>
              <a:rPr lang="en-US" dirty="0"/>
              <a:t>JSON Web Token (JWT) authentication is a </a:t>
            </a:r>
            <a:r>
              <a:rPr lang="en-US" b="1" dirty="0"/>
              <a:t>popular method for securing APIs in .NET Core</a:t>
            </a:r>
            <a:r>
              <a:rPr lang="en-US" dirty="0"/>
              <a:t>. </a:t>
            </a:r>
          </a:p>
          <a:p>
            <a:r>
              <a:rPr lang="en-US" b="1" dirty="0"/>
              <a:t>It's a stateless mechanism</a:t>
            </a:r>
            <a:r>
              <a:rPr lang="en-US" dirty="0"/>
              <a:t>, which means the </a:t>
            </a:r>
            <a:r>
              <a:rPr lang="en-US" b="1" dirty="0"/>
              <a:t>server doesn't need to maintain a record of authenticated users</a:t>
            </a:r>
            <a:r>
              <a:rPr lang="en-US" dirty="0"/>
              <a:t>.</a:t>
            </a:r>
          </a:p>
          <a:p>
            <a:r>
              <a:rPr lang="en-US" dirty="0"/>
              <a:t>Instead, a </a:t>
            </a:r>
            <a:r>
              <a:rPr lang="en-US" b="1" dirty="0"/>
              <a:t>JWT is a self-contained token</a:t>
            </a:r>
            <a:r>
              <a:rPr lang="en-US" dirty="0"/>
              <a:t> that holds all the necessary information about a user and their permissions.</a:t>
            </a:r>
          </a:p>
          <a:p>
            <a:r>
              <a:rPr lang="en-US" b="1" dirty="0"/>
              <a:t>How it Works?</a:t>
            </a:r>
          </a:p>
          <a:p>
            <a:pPr lvl="1"/>
            <a:r>
              <a:rPr lang="en-IN" b="1" dirty="0">
                <a:solidFill>
                  <a:schemeClr val="accent6"/>
                </a:solidFill>
              </a:rPr>
              <a:t>Authentication </a:t>
            </a:r>
            <a:r>
              <a:rPr lang="en-IN" dirty="0"/>
              <a:t>(Who are you?)</a:t>
            </a:r>
          </a:p>
          <a:p>
            <a:pPr lvl="1"/>
            <a:r>
              <a:rPr lang="en-IN" b="1" dirty="0">
                <a:solidFill>
                  <a:schemeClr val="accent3">
                    <a:lumMod val="50000"/>
                  </a:schemeClr>
                </a:solidFill>
              </a:rPr>
              <a:t>Token Generation (Header, Payload, Signature)</a:t>
            </a:r>
          </a:p>
          <a:p>
            <a:pPr lvl="1"/>
            <a:r>
              <a:rPr lang="en-IN" b="1" dirty="0">
                <a:solidFill>
                  <a:schemeClr val="tx2">
                    <a:lumMod val="75000"/>
                  </a:schemeClr>
                </a:solidFill>
              </a:rPr>
              <a:t>Token Delivery</a:t>
            </a:r>
          </a:p>
          <a:p>
            <a:pPr lvl="1"/>
            <a:r>
              <a:rPr lang="en-IN" b="1" dirty="0"/>
              <a:t>Subsequent Requests</a:t>
            </a:r>
          </a:p>
          <a:p>
            <a:pPr lvl="1"/>
            <a:r>
              <a:rPr lang="en-IN" b="1" dirty="0">
                <a:solidFill>
                  <a:srgbClr val="B71B1C"/>
                </a:solidFill>
              </a:rPr>
              <a:t>Authorization </a:t>
            </a:r>
            <a:r>
              <a:rPr lang="en-IN" dirty="0"/>
              <a:t>(What are you allowed to do?)</a:t>
            </a:r>
            <a:endParaRPr lang="en-IN" b="1" dirty="0"/>
          </a:p>
        </p:txBody>
      </p:sp>
      <p:sp>
        <p:nvSpPr>
          <p:cNvPr id="3" name="Title 2">
            <a:extLst>
              <a:ext uri="{FF2B5EF4-FFF2-40B4-BE49-F238E27FC236}">
                <a16:creationId xmlns:a16="http://schemas.microsoft.com/office/drawing/2014/main" id="{9E0D1AE6-3694-C32A-B866-DC5C99945D34}"/>
              </a:ext>
            </a:extLst>
          </p:cNvPr>
          <p:cNvSpPr>
            <a:spLocks noGrp="1"/>
          </p:cNvSpPr>
          <p:nvPr>
            <p:ph type="title"/>
          </p:nvPr>
        </p:nvSpPr>
        <p:spPr/>
        <p:txBody>
          <a:bodyPr/>
          <a:lstStyle/>
          <a:p>
            <a:r>
              <a:rPr lang="en-US" dirty="0"/>
              <a:t>JSON Web Token (JWT)</a:t>
            </a:r>
            <a:endParaRPr lang="en-IN" dirty="0"/>
          </a:p>
        </p:txBody>
      </p:sp>
      <p:pic>
        <p:nvPicPr>
          <p:cNvPr id="4" name="Picture 3">
            <a:extLst>
              <a:ext uri="{FF2B5EF4-FFF2-40B4-BE49-F238E27FC236}">
                <a16:creationId xmlns:a16="http://schemas.microsoft.com/office/drawing/2014/main" id="{D0C304A8-62B8-7AD5-92A7-36A5F24A36E0}"/>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rcRect l="7261" t="15899" r="8360"/>
          <a:stretch>
            <a:fillRect/>
          </a:stretch>
        </p:blipFill>
        <p:spPr>
          <a:xfrm>
            <a:off x="7416360" y="863444"/>
            <a:ext cx="4513972" cy="5089658"/>
          </a:xfrm>
          <a:prstGeom prst="rect">
            <a:avLst/>
          </a:prstGeom>
        </p:spPr>
      </p:pic>
    </p:spTree>
    <p:extLst>
      <p:ext uri="{BB962C8B-B14F-4D97-AF65-F5344CB8AC3E}">
        <p14:creationId xmlns:p14="http://schemas.microsoft.com/office/powerpoint/2010/main" val="217482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70D990-9393-411C-C6BE-A76766003FD4}"/>
              </a:ext>
            </a:extLst>
          </p:cNvPr>
          <p:cNvSpPr>
            <a:spLocks noGrp="1"/>
          </p:cNvSpPr>
          <p:nvPr>
            <p:ph type="title"/>
          </p:nvPr>
        </p:nvSpPr>
        <p:spPr/>
        <p:txBody>
          <a:bodyPr/>
          <a:lstStyle/>
          <a:p>
            <a:r>
              <a:rPr lang="en-US" dirty="0"/>
              <a:t>JSON Web Token (JWT) Cont..</a:t>
            </a:r>
            <a:endParaRPr lang="en-IN" dirty="0"/>
          </a:p>
        </p:txBody>
      </p:sp>
      <p:sp>
        <p:nvSpPr>
          <p:cNvPr id="4" name="Rectangle: Rounded Corners 3">
            <a:extLst>
              <a:ext uri="{FF2B5EF4-FFF2-40B4-BE49-F238E27FC236}">
                <a16:creationId xmlns:a16="http://schemas.microsoft.com/office/drawing/2014/main" id="{C68EC50D-25B3-3C75-F3F9-26B89BD0E6A6}"/>
              </a:ext>
            </a:extLst>
          </p:cNvPr>
          <p:cNvSpPr/>
          <p:nvPr/>
        </p:nvSpPr>
        <p:spPr>
          <a:xfrm>
            <a:off x="203199" y="820061"/>
            <a:ext cx="2805289" cy="620889"/>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Authentication</a:t>
            </a:r>
            <a:endParaRPr lang="en-IN" b="1" dirty="0"/>
          </a:p>
        </p:txBody>
      </p:sp>
      <p:sp>
        <p:nvSpPr>
          <p:cNvPr id="5" name="Rectangle: Rounded Corners 4">
            <a:extLst>
              <a:ext uri="{FF2B5EF4-FFF2-40B4-BE49-F238E27FC236}">
                <a16:creationId xmlns:a16="http://schemas.microsoft.com/office/drawing/2014/main" id="{EA34A195-0136-6FB3-F2B6-68AD257205FB}"/>
              </a:ext>
            </a:extLst>
          </p:cNvPr>
          <p:cNvSpPr/>
          <p:nvPr/>
        </p:nvSpPr>
        <p:spPr>
          <a:xfrm>
            <a:off x="203200" y="1828799"/>
            <a:ext cx="2805289" cy="620889"/>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Token Generation</a:t>
            </a:r>
          </a:p>
        </p:txBody>
      </p:sp>
      <p:sp>
        <p:nvSpPr>
          <p:cNvPr id="6" name="Rectangle: Rounded Corners 5">
            <a:extLst>
              <a:ext uri="{FF2B5EF4-FFF2-40B4-BE49-F238E27FC236}">
                <a16:creationId xmlns:a16="http://schemas.microsoft.com/office/drawing/2014/main" id="{7813EDE0-D11C-EDC9-2170-8D430B2C1D4E}"/>
              </a:ext>
            </a:extLst>
          </p:cNvPr>
          <p:cNvSpPr/>
          <p:nvPr/>
        </p:nvSpPr>
        <p:spPr>
          <a:xfrm>
            <a:off x="203200" y="2837537"/>
            <a:ext cx="2805289" cy="620889"/>
          </a:xfrm>
          <a:prstGeom prst="round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Token Delivery</a:t>
            </a:r>
          </a:p>
        </p:txBody>
      </p:sp>
      <p:sp>
        <p:nvSpPr>
          <p:cNvPr id="7" name="Rectangle: Rounded Corners 6">
            <a:extLst>
              <a:ext uri="{FF2B5EF4-FFF2-40B4-BE49-F238E27FC236}">
                <a16:creationId xmlns:a16="http://schemas.microsoft.com/office/drawing/2014/main" id="{D11723F9-1403-DFE0-6FE0-CC9C2B431EA6}"/>
              </a:ext>
            </a:extLst>
          </p:cNvPr>
          <p:cNvSpPr/>
          <p:nvPr/>
        </p:nvSpPr>
        <p:spPr>
          <a:xfrm>
            <a:off x="203199" y="3846275"/>
            <a:ext cx="2805289" cy="620889"/>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Subsequent Requests</a:t>
            </a:r>
          </a:p>
        </p:txBody>
      </p:sp>
      <p:sp>
        <p:nvSpPr>
          <p:cNvPr id="8" name="Rectangle: Rounded Corners 7">
            <a:extLst>
              <a:ext uri="{FF2B5EF4-FFF2-40B4-BE49-F238E27FC236}">
                <a16:creationId xmlns:a16="http://schemas.microsoft.com/office/drawing/2014/main" id="{462F6C93-11C0-9F41-D56C-91A99EF17419}"/>
              </a:ext>
            </a:extLst>
          </p:cNvPr>
          <p:cNvSpPr/>
          <p:nvPr/>
        </p:nvSpPr>
        <p:spPr>
          <a:xfrm>
            <a:off x="203199" y="4855013"/>
            <a:ext cx="2805289" cy="620889"/>
          </a:xfrm>
          <a:prstGeom prst="roundRect">
            <a:avLst/>
          </a:prstGeom>
          <a:solidFill>
            <a:srgbClr val="B71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Authorization</a:t>
            </a:r>
          </a:p>
        </p:txBody>
      </p:sp>
      <p:cxnSp>
        <p:nvCxnSpPr>
          <p:cNvPr id="10" name="Straight Arrow Connector 9">
            <a:extLst>
              <a:ext uri="{FF2B5EF4-FFF2-40B4-BE49-F238E27FC236}">
                <a16:creationId xmlns:a16="http://schemas.microsoft.com/office/drawing/2014/main" id="{91FB119F-E4C7-33A1-4594-D3846B8C3E0C}"/>
              </a:ext>
            </a:extLst>
          </p:cNvPr>
          <p:cNvCxnSpPr>
            <a:stCxn id="4" idx="2"/>
            <a:endCxn id="5" idx="0"/>
          </p:cNvCxnSpPr>
          <p:nvPr/>
        </p:nvCxnSpPr>
        <p:spPr>
          <a:xfrm>
            <a:off x="1605844" y="1440950"/>
            <a:ext cx="1" cy="387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93561AE-4F96-2ED2-68BB-E6146C749109}"/>
              </a:ext>
            </a:extLst>
          </p:cNvPr>
          <p:cNvCxnSpPr/>
          <p:nvPr/>
        </p:nvCxnSpPr>
        <p:spPr>
          <a:xfrm>
            <a:off x="1605842" y="2447276"/>
            <a:ext cx="1" cy="387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B01924-CEB6-0A51-10AC-9B6691147C82}"/>
              </a:ext>
            </a:extLst>
          </p:cNvPr>
          <p:cNvCxnSpPr/>
          <p:nvPr/>
        </p:nvCxnSpPr>
        <p:spPr>
          <a:xfrm>
            <a:off x="1605841" y="3460838"/>
            <a:ext cx="1" cy="387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4D612D3-9312-0D56-C6A1-6CD9DF8B3BE8}"/>
              </a:ext>
            </a:extLst>
          </p:cNvPr>
          <p:cNvCxnSpPr/>
          <p:nvPr/>
        </p:nvCxnSpPr>
        <p:spPr>
          <a:xfrm>
            <a:off x="1605840" y="4467164"/>
            <a:ext cx="1" cy="387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Speech Bubble: Rectangle 16">
            <a:extLst>
              <a:ext uri="{FF2B5EF4-FFF2-40B4-BE49-F238E27FC236}">
                <a16:creationId xmlns:a16="http://schemas.microsoft.com/office/drawing/2014/main" id="{215E3630-C944-A584-8C93-2371ED672E12}"/>
              </a:ext>
            </a:extLst>
          </p:cNvPr>
          <p:cNvSpPr/>
          <p:nvPr/>
        </p:nvSpPr>
        <p:spPr>
          <a:xfrm>
            <a:off x="3860800" y="824181"/>
            <a:ext cx="6699956" cy="612648"/>
          </a:xfrm>
          <a:prstGeom prst="wedgeRectCallout">
            <a:avLst>
              <a:gd name="adj1" fmla="val -18811"/>
              <a:gd name="adj2" fmla="val 4407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When a user logs in with their credentials (e.g., username and password), the server validates them.</a:t>
            </a:r>
            <a:endParaRPr lang="en-IN" dirty="0">
              <a:solidFill>
                <a:schemeClr val="accent6"/>
              </a:solidFill>
            </a:endParaRPr>
          </a:p>
        </p:txBody>
      </p:sp>
      <p:sp>
        <p:nvSpPr>
          <p:cNvPr id="18" name="Speech Bubble: Rectangle 17">
            <a:extLst>
              <a:ext uri="{FF2B5EF4-FFF2-40B4-BE49-F238E27FC236}">
                <a16:creationId xmlns:a16="http://schemas.microsoft.com/office/drawing/2014/main" id="{B022F741-2EC5-FEED-CC12-5729EE5D3C0E}"/>
              </a:ext>
            </a:extLst>
          </p:cNvPr>
          <p:cNvSpPr/>
          <p:nvPr/>
        </p:nvSpPr>
        <p:spPr>
          <a:xfrm>
            <a:off x="3860800" y="1828799"/>
            <a:ext cx="6699956" cy="612648"/>
          </a:xfrm>
          <a:prstGeom prst="wedgeRectCallout">
            <a:avLst>
              <a:gd name="adj1" fmla="val -18811"/>
              <a:gd name="adj2" fmla="val 4407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Upon successful authentication, the server generates a JWT. </a:t>
            </a:r>
          </a:p>
          <a:p>
            <a:pPr algn="ctr"/>
            <a:r>
              <a:rPr lang="en-US" dirty="0">
                <a:solidFill>
                  <a:schemeClr val="accent6"/>
                </a:solidFill>
              </a:rPr>
              <a:t>The token is a string consisting of three parts, separated by dots</a:t>
            </a:r>
            <a:endParaRPr lang="en-IN" dirty="0">
              <a:solidFill>
                <a:schemeClr val="accent6"/>
              </a:solidFill>
            </a:endParaRPr>
          </a:p>
        </p:txBody>
      </p:sp>
      <p:sp>
        <p:nvSpPr>
          <p:cNvPr id="19" name="Speech Bubble: Rectangle 18">
            <a:extLst>
              <a:ext uri="{FF2B5EF4-FFF2-40B4-BE49-F238E27FC236}">
                <a16:creationId xmlns:a16="http://schemas.microsoft.com/office/drawing/2014/main" id="{4C149E85-823C-32C2-37A7-A09B8787FEB1}"/>
              </a:ext>
            </a:extLst>
          </p:cNvPr>
          <p:cNvSpPr/>
          <p:nvPr/>
        </p:nvSpPr>
        <p:spPr>
          <a:xfrm>
            <a:off x="3860800" y="2833417"/>
            <a:ext cx="6699956" cy="612648"/>
          </a:xfrm>
          <a:prstGeom prst="wedgeRectCallout">
            <a:avLst>
              <a:gd name="adj1" fmla="val -18811"/>
              <a:gd name="adj2" fmla="val 4407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solidFill>
              </a:rPr>
              <a:t>The server sends the JWT back to the client.</a:t>
            </a:r>
            <a:endParaRPr lang="en-IN" dirty="0">
              <a:solidFill>
                <a:schemeClr val="accent6"/>
              </a:solidFill>
            </a:endParaRPr>
          </a:p>
        </p:txBody>
      </p:sp>
      <p:sp>
        <p:nvSpPr>
          <p:cNvPr id="20" name="Speech Bubble: Rectangle 19">
            <a:extLst>
              <a:ext uri="{FF2B5EF4-FFF2-40B4-BE49-F238E27FC236}">
                <a16:creationId xmlns:a16="http://schemas.microsoft.com/office/drawing/2014/main" id="{FC1946D0-0198-FEE2-2F91-2C6CA2FE3B7F}"/>
              </a:ext>
            </a:extLst>
          </p:cNvPr>
          <p:cNvSpPr/>
          <p:nvPr/>
        </p:nvSpPr>
        <p:spPr>
          <a:xfrm>
            <a:off x="3860800" y="3854516"/>
            <a:ext cx="6699956" cy="612648"/>
          </a:xfrm>
          <a:prstGeom prst="wedgeRectCallout">
            <a:avLst>
              <a:gd name="adj1" fmla="val -18811"/>
              <a:gd name="adj2" fmla="val 4407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The </a:t>
            </a:r>
            <a:r>
              <a:rPr lang="en-US" sz="1400" b="1" dirty="0">
                <a:solidFill>
                  <a:schemeClr val="accent6"/>
                </a:solidFill>
              </a:rPr>
              <a:t>client stores the token and includes it in the HTTP headers </a:t>
            </a:r>
            <a:r>
              <a:rPr lang="en-US" sz="1400" dirty="0">
                <a:solidFill>
                  <a:schemeClr val="accent6"/>
                </a:solidFill>
              </a:rPr>
              <a:t>of all subsequent requests to protect API endpoints, typically in the Authorization header with a "Bearer" scheme</a:t>
            </a:r>
            <a:endParaRPr lang="en-IN" sz="1400" dirty="0">
              <a:solidFill>
                <a:schemeClr val="accent6"/>
              </a:solidFill>
            </a:endParaRPr>
          </a:p>
        </p:txBody>
      </p:sp>
      <p:sp>
        <p:nvSpPr>
          <p:cNvPr id="22" name="Speech Bubble: Rectangle 21">
            <a:extLst>
              <a:ext uri="{FF2B5EF4-FFF2-40B4-BE49-F238E27FC236}">
                <a16:creationId xmlns:a16="http://schemas.microsoft.com/office/drawing/2014/main" id="{BDC84BE0-5E72-7D7D-3F1A-6CC92D2985C4}"/>
              </a:ext>
            </a:extLst>
          </p:cNvPr>
          <p:cNvSpPr/>
          <p:nvPr/>
        </p:nvSpPr>
        <p:spPr>
          <a:xfrm>
            <a:off x="3860800" y="4859132"/>
            <a:ext cx="6699956" cy="1084467"/>
          </a:xfrm>
          <a:prstGeom prst="wedgeRectCallout">
            <a:avLst>
              <a:gd name="adj1" fmla="val -18811"/>
              <a:gd name="adj2" fmla="val 44074"/>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6"/>
                </a:solidFill>
              </a:rPr>
              <a:t>When the server receives a request with a JWT, it validates the token's signature using the same secret key. If the signature is valid, the server trusts the information in the payload and grants or denies access to the requested resource based on the user's claims. If the token is invalid (e.g., expired or tampered with), the server returns a 401 Unauthorized or 403 Forbidden response.</a:t>
            </a:r>
            <a:endParaRPr lang="en-IN" sz="1400" dirty="0">
              <a:solidFill>
                <a:schemeClr val="accent6"/>
              </a:solidFill>
            </a:endParaRPr>
          </a:p>
        </p:txBody>
      </p:sp>
      <p:cxnSp>
        <p:nvCxnSpPr>
          <p:cNvPr id="24" name="Straight Arrow Connector 23">
            <a:extLst>
              <a:ext uri="{FF2B5EF4-FFF2-40B4-BE49-F238E27FC236}">
                <a16:creationId xmlns:a16="http://schemas.microsoft.com/office/drawing/2014/main" id="{60158BCB-1C97-BA3C-684B-8409DC5C0143}"/>
              </a:ext>
            </a:extLst>
          </p:cNvPr>
          <p:cNvCxnSpPr>
            <a:cxnSpLocks/>
            <a:stCxn id="4" idx="3"/>
            <a:endCxn id="17" idx="1"/>
          </p:cNvCxnSpPr>
          <p:nvPr/>
        </p:nvCxnSpPr>
        <p:spPr>
          <a:xfrm flipV="1">
            <a:off x="3008488" y="1130505"/>
            <a:ext cx="852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8BE5D1F-91C5-C5C4-3EB4-D0CF009B3C2D}"/>
              </a:ext>
            </a:extLst>
          </p:cNvPr>
          <p:cNvCxnSpPr/>
          <p:nvPr/>
        </p:nvCxnSpPr>
        <p:spPr>
          <a:xfrm flipV="1">
            <a:off x="3008488" y="2160203"/>
            <a:ext cx="852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8B63F3F-DFBC-B994-FCF2-89BEBFF1770C}"/>
              </a:ext>
            </a:extLst>
          </p:cNvPr>
          <p:cNvCxnSpPr/>
          <p:nvPr/>
        </p:nvCxnSpPr>
        <p:spPr>
          <a:xfrm flipV="1">
            <a:off x="3008488" y="3160699"/>
            <a:ext cx="852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A7CB321-656F-6DBD-1893-B678573D6312}"/>
              </a:ext>
            </a:extLst>
          </p:cNvPr>
          <p:cNvCxnSpPr/>
          <p:nvPr/>
        </p:nvCxnSpPr>
        <p:spPr>
          <a:xfrm flipV="1">
            <a:off x="3008488" y="4165317"/>
            <a:ext cx="852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89492B3-2562-16EE-832D-2E34308C998A}"/>
              </a:ext>
            </a:extLst>
          </p:cNvPr>
          <p:cNvCxnSpPr/>
          <p:nvPr/>
        </p:nvCxnSpPr>
        <p:spPr>
          <a:xfrm flipV="1">
            <a:off x="3008488" y="5165456"/>
            <a:ext cx="852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95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7" grpId="0" animBg="1"/>
      <p:bldP spid="18" grpId="0" animBg="1"/>
      <p:bldP spid="19" grpId="0" animBg="1"/>
      <p:bldP spid="20"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631926-13B9-A0F4-C7DA-2A46EB2F1F2E}"/>
              </a:ext>
            </a:extLst>
          </p:cNvPr>
          <p:cNvSpPr>
            <a:spLocks noGrp="1"/>
          </p:cNvSpPr>
          <p:nvPr>
            <p:ph idx="1"/>
          </p:nvPr>
        </p:nvSpPr>
        <p:spPr/>
        <p:txBody>
          <a:bodyPr/>
          <a:lstStyle/>
          <a:p>
            <a:r>
              <a:rPr lang="en-IN" b="1" dirty="0"/>
              <a:t>Authentication Middleware</a:t>
            </a:r>
          </a:p>
          <a:p>
            <a:pPr lvl="1"/>
            <a:r>
              <a:rPr lang="en-IN" dirty="0"/>
              <a:t>In </a:t>
            </a:r>
            <a:r>
              <a:rPr lang="en-IN" u="sng" dirty="0" err="1"/>
              <a:t>Program.cs</a:t>
            </a:r>
            <a:endParaRPr lang="en-IN" u="sng" dirty="0"/>
          </a:p>
          <a:p>
            <a:pPr lvl="2"/>
            <a:r>
              <a:rPr lang="en-IN" dirty="0" err="1">
                <a:solidFill>
                  <a:schemeClr val="tx2"/>
                </a:solidFill>
              </a:rPr>
              <a:t>app</a:t>
            </a:r>
            <a:r>
              <a:rPr lang="en-IN" dirty="0" err="1"/>
              <a:t>.</a:t>
            </a:r>
            <a:r>
              <a:rPr lang="en-IN" dirty="0" err="1">
                <a:solidFill>
                  <a:schemeClr val="accent5">
                    <a:lumMod val="50000"/>
                  </a:schemeClr>
                </a:solidFill>
              </a:rPr>
              <a:t>UseAuthentication</a:t>
            </a:r>
            <a:r>
              <a:rPr lang="en-IN" dirty="0"/>
              <a:t>(); </a:t>
            </a:r>
          </a:p>
          <a:p>
            <a:pPr lvl="2"/>
            <a:r>
              <a:rPr lang="en-IN" dirty="0" err="1">
                <a:solidFill>
                  <a:schemeClr val="tx2"/>
                </a:solidFill>
              </a:rPr>
              <a:t>app</a:t>
            </a:r>
            <a:r>
              <a:rPr lang="en-IN" dirty="0" err="1"/>
              <a:t>.</a:t>
            </a:r>
            <a:r>
              <a:rPr lang="en-IN" dirty="0" err="1">
                <a:solidFill>
                  <a:schemeClr val="accent5">
                    <a:lumMod val="50000"/>
                  </a:schemeClr>
                </a:solidFill>
              </a:rPr>
              <a:t>UseAuthorization</a:t>
            </a:r>
            <a:r>
              <a:rPr lang="en-IN" dirty="0"/>
              <a:t>();</a:t>
            </a:r>
          </a:p>
          <a:p>
            <a:r>
              <a:rPr lang="en-IN" b="1" dirty="0"/>
              <a:t>Order matters</a:t>
            </a:r>
          </a:p>
          <a:p>
            <a:pPr lvl="1"/>
            <a:r>
              <a:rPr lang="en-IN" dirty="0" err="1"/>
              <a:t>app.UseRouting</a:t>
            </a:r>
            <a:r>
              <a:rPr lang="en-IN" dirty="0"/>
              <a:t>(); </a:t>
            </a:r>
          </a:p>
          <a:p>
            <a:pPr lvl="1"/>
            <a:r>
              <a:rPr lang="en-IN" dirty="0" err="1"/>
              <a:t>app.UseAuthentication</a:t>
            </a:r>
            <a:r>
              <a:rPr lang="en-IN" dirty="0"/>
              <a:t>(); </a:t>
            </a:r>
          </a:p>
          <a:p>
            <a:pPr lvl="1"/>
            <a:r>
              <a:rPr lang="en-IN" dirty="0" err="1"/>
              <a:t>app.UseAuthorization</a:t>
            </a:r>
            <a:r>
              <a:rPr lang="en-IN" dirty="0"/>
              <a:t>(); </a:t>
            </a:r>
          </a:p>
          <a:p>
            <a:pPr lvl="1"/>
            <a:r>
              <a:rPr lang="en-IN" dirty="0" err="1"/>
              <a:t>app.MapControllers</a:t>
            </a:r>
            <a:r>
              <a:rPr lang="en-IN" dirty="0"/>
              <a:t>();</a:t>
            </a:r>
          </a:p>
          <a:p>
            <a:r>
              <a:rPr lang="en-IN" b="1" dirty="0">
                <a:solidFill>
                  <a:schemeClr val="accent6"/>
                </a:solidFill>
              </a:rPr>
              <a:t>Remember</a:t>
            </a:r>
          </a:p>
          <a:p>
            <a:pPr marL="457200" lvl="1" indent="0">
              <a:buNone/>
            </a:pPr>
            <a:r>
              <a:rPr lang="en-IN" dirty="0"/>
              <a:t>Authentication </a:t>
            </a:r>
          </a:p>
          <a:p>
            <a:pPr marL="457200" lvl="1" indent="0">
              <a:buNone/>
            </a:pPr>
            <a:r>
              <a:rPr lang="en-IN" dirty="0"/>
              <a:t>          ↓ </a:t>
            </a:r>
          </a:p>
          <a:p>
            <a:pPr marL="457200" lvl="1" indent="0">
              <a:buNone/>
            </a:pPr>
            <a:r>
              <a:rPr lang="en-IN" dirty="0"/>
              <a:t>Authorization</a:t>
            </a:r>
            <a:endParaRPr lang="en-IN" b="1" dirty="0">
              <a:solidFill>
                <a:schemeClr val="accent6"/>
              </a:solidFill>
            </a:endParaRPr>
          </a:p>
        </p:txBody>
      </p:sp>
      <p:sp>
        <p:nvSpPr>
          <p:cNvPr id="3" name="Title 2">
            <a:extLst>
              <a:ext uri="{FF2B5EF4-FFF2-40B4-BE49-F238E27FC236}">
                <a16:creationId xmlns:a16="http://schemas.microsoft.com/office/drawing/2014/main" id="{3FBFF36E-A489-099A-3099-1B0721A462B0}"/>
              </a:ext>
            </a:extLst>
          </p:cNvPr>
          <p:cNvSpPr>
            <a:spLocks noGrp="1"/>
          </p:cNvSpPr>
          <p:nvPr>
            <p:ph type="title"/>
          </p:nvPr>
        </p:nvSpPr>
        <p:spPr/>
        <p:txBody>
          <a:bodyPr/>
          <a:lstStyle/>
          <a:p>
            <a:r>
              <a:rPr lang="en-US" dirty="0"/>
              <a:t>JSON Web Token (JWT) Cont..</a:t>
            </a:r>
            <a:endParaRPr lang="en-IN" dirty="0"/>
          </a:p>
        </p:txBody>
      </p:sp>
    </p:spTree>
    <p:extLst>
      <p:ext uri="{BB962C8B-B14F-4D97-AF65-F5344CB8AC3E}">
        <p14:creationId xmlns:p14="http://schemas.microsoft.com/office/powerpoint/2010/main" val="180415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9A3EB7-5288-CF0B-650D-875A16B9C096}"/>
              </a:ext>
            </a:extLst>
          </p:cNvPr>
          <p:cNvSpPr>
            <a:spLocks noGrp="1"/>
          </p:cNvSpPr>
          <p:nvPr>
            <p:ph idx="1"/>
          </p:nvPr>
        </p:nvSpPr>
        <p:spPr/>
        <p:txBody>
          <a:bodyPr/>
          <a:lstStyle/>
          <a:p>
            <a:endParaRPr lang="en-IN" dirty="0">
              <a:solidFill>
                <a:schemeClr val="accent5"/>
              </a:solidFill>
            </a:endParaRPr>
          </a:p>
          <a:p>
            <a:endParaRPr lang="en-IN" dirty="0">
              <a:solidFill>
                <a:schemeClr val="accent3">
                  <a:lumMod val="50000"/>
                </a:schemeClr>
              </a:solidFill>
            </a:endParaRPr>
          </a:p>
          <a:p>
            <a:endParaRPr lang="en-IN" dirty="0">
              <a:solidFill>
                <a:schemeClr val="accent3">
                  <a:lumMod val="50000"/>
                </a:schemeClr>
              </a:solidFill>
            </a:endParaRPr>
          </a:p>
        </p:txBody>
      </p:sp>
      <p:sp>
        <p:nvSpPr>
          <p:cNvPr id="3" name="Title 2">
            <a:extLst>
              <a:ext uri="{FF2B5EF4-FFF2-40B4-BE49-F238E27FC236}">
                <a16:creationId xmlns:a16="http://schemas.microsoft.com/office/drawing/2014/main" id="{329EA8E8-F23D-046D-8E18-54DCC570FD58}"/>
              </a:ext>
            </a:extLst>
          </p:cNvPr>
          <p:cNvSpPr>
            <a:spLocks noGrp="1"/>
          </p:cNvSpPr>
          <p:nvPr>
            <p:ph type="title"/>
          </p:nvPr>
        </p:nvSpPr>
        <p:spPr/>
        <p:txBody>
          <a:bodyPr/>
          <a:lstStyle/>
          <a:p>
            <a:r>
              <a:rPr lang="en-US" dirty="0"/>
              <a:t>JSON Web Token (JWT) Format/</a:t>
            </a:r>
            <a:r>
              <a:rPr lang="en-IN" dirty="0"/>
              <a:t>Structure</a:t>
            </a:r>
          </a:p>
        </p:txBody>
      </p:sp>
      <p:pic>
        <p:nvPicPr>
          <p:cNvPr id="9" name="Picture 8">
            <a:extLst>
              <a:ext uri="{FF2B5EF4-FFF2-40B4-BE49-F238E27FC236}">
                <a16:creationId xmlns:a16="http://schemas.microsoft.com/office/drawing/2014/main" id="{C9B223F1-D11C-C946-7192-D715ED0DA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79" y="863444"/>
            <a:ext cx="9949799" cy="5672736"/>
          </a:xfrm>
          <a:prstGeom prst="rect">
            <a:avLst/>
          </a:prstGeom>
        </p:spPr>
      </p:pic>
      <p:sp>
        <p:nvSpPr>
          <p:cNvPr id="10" name="Rectangle 9">
            <a:extLst>
              <a:ext uri="{FF2B5EF4-FFF2-40B4-BE49-F238E27FC236}">
                <a16:creationId xmlns:a16="http://schemas.microsoft.com/office/drawing/2014/main" id="{039F358B-3701-BC14-7FD7-B7BAC61C5004}"/>
              </a:ext>
            </a:extLst>
          </p:cNvPr>
          <p:cNvSpPr/>
          <p:nvPr/>
        </p:nvSpPr>
        <p:spPr>
          <a:xfrm>
            <a:off x="270933" y="1648178"/>
            <a:ext cx="4639734" cy="637822"/>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U-Turn 10">
            <a:extLst>
              <a:ext uri="{FF2B5EF4-FFF2-40B4-BE49-F238E27FC236}">
                <a16:creationId xmlns:a16="http://schemas.microsoft.com/office/drawing/2014/main" id="{CF4EDF44-7F03-81CD-A71D-E75F36DADA85}"/>
              </a:ext>
            </a:extLst>
          </p:cNvPr>
          <p:cNvSpPr/>
          <p:nvPr/>
        </p:nvSpPr>
        <p:spPr>
          <a:xfrm>
            <a:off x="2427111" y="1337733"/>
            <a:ext cx="2968978" cy="228274"/>
          </a:xfrm>
          <a:prstGeom prst="uturnArrow">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 name="Straight Arrow Connector 13">
            <a:extLst>
              <a:ext uri="{FF2B5EF4-FFF2-40B4-BE49-F238E27FC236}">
                <a16:creationId xmlns:a16="http://schemas.microsoft.com/office/drawing/2014/main" id="{8C75C82F-6E23-1717-4111-23DBA516ACC3}"/>
              </a:ext>
            </a:extLst>
          </p:cNvPr>
          <p:cNvCxnSpPr/>
          <p:nvPr/>
        </p:nvCxnSpPr>
        <p:spPr>
          <a:xfrm>
            <a:off x="4583289" y="2026356"/>
            <a:ext cx="728133" cy="795866"/>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88310A8-E811-1F5E-D1B5-7F11F507EAED}"/>
              </a:ext>
            </a:extLst>
          </p:cNvPr>
          <p:cNvCxnSpPr>
            <a:cxnSpLocks/>
          </p:cNvCxnSpPr>
          <p:nvPr/>
        </p:nvCxnSpPr>
        <p:spPr>
          <a:xfrm>
            <a:off x="3002844" y="2190045"/>
            <a:ext cx="2348089" cy="2878666"/>
          </a:xfrm>
          <a:prstGeom prst="straightConnector1">
            <a:avLst/>
          </a:prstGeom>
          <a:ln w="28575">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F9A821A-BC4A-46C8-172D-15CA6BAE6DFD}"/>
              </a:ext>
            </a:extLst>
          </p:cNvPr>
          <p:cNvSpPr/>
          <p:nvPr/>
        </p:nvSpPr>
        <p:spPr>
          <a:xfrm>
            <a:off x="5740400" y="863444"/>
            <a:ext cx="496712" cy="197712"/>
          </a:xfrm>
          <a:prstGeom prst="rect">
            <a:avLst/>
          </a:prstGeom>
          <a:noFill/>
          <a:ln w="285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8E1A2162-CD8A-9D47-FCEC-038D2120B2E3}"/>
              </a:ext>
            </a:extLst>
          </p:cNvPr>
          <p:cNvSpPr/>
          <p:nvPr/>
        </p:nvSpPr>
        <p:spPr>
          <a:xfrm>
            <a:off x="5740399" y="2517266"/>
            <a:ext cx="547511" cy="197712"/>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47629DA8-9692-3012-5253-3B55EB28C8A9}"/>
              </a:ext>
            </a:extLst>
          </p:cNvPr>
          <p:cNvSpPr/>
          <p:nvPr/>
        </p:nvSpPr>
        <p:spPr>
          <a:xfrm>
            <a:off x="5170309" y="4588777"/>
            <a:ext cx="2252134" cy="197712"/>
          </a:xfrm>
          <a:prstGeom prst="rect">
            <a:avLst/>
          </a:prstGeom>
          <a:noFill/>
          <a:ln w="28575">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AF334F2-E75B-1D48-C6C3-5ED2922DB54A}"/>
              </a:ext>
            </a:extLst>
          </p:cNvPr>
          <p:cNvSpPr txBox="1"/>
          <p:nvPr/>
        </p:nvSpPr>
        <p:spPr>
          <a:xfrm>
            <a:off x="327816" y="3592612"/>
            <a:ext cx="4198590" cy="1639788"/>
          </a:xfrm>
          <a:prstGeom prst="cloudCallout">
            <a:avLst/>
          </a:prstGeom>
          <a:solidFill>
            <a:schemeClr val="bg1">
              <a:lumMod val="95000"/>
            </a:schemeClr>
          </a:solidFill>
        </p:spPr>
        <p:txBody>
          <a:bodyPr wrap="square" rtlCol="0">
            <a:spAutoFit/>
          </a:bodyPr>
          <a:lstStyle/>
          <a:p>
            <a:r>
              <a:rPr lang="en-IN" sz="1600" dirty="0"/>
              <a:t>A JWT consists of three parts: </a:t>
            </a:r>
          </a:p>
          <a:p>
            <a:r>
              <a:rPr lang="en-IN" sz="1600" b="1" dirty="0"/>
              <a:t>Header</a:t>
            </a:r>
            <a:r>
              <a:rPr lang="en-IN" sz="1600" dirty="0"/>
              <a:t>, </a:t>
            </a:r>
            <a:r>
              <a:rPr lang="en-IN" sz="1600" b="1" dirty="0"/>
              <a:t>Payload</a:t>
            </a:r>
            <a:r>
              <a:rPr lang="en-IN" sz="1600" dirty="0"/>
              <a:t>, and </a:t>
            </a:r>
            <a:r>
              <a:rPr lang="en-IN" sz="1600" b="1" dirty="0"/>
              <a:t>Signature</a:t>
            </a:r>
            <a:r>
              <a:rPr lang="en-IN" sz="1600" dirty="0"/>
              <a:t>, separated by dots (.).</a:t>
            </a:r>
          </a:p>
        </p:txBody>
      </p:sp>
      <p:sp>
        <p:nvSpPr>
          <p:cNvPr id="5" name="TextBox 4">
            <a:extLst>
              <a:ext uri="{FF2B5EF4-FFF2-40B4-BE49-F238E27FC236}">
                <a16:creationId xmlns:a16="http://schemas.microsoft.com/office/drawing/2014/main" id="{AEB5F627-2A87-2B39-09F7-425C5493B716}"/>
              </a:ext>
            </a:extLst>
          </p:cNvPr>
          <p:cNvSpPr txBox="1"/>
          <p:nvPr/>
        </p:nvSpPr>
        <p:spPr>
          <a:xfrm>
            <a:off x="10292752" y="1276200"/>
            <a:ext cx="1768068" cy="1169551"/>
          </a:xfrm>
          <a:prstGeom prst="wedgeRectCallout">
            <a:avLst/>
          </a:prstGeom>
          <a:solidFill>
            <a:schemeClr val="bg1">
              <a:lumMod val="95000"/>
            </a:schemeClr>
          </a:solidFill>
        </p:spPr>
        <p:txBody>
          <a:bodyPr wrap="square" rtlCol="0">
            <a:spAutoFit/>
          </a:bodyPr>
          <a:lstStyle/>
          <a:p>
            <a:r>
              <a:rPr lang="en-US" sz="1400" dirty="0"/>
              <a:t>Contains metadata about the token, such as the type of token and the hashing algorithm used</a:t>
            </a:r>
            <a:endParaRPr lang="en-IN" sz="1400" dirty="0"/>
          </a:p>
        </p:txBody>
      </p:sp>
      <p:sp>
        <p:nvSpPr>
          <p:cNvPr id="6" name="TextBox 5">
            <a:extLst>
              <a:ext uri="{FF2B5EF4-FFF2-40B4-BE49-F238E27FC236}">
                <a16:creationId xmlns:a16="http://schemas.microsoft.com/office/drawing/2014/main" id="{17861F71-5758-F0CA-4F2C-D33197C5A1D5}"/>
              </a:ext>
            </a:extLst>
          </p:cNvPr>
          <p:cNvSpPr txBox="1"/>
          <p:nvPr/>
        </p:nvSpPr>
        <p:spPr>
          <a:xfrm>
            <a:off x="10292752" y="2890133"/>
            <a:ext cx="1768068" cy="1600438"/>
          </a:xfrm>
          <a:prstGeom prst="wedgeRectCallout">
            <a:avLst/>
          </a:prstGeom>
          <a:solidFill>
            <a:schemeClr val="bg1">
              <a:lumMod val="95000"/>
            </a:schemeClr>
          </a:solidFill>
        </p:spPr>
        <p:txBody>
          <a:bodyPr wrap="square" rtlCol="0">
            <a:spAutoFit/>
          </a:bodyPr>
          <a:lstStyle/>
          <a:p>
            <a:r>
              <a:rPr lang="en-US" sz="1400" dirty="0"/>
              <a:t>Contains the actual data being transmitted, such as user information or permissions. This data is referred to as "claims"</a:t>
            </a:r>
            <a:endParaRPr lang="en-IN" sz="1400" dirty="0"/>
          </a:p>
        </p:txBody>
      </p:sp>
      <p:sp>
        <p:nvSpPr>
          <p:cNvPr id="7" name="TextBox 6">
            <a:extLst>
              <a:ext uri="{FF2B5EF4-FFF2-40B4-BE49-F238E27FC236}">
                <a16:creationId xmlns:a16="http://schemas.microsoft.com/office/drawing/2014/main" id="{E5C22102-36EF-86E3-DEB9-63EE888B8A3B}"/>
              </a:ext>
            </a:extLst>
          </p:cNvPr>
          <p:cNvSpPr txBox="1"/>
          <p:nvPr/>
        </p:nvSpPr>
        <p:spPr>
          <a:xfrm>
            <a:off x="10292752" y="4934953"/>
            <a:ext cx="1768068" cy="954107"/>
          </a:xfrm>
          <a:prstGeom prst="wedgeRectCallout">
            <a:avLst/>
          </a:prstGeom>
          <a:solidFill>
            <a:schemeClr val="bg1">
              <a:lumMod val="95000"/>
            </a:schemeClr>
          </a:solidFill>
        </p:spPr>
        <p:txBody>
          <a:bodyPr wrap="square" rtlCol="0">
            <a:spAutoFit/>
          </a:bodyPr>
          <a:lstStyle/>
          <a:p>
            <a:r>
              <a:rPr lang="en-US" sz="1400" dirty="0"/>
              <a:t>The signature is created using the algorithm specified in the header.</a:t>
            </a:r>
            <a:endParaRPr lang="en-IN" sz="1400" dirty="0"/>
          </a:p>
        </p:txBody>
      </p:sp>
      <p:sp>
        <p:nvSpPr>
          <p:cNvPr id="12" name="TextBox 11">
            <a:extLst>
              <a:ext uri="{FF2B5EF4-FFF2-40B4-BE49-F238E27FC236}">
                <a16:creationId xmlns:a16="http://schemas.microsoft.com/office/drawing/2014/main" id="{664990F2-D267-AC11-269A-5DB3D8BCD20E}"/>
              </a:ext>
            </a:extLst>
          </p:cNvPr>
          <p:cNvSpPr txBox="1"/>
          <p:nvPr/>
        </p:nvSpPr>
        <p:spPr>
          <a:xfrm>
            <a:off x="1274692" y="5520267"/>
            <a:ext cx="2304837" cy="338554"/>
          </a:xfrm>
          <a:prstGeom prst="rect">
            <a:avLst/>
          </a:prstGeom>
          <a:noFill/>
        </p:spPr>
        <p:txBody>
          <a:bodyPr wrap="square">
            <a:spAutoFit/>
          </a:bodyPr>
          <a:lstStyle/>
          <a:p>
            <a:r>
              <a:rPr lang="en-IN" sz="1600" b="1" dirty="0" err="1">
                <a:solidFill>
                  <a:schemeClr val="accent5">
                    <a:lumMod val="75000"/>
                  </a:schemeClr>
                </a:solidFill>
              </a:rPr>
              <a:t>Header</a:t>
            </a:r>
            <a:r>
              <a:rPr lang="en-IN" sz="1600" dirty="0" err="1"/>
              <a:t>.</a:t>
            </a:r>
            <a:r>
              <a:rPr lang="en-IN" sz="1600" b="1" dirty="0" err="1">
                <a:solidFill>
                  <a:srgbClr val="7030A0"/>
                </a:solidFill>
              </a:rPr>
              <a:t>Payload</a:t>
            </a:r>
            <a:r>
              <a:rPr lang="en-IN" sz="1600" dirty="0" err="1"/>
              <a:t>.</a:t>
            </a:r>
            <a:r>
              <a:rPr lang="en-IN" sz="1600" b="1" dirty="0" err="1">
                <a:solidFill>
                  <a:schemeClr val="accent3">
                    <a:lumMod val="75000"/>
                  </a:schemeClr>
                </a:solidFill>
              </a:rPr>
              <a:t>Signature</a:t>
            </a:r>
            <a:endParaRPr lang="en-IN" sz="1600" b="1" dirty="0">
              <a:solidFill>
                <a:schemeClr val="accent3">
                  <a:lumMod val="75000"/>
                </a:schemeClr>
              </a:solidFill>
            </a:endParaRPr>
          </a:p>
        </p:txBody>
      </p:sp>
    </p:spTree>
    <p:extLst>
      <p:ext uri="{BB962C8B-B14F-4D97-AF65-F5344CB8AC3E}">
        <p14:creationId xmlns:p14="http://schemas.microsoft.com/office/powerpoint/2010/main" val="294918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8" grpId="0" animBg="1"/>
      <p:bldP spid="20" grpId="0" animBg="1"/>
      <p:bldP spid="22" grpId="0" animBg="1"/>
      <p:bldP spid="4" grpId="0" animBg="1"/>
      <p:bldP spid="5" grpId="0" animBg="1"/>
      <p:bldP spid="6" grpId="0" animBg="1"/>
      <p:bldP spid="7"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EBC66-756C-6A48-DF9D-D70BB05BD4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5C3909-5D70-BB02-2635-0E69F2DD56A9}"/>
              </a:ext>
            </a:extLst>
          </p:cNvPr>
          <p:cNvSpPr>
            <a:spLocks noGrp="1"/>
          </p:cNvSpPr>
          <p:nvPr>
            <p:ph type="title"/>
          </p:nvPr>
        </p:nvSpPr>
        <p:spPr>
          <a:xfrm>
            <a:off x="831850" y="1709738"/>
            <a:ext cx="8130995" cy="2852737"/>
          </a:xfrm>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Role-Based Authorization</a:t>
            </a:r>
            <a:br>
              <a:rPr lang="en-US" dirty="0">
                <a:gradFill flip="none" rotWithShape="1">
                  <a:gsLst>
                    <a:gs pos="10000">
                      <a:schemeClr val="accent6">
                        <a:lumMod val="50000"/>
                      </a:schemeClr>
                    </a:gs>
                    <a:gs pos="100000">
                      <a:schemeClr val="accent6"/>
                    </a:gs>
                  </a:gsLst>
                  <a:lin ang="0" scaled="1"/>
                  <a:tileRect/>
                </a:gradFill>
              </a:rPr>
            </a:br>
            <a:r>
              <a:rPr lang="en-US" sz="2400" b="0" dirty="0">
                <a:gradFill flip="none" rotWithShape="1">
                  <a:gsLst>
                    <a:gs pos="10000">
                      <a:schemeClr val="accent6">
                        <a:lumMod val="50000"/>
                      </a:schemeClr>
                    </a:gs>
                    <a:gs pos="100000">
                      <a:schemeClr val="accent6"/>
                    </a:gs>
                  </a:gsLst>
                  <a:lin ang="0" scaled="1"/>
                  <a:tileRect/>
                </a:gradFill>
              </a:rPr>
              <a:t>(</a:t>
            </a:r>
            <a:r>
              <a:rPr lang="en-US" sz="2000" b="0" dirty="0">
                <a:gradFill flip="none" rotWithShape="1">
                  <a:gsLst>
                    <a:gs pos="10000">
                      <a:schemeClr val="accent6">
                        <a:lumMod val="50000"/>
                      </a:schemeClr>
                    </a:gs>
                    <a:gs pos="100000">
                      <a:schemeClr val="accent6"/>
                    </a:gs>
                  </a:gsLst>
                  <a:lin ang="0" scaled="1"/>
                  <a:tileRect/>
                </a:gradFill>
              </a:rPr>
              <a:t>Authorization based on the user's role. )</a:t>
            </a:r>
            <a:endParaRPr lang="en-US" b="0" dirty="0">
              <a:gradFill flip="none" rotWithShape="1">
                <a:gsLst>
                  <a:gs pos="10000">
                    <a:schemeClr val="accent6">
                      <a:lumMod val="50000"/>
                    </a:schemeClr>
                  </a:gs>
                  <a:gs pos="100000">
                    <a:schemeClr val="accent6"/>
                  </a:gs>
                </a:gsLst>
                <a:lin ang="0" scaled="1"/>
                <a:tileRect/>
              </a:gradFill>
            </a:endParaRPr>
          </a:p>
        </p:txBody>
      </p:sp>
      <p:sp>
        <p:nvSpPr>
          <p:cNvPr id="5" name="Text Placeholder 4">
            <a:extLst>
              <a:ext uri="{FF2B5EF4-FFF2-40B4-BE49-F238E27FC236}">
                <a16:creationId xmlns:a16="http://schemas.microsoft.com/office/drawing/2014/main" id="{59473812-5B56-E31A-CABE-0627BB6F1D04}"/>
              </a:ext>
            </a:extLst>
          </p:cNvPr>
          <p:cNvSpPr>
            <a:spLocks noGrp="1"/>
          </p:cNvSpPr>
          <p:nvPr>
            <p:ph type="body" idx="1"/>
          </p:nvPr>
        </p:nvSpPr>
        <p:spPr/>
        <p:txBody>
          <a:bodyPr/>
          <a:lstStyle/>
          <a:p>
            <a:r>
              <a:rPr lang="en-US" dirty="0"/>
              <a:t>Section – 3</a:t>
            </a:r>
          </a:p>
        </p:txBody>
      </p:sp>
      <p:sp>
        <p:nvSpPr>
          <p:cNvPr id="2" name="Rectangle: Rounded Corners 1">
            <a:extLst>
              <a:ext uri="{FF2B5EF4-FFF2-40B4-BE49-F238E27FC236}">
                <a16:creationId xmlns:a16="http://schemas.microsoft.com/office/drawing/2014/main" id="{D425B078-29BE-2F20-2985-430C1106097F}"/>
              </a:ext>
            </a:extLst>
          </p:cNvPr>
          <p:cNvSpPr/>
          <p:nvPr/>
        </p:nvSpPr>
        <p:spPr>
          <a:xfrm>
            <a:off x="10239554" y="2268537"/>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Admin</a:t>
            </a:r>
            <a:endParaRPr lang="en-IN" dirty="0"/>
          </a:p>
        </p:txBody>
      </p:sp>
      <p:sp>
        <p:nvSpPr>
          <p:cNvPr id="6" name="Rectangle: Rounded Corners 5">
            <a:extLst>
              <a:ext uri="{FF2B5EF4-FFF2-40B4-BE49-F238E27FC236}">
                <a16:creationId xmlns:a16="http://schemas.microsoft.com/office/drawing/2014/main" id="{F0325F14-F72D-D561-2BF4-086667A9F328}"/>
              </a:ext>
            </a:extLst>
          </p:cNvPr>
          <p:cNvSpPr/>
          <p:nvPr/>
        </p:nvSpPr>
        <p:spPr>
          <a:xfrm>
            <a:off x="10239554" y="2758476"/>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Teacher</a:t>
            </a:r>
            <a:endParaRPr lang="en-IN" dirty="0"/>
          </a:p>
        </p:txBody>
      </p:sp>
      <p:sp>
        <p:nvSpPr>
          <p:cNvPr id="8" name="Rectangle: Rounded Corners 7">
            <a:extLst>
              <a:ext uri="{FF2B5EF4-FFF2-40B4-BE49-F238E27FC236}">
                <a16:creationId xmlns:a16="http://schemas.microsoft.com/office/drawing/2014/main" id="{69AD715D-7B7F-1C67-3EC3-7EFE64A8C221}"/>
              </a:ext>
            </a:extLst>
          </p:cNvPr>
          <p:cNvSpPr/>
          <p:nvPr/>
        </p:nvSpPr>
        <p:spPr>
          <a:xfrm>
            <a:off x="10239554" y="3274294"/>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Student</a:t>
            </a:r>
            <a:endParaRPr lang="en-IN" dirty="0"/>
          </a:p>
        </p:txBody>
      </p:sp>
      <p:sp>
        <p:nvSpPr>
          <p:cNvPr id="10" name="Rectangle: Rounded Corners 9">
            <a:extLst>
              <a:ext uri="{FF2B5EF4-FFF2-40B4-BE49-F238E27FC236}">
                <a16:creationId xmlns:a16="http://schemas.microsoft.com/office/drawing/2014/main" id="{9A6ADB4E-69F7-0E57-3F43-DE9B2D755C72}"/>
              </a:ext>
            </a:extLst>
          </p:cNvPr>
          <p:cNvSpPr/>
          <p:nvPr/>
        </p:nvSpPr>
        <p:spPr>
          <a:xfrm>
            <a:off x="10239554" y="3802377"/>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HOD</a:t>
            </a:r>
            <a:endParaRPr lang="en-IN" dirty="0"/>
          </a:p>
        </p:txBody>
      </p:sp>
      <p:sp>
        <p:nvSpPr>
          <p:cNvPr id="12" name="Rectangle: Rounded Corners 11">
            <a:extLst>
              <a:ext uri="{FF2B5EF4-FFF2-40B4-BE49-F238E27FC236}">
                <a16:creationId xmlns:a16="http://schemas.microsoft.com/office/drawing/2014/main" id="{3BA610CD-64A4-B168-48F9-BBF15E891D69}"/>
              </a:ext>
            </a:extLst>
          </p:cNvPr>
          <p:cNvSpPr/>
          <p:nvPr/>
        </p:nvSpPr>
        <p:spPr>
          <a:xfrm>
            <a:off x="10239554" y="4376969"/>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Principal</a:t>
            </a:r>
            <a:endParaRPr lang="en-IN" dirty="0"/>
          </a:p>
        </p:txBody>
      </p:sp>
      <p:sp>
        <p:nvSpPr>
          <p:cNvPr id="14" name="Rectangle: Rounded Corners 13">
            <a:extLst>
              <a:ext uri="{FF2B5EF4-FFF2-40B4-BE49-F238E27FC236}">
                <a16:creationId xmlns:a16="http://schemas.microsoft.com/office/drawing/2014/main" id="{5E54AF29-42ED-239A-5584-33B9023122BC}"/>
              </a:ext>
            </a:extLst>
          </p:cNvPr>
          <p:cNvSpPr/>
          <p:nvPr/>
        </p:nvSpPr>
        <p:spPr>
          <a:xfrm>
            <a:off x="10239554" y="4924574"/>
            <a:ext cx="1190446" cy="310551"/>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Librarian</a:t>
            </a:r>
            <a:endParaRPr lang="en-IN" dirty="0"/>
          </a:p>
        </p:txBody>
      </p:sp>
    </p:spTree>
    <p:extLst>
      <p:ext uri="{BB962C8B-B14F-4D97-AF65-F5344CB8AC3E}">
        <p14:creationId xmlns:p14="http://schemas.microsoft.com/office/powerpoint/2010/main" val="557320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D23F7B-EBF9-BB2F-988E-D52C6B1CC023}"/>
              </a:ext>
            </a:extLst>
          </p:cNvPr>
          <p:cNvSpPr>
            <a:spLocks noGrp="1"/>
          </p:cNvSpPr>
          <p:nvPr>
            <p:ph idx="1"/>
          </p:nvPr>
        </p:nvSpPr>
        <p:spPr/>
        <p:txBody>
          <a:bodyPr/>
          <a:lstStyle/>
          <a:p>
            <a:r>
              <a:rPr lang="en-US" dirty="0"/>
              <a:t>Suppose I m having 5000 users and I have to assign a permission to individuals for a specific screen or rights.</a:t>
            </a:r>
          </a:p>
          <a:p>
            <a:r>
              <a:rPr lang="en-US" dirty="0"/>
              <a:t>Instead of I create a role and then I give permission to that role.</a:t>
            </a:r>
          </a:p>
          <a:p>
            <a:r>
              <a:rPr lang="en-US" dirty="0"/>
              <a:t>Roles </a:t>
            </a:r>
          </a:p>
          <a:p>
            <a:pPr lvl="1"/>
            <a:r>
              <a:rPr lang="en-US" b="1" dirty="0"/>
              <a:t>Admin</a:t>
            </a:r>
            <a:r>
              <a:rPr lang="en-US" dirty="0"/>
              <a:t> (Suppose if you have 50 admins then you have to just assign the Admin role to them)</a:t>
            </a:r>
          </a:p>
          <a:p>
            <a:pPr lvl="1"/>
            <a:r>
              <a:rPr lang="en-US" b="1" dirty="0"/>
              <a:t>Student</a:t>
            </a:r>
            <a:r>
              <a:rPr lang="en-US" dirty="0"/>
              <a:t> (Suppose if you have 1000 students then you have to just assign the Student role to them)</a:t>
            </a:r>
          </a:p>
          <a:p>
            <a:pPr lvl="1"/>
            <a:r>
              <a:rPr lang="en-US" b="1" dirty="0"/>
              <a:t>Staff</a:t>
            </a:r>
            <a:r>
              <a:rPr lang="en-US" dirty="0"/>
              <a:t> (Suppose if you have 200 staff then you have to just assign the Staff role to them)</a:t>
            </a:r>
          </a:p>
          <a:p>
            <a:pPr lvl="1"/>
            <a:r>
              <a:rPr lang="en-US" b="1" dirty="0"/>
              <a:t>Principal</a:t>
            </a:r>
            <a:r>
              <a:rPr lang="en-US" dirty="0"/>
              <a:t> (Suppose if you have 10 principals then you have to just assign the Principal role to them)</a:t>
            </a:r>
          </a:p>
          <a:p>
            <a:pPr lvl="1"/>
            <a:endParaRPr lang="en-US" dirty="0"/>
          </a:p>
          <a:p>
            <a:pPr lvl="1"/>
            <a:endParaRPr lang="en-IN" dirty="0"/>
          </a:p>
        </p:txBody>
      </p:sp>
      <p:sp>
        <p:nvSpPr>
          <p:cNvPr id="3" name="Title 2">
            <a:extLst>
              <a:ext uri="{FF2B5EF4-FFF2-40B4-BE49-F238E27FC236}">
                <a16:creationId xmlns:a16="http://schemas.microsoft.com/office/drawing/2014/main" id="{20143B05-302C-F474-1374-BBDC7E6AE461}"/>
              </a:ext>
            </a:extLst>
          </p:cNvPr>
          <p:cNvSpPr>
            <a:spLocks noGrp="1"/>
          </p:cNvSpPr>
          <p:nvPr>
            <p:ph type="title"/>
          </p:nvPr>
        </p:nvSpPr>
        <p:spPr/>
        <p:txBody>
          <a:bodyPr/>
          <a:lstStyle/>
          <a:p>
            <a:r>
              <a:rPr lang="en-US" dirty="0"/>
              <a:t>Why Role is Required?</a:t>
            </a:r>
            <a:endParaRPr lang="en-IN" dirty="0"/>
          </a:p>
        </p:txBody>
      </p:sp>
    </p:spTree>
    <p:extLst>
      <p:ext uri="{BB962C8B-B14F-4D97-AF65-F5344CB8AC3E}">
        <p14:creationId xmlns:p14="http://schemas.microsoft.com/office/powerpoint/2010/main" val="117226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579408-3E80-AFA0-E8F8-6614E92C47B8}"/>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77867" y="786806"/>
            <a:ext cx="8648444" cy="5734896"/>
          </a:xfrm>
          <a:prstGeom prst="rect">
            <a:avLst/>
          </a:prstGeom>
        </p:spPr>
      </p:pic>
      <p:sp>
        <p:nvSpPr>
          <p:cNvPr id="3" name="Title 2">
            <a:extLst>
              <a:ext uri="{FF2B5EF4-FFF2-40B4-BE49-F238E27FC236}">
                <a16:creationId xmlns:a16="http://schemas.microsoft.com/office/drawing/2014/main" id="{73D3F1BB-FD55-EEE4-D183-3064C951C792}"/>
              </a:ext>
            </a:extLst>
          </p:cNvPr>
          <p:cNvSpPr>
            <a:spLocks noGrp="1"/>
          </p:cNvSpPr>
          <p:nvPr>
            <p:ph type="title"/>
          </p:nvPr>
        </p:nvSpPr>
        <p:spPr/>
        <p:txBody>
          <a:bodyPr/>
          <a:lstStyle/>
          <a:p>
            <a:r>
              <a:rPr lang="en-US" dirty="0"/>
              <a:t>What is a Role?</a:t>
            </a:r>
            <a:endParaRPr lang="en-IN" dirty="0"/>
          </a:p>
        </p:txBody>
      </p:sp>
    </p:spTree>
    <p:extLst>
      <p:ext uri="{BB962C8B-B14F-4D97-AF65-F5344CB8AC3E}">
        <p14:creationId xmlns:p14="http://schemas.microsoft.com/office/powerpoint/2010/main" val="377454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F25C058-917A-C98F-EEA7-82E5B26445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78" y="801511"/>
            <a:ext cx="5536957" cy="5591175"/>
          </a:xfrm>
          <a:ln>
            <a:solidFill>
              <a:schemeClr val="tx1"/>
            </a:solidFill>
          </a:ln>
        </p:spPr>
      </p:pic>
      <p:sp>
        <p:nvSpPr>
          <p:cNvPr id="3" name="Title 2">
            <a:extLst>
              <a:ext uri="{FF2B5EF4-FFF2-40B4-BE49-F238E27FC236}">
                <a16:creationId xmlns:a16="http://schemas.microsoft.com/office/drawing/2014/main" id="{5D6FE32A-B732-B536-E56B-181FA607231C}"/>
              </a:ext>
            </a:extLst>
          </p:cNvPr>
          <p:cNvSpPr>
            <a:spLocks noGrp="1"/>
          </p:cNvSpPr>
          <p:nvPr>
            <p:ph type="title"/>
          </p:nvPr>
        </p:nvSpPr>
        <p:spPr/>
        <p:txBody>
          <a:bodyPr/>
          <a:lstStyle/>
          <a:p>
            <a:r>
              <a:rPr lang="en-US" dirty="0"/>
              <a:t>Example – Assigning Rights to Roles</a:t>
            </a:r>
            <a:endParaRPr lang="en-IN" dirty="0"/>
          </a:p>
        </p:txBody>
      </p:sp>
      <p:pic>
        <p:nvPicPr>
          <p:cNvPr id="7" name="Picture 6">
            <a:extLst>
              <a:ext uri="{FF2B5EF4-FFF2-40B4-BE49-F238E27FC236}">
                <a16:creationId xmlns:a16="http://schemas.microsoft.com/office/drawing/2014/main" id="{40EB02EB-5FC5-8721-6BA5-8D03E38AD968}"/>
              </a:ext>
            </a:extLst>
          </p:cNvPr>
          <p:cNvPicPr>
            <a:picLocks noChangeAspect="1"/>
          </p:cNvPicPr>
          <p:nvPr/>
        </p:nvPicPr>
        <p:blipFill>
          <a:blip r:embed="rId3"/>
          <a:stretch>
            <a:fillRect/>
          </a:stretch>
        </p:blipFill>
        <p:spPr>
          <a:xfrm>
            <a:off x="5746437" y="801511"/>
            <a:ext cx="4915919" cy="5140073"/>
          </a:xfrm>
          <a:prstGeom prst="rect">
            <a:avLst/>
          </a:prstGeom>
          <a:ln>
            <a:solidFill>
              <a:schemeClr val="tx1"/>
            </a:solidFill>
          </a:ln>
        </p:spPr>
      </p:pic>
    </p:spTree>
    <p:extLst>
      <p:ext uri="{BB962C8B-B14F-4D97-AF65-F5344CB8AC3E}">
        <p14:creationId xmlns:p14="http://schemas.microsoft.com/office/powerpoint/2010/main" val="411596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E7D966-B1A5-102E-02E3-8405CD2ACAE2}"/>
              </a:ext>
            </a:extLst>
          </p:cNvPr>
          <p:cNvSpPr>
            <a:spLocks noGrp="1"/>
          </p:cNvSpPr>
          <p:nvPr>
            <p:ph idx="1"/>
          </p:nvPr>
        </p:nvSpPr>
        <p:spPr/>
        <p:txBody>
          <a:bodyPr/>
          <a:lstStyle/>
          <a:p>
            <a:r>
              <a:rPr lang="en-US" dirty="0"/>
              <a:t>Role-Based Access Control (RBAC) in .NET Core is a security model </a:t>
            </a:r>
            <a:r>
              <a:rPr lang="en-US" b="1" dirty="0"/>
              <a:t>that governs what authenticated users can do within an application based on the roles assigned to them</a:t>
            </a:r>
            <a:r>
              <a:rPr lang="en-US" dirty="0"/>
              <a:t>. </a:t>
            </a:r>
          </a:p>
          <a:p>
            <a:r>
              <a:rPr lang="en-US" dirty="0"/>
              <a:t>Instead of </a:t>
            </a:r>
            <a:r>
              <a:rPr lang="en-US" b="1" dirty="0">
                <a:solidFill>
                  <a:schemeClr val="accent6"/>
                </a:solidFill>
              </a:rPr>
              <a:t>granting permissions directly to individual users</a:t>
            </a:r>
            <a:r>
              <a:rPr lang="en-US" b="1" dirty="0"/>
              <a:t>, </a:t>
            </a:r>
            <a:r>
              <a:rPr lang="en-US" b="1" dirty="0">
                <a:solidFill>
                  <a:schemeClr val="accent6"/>
                </a:solidFill>
              </a:rPr>
              <a:t>you grant permissions to roles</a:t>
            </a:r>
            <a:r>
              <a:rPr lang="en-US" dirty="0"/>
              <a:t>, and then assign those roles to users. </a:t>
            </a:r>
          </a:p>
          <a:p>
            <a:r>
              <a:rPr lang="en-US" dirty="0"/>
              <a:t>This makes managing permissions simpler and more scalable, especially in large applications.</a:t>
            </a:r>
          </a:p>
          <a:p>
            <a:r>
              <a:rPr lang="en-IN" b="1" dirty="0"/>
              <a:t>Key Concepts</a:t>
            </a:r>
          </a:p>
          <a:p>
            <a:pPr lvl="1"/>
            <a:r>
              <a:rPr lang="en-US" b="1" dirty="0"/>
              <a:t>User:</a:t>
            </a:r>
            <a:r>
              <a:rPr lang="en-US" dirty="0"/>
              <a:t> </a:t>
            </a:r>
          </a:p>
          <a:p>
            <a:pPr lvl="2"/>
            <a:r>
              <a:rPr lang="en-US" dirty="0"/>
              <a:t>An individual who interacts with the application. </a:t>
            </a:r>
          </a:p>
          <a:p>
            <a:pPr lvl="2"/>
            <a:r>
              <a:rPr lang="en-US" dirty="0"/>
              <a:t>A user has a unique identity, typically managed through a service like </a:t>
            </a:r>
            <a:r>
              <a:rPr lang="en-US" b="1" dirty="0"/>
              <a:t>ASP.NET Core Identity</a:t>
            </a:r>
            <a:r>
              <a:rPr lang="en-US" dirty="0"/>
              <a:t>.</a:t>
            </a:r>
          </a:p>
          <a:p>
            <a:pPr lvl="1"/>
            <a:r>
              <a:rPr lang="en-US" b="1" dirty="0"/>
              <a:t>Role:</a:t>
            </a:r>
            <a:r>
              <a:rPr lang="en-US" dirty="0"/>
              <a:t> </a:t>
            </a:r>
          </a:p>
          <a:p>
            <a:pPr lvl="2"/>
            <a:r>
              <a:rPr lang="en-US" dirty="0"/>
              <a:t>A collection of permissions. Roles are abstractions that represent the responsibilities or job functions of users within the application (e.g., "Admin," "Editor," "Guest").</a:t>
            </a:r>
          </a:p>
          <a:p>
            <a:pPr lvl="1"/>
            <a:r>
              <a:rPr lang="en-US" b="1" dirty="0"/>
              <a:t>Permission:</a:t>
            </a:r>
            <a:r>
              <a:rPr lang="en-US" dirty="0"/>
              <a:t> </a:t>
            </a:r>
          </a:p>
          <a:p>
            <a:pPr lvl="2"/>
            <a:r>
              <a:rPr lang="en-US" dirty="0"/>
              <a:t>A specific action a user is allowed to perform, like "</a:t>
            </a:r>
            <a:r>
              <a:rPr lang="en-US" dirty="0" err="1"/>
              <a:t>CreateProduct</a:t>
            </a:r>
            <a:r>
              <a:rPr lang="en-US" dirty="0"/>
              <a:t>," "</a:t>
            </a:r>
            <a:r>
              <a:rPr lang="en-US" dirty="0" err="1"/>
              <a:t>EditPost</a:t>
            </a:r>
            <a:r>
              <a:rPr lang="en-US" dirty="0"/>
              <a:t>," or "</a:t>
            </a:r>
            <a:r>
              <a:rPr lang="en-US" dirty="0" err="1"/>
              <a:t>DeleteUser</a:t>
            </a:r>
            <a:r>
              <a:rPr lang="en-US" dirty="0"/>
              <a:t>."</a:t>
            </a:r>
            <a:endParaRPr lang="en-IN" b="1" dirty="0"/>
          </a:p>
        </p:txBody>
      </p:sp>
      <p:sp>
        <p:nvSpPr>
          <p:cNvPr id="3" name="Title 2">
            <a:extLst>
              <a:ext uri="{FF2B5EF4-FFF2-40B4-BE49-F238E27FC236}">
                <a16:creationId xmlns:a16="http://schemas.microsoft.com/office/drawing/2014/main" id="{E07B5D50-A136-6C34-00F9-BD1112E8F08A}"/>
              </a:ext>
            </a:extLst>
          </p:cNvPr>
          <p:cNvSpPr>
            <a:spLocks noGrp="1"/>
          </p:cNvSpPr>
          <p:nvPr>
            <p:ph type="title"/>
          </p:nvPr>
        </p:nvSpPr>
        <p:spPr/>
        <p:txBody>
          <a:bodyPr/>
          <a:lstStyle/>
          <a:p>
            <a:r>
              <a:rPr lang="en-IN" dirty="0"/>
              <a:t>Role-Based Access Control (RBAC)</a:t>
            </a:r>
          </a:p>
        </p:txBody>
      </p:sp>
    </p:spTree>
    <p:extLst>
      <p:ext uri="{BB962C8B-B14F-4D97-AF65-F5344CB8AC3E}">
        <p14:creationId xmlns:p14="http://schemas.microsoft.com/office/powerpoint/2010/main" val="249428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876E16-A5F4-8448-46C1-D4BD5B159FE2}"/>
              </a:ext>
            </a:extLst>
          </p:cNvPr>
          <p:cNvSpPr>
            <a:spLocks noGrp="1"/>
          </p:cNvSpPr>
          <p:nvPr>
            <p:ph idx="1"/>
          </p:nvPr>
        </p:nvSpPr>
        <p:spPr/>
        <p:txBody>
          <a:bodyPr/>
          <a:lstStyle/>
          <a:p>
            <a:r>
              <a:rPr lang="en-US" dirty="0"/>
              <a:t>.NET Core provides a robust, built-in framework for implementing RBAC, primarily through the</a:t>
            </a:r>
          </a:p>
          <a:p>
            <a:pPr lvl="1"/>
            <a:r>
              <a:rPr lang="en-US" b="1" dirty="0"/>
              <a:t>ASP.NET Core Identity</a:t>
            </a:r>
            <a:r>
              <a:rPr lang="en-US" dirty="0"/>
              <a:t>  </a:t>
            </a:r>
          </a:p>
          <a:p>
            <a:pPr lvl="1"/>
            <a:r>
              <a:rPr lang="en-US" b="1" dirty="0"/>
              <a:t>Authorization</a:t>
            </a:r>
            <a:endParaRPr lang="en-US" dirty="0"/>
          </a:p>
          <a:p>
            <a:pPr marL="457200" lvl="1" indent="0">
              <a:buNone/>
            </a:pPr>
            <a:endParaRPr lang="en-US" dirty="0"/>
          </a:p>
          <a:p>
            <a:pPr marL="457200" indent="-457200">
              <a:buFont typeface="+mj-lt"/>
              <a:buAutoNum type="arabicPeriod"/>
            </a:pPr>
            <a:r>
              <a:rPr lang="en-US" b="1" dirty="0">
                <a:solidFill>
                  <a:schemeClr val="accent6"/>
                </a:solidFill>
              </a:rPr>
              <a:t>ASP.NET Core Identity</a:t>
            </a:r>
            <a:r>
              <a:rPr lang="en-US" dirty="0">
                <a:solidFill>
                  <a:schemeClr val="accent6"/>
                </a:solidFill>
              </a:rPr>
              <a:t>  </a:t>
            </a:r>
          </a:p>
          <a:p>
            <a:r>
              <a:rPr lang="en-US" dirty="0"/>
              <a:t>This is the foundational component for managing users, roles, and claims.</a:t>
            </a:r>
          </a:p>
          <a:p>
            <a:pPr lvl="1"/>
            <a:r>
              <a:rPr lang="en-US" b="1" dirty="0"/>
              <a:t>User Management:</a:t>
            </a:r>
            <a:r>
              <a:rPr lang="en-US" dirty="0"/>
              <a:t> </a:t>
            </a:r>
          </a:p>
          <a:p>
            <a:pPr lvl="2"/>
            <a:r>
              <a:rPr lang="en-US" dirty="0"/>
              <a:t>Handles user registration, login, password management, and user data storage.</a:t>
            </a:r>
          </a:p>
          <a:p>
            <a:pPr lvl="1"/>
            <a:r>
              <a:rPr lang="en-US" b="1" dirty="0"/>
              <a:t>Role Management:</a:t>
            </a:r>
            <a:r>
              <a:rPr lang="en-US" dirty="0"/>
              <a:t> </a:t>
            </a:r>
          </a:p>
          <a:p>
            <a:pPr lvl="2"/>
            <a:r>
              <a:rPr lang="en-US" dirty="0"/>
              <a:t>Allows you to create, update, and delete roles, and assign users to them.</a:t>
            </a:r>
          </a:p>
          <a:p>
            <a:pPr lvl="1"/>
            <a:r>
              <a:rPr lang="en-US" b="1" dirty="0"/>
              <a:t>Claims: (Payload OR User Information)</a:t>
            </a:r>
          </a:p>
          <a:p>
            <a:pPr lvl="2"/>
            <a:r>
              <a:rPr lang="en-US" dirty="0"/>
              <a:t>Claims are statements about the user. </a:t>
            </a:r>
          </a:p>
          <a:p>
            <a:pPr lvl="2"/>
            <a:r>
              <a:rPr lang="en-US" dirty="0"/>
              <a:t>They are essentially key-value pairs that contain information about the user, such as their name, email, and—most importantly for RBAC—their </a:t>
            </a:r>
            <a:r>
              <a:rPr lang="en-US" b="1" dirty="0"/>
              <a:t>roles</a:t>
            </a:r>
            <a:r>
              <a:rPr lang="en-US" dirty="0"/>
              <a:t>.</a:t>
            </a:r>
          </a:p>
          <a:p>
            <a:endParaRPr lang="en-US" dirty="0"/>
          </a:p>
          <a:p>
            <a:endParaRPr lang="en-IN" dirty="0"/>
          </a:p>
        </p:txBody>
      </p:sp>
      <p:sp>
        <p:nvSpPr>
          <p:cNvPr id="3" name="Title 2">
            <a:extLst>
              <a:ext uri="{FF2B5EF4-FFF2-40B4-BE49-F238E27FC236}">
                <a16:creationId xmlns:a16="http://schemas.microsoft.com/office/drawing/2014/main" id="{0AB0753F-A016-F760-75AE-E33392394D01}"/>
              </a:ext>
            </a:extLst>
          </p:cNvPr>
          <p:cNvSpPr>
            <a:spLocks noGrp="1"/>
          </p:cNvSpPr>
          <p:nvPr>
            <p:ph type="title"/>
          </p:nvPr>
        </p:nvSpPr>
        <p:spPr/>
        <p:txBody>
          <a:bodyPr/>
          <a:lstStyle/>
          <a:p>
            <a:r>
              <a:rPr lang="en-IN" dirty="0"/>
              <a:t>Role-Based Access Control (RBAC) Cont..</a:t>
            </a:r>
          </a:p>
        </p:txBody>
      </p:sp>
    </p:spTree>
    <p:extLst>
      <p:ext uri="{BB962C8B-B14F-4D97-AF65-F5344CB8AC3E}">
        <p14:creationId xmlns:p14="http://schemas.microsoft.com/office/powerpoint/2010/main" val="15908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D2C724-A8A3-41AF-9E2D-C7452A9E98E9}"/>
              </a:ext>
            </a:extLst>
          </p:cNvPr>
          <p:cNvSpPr>
            <a:spLocks noGrp="1"/>
          </p:cNvSpPr>
          <p:nvPr>
            <p:ph type="title"/>
          </p:nvPr>
        </p:nvSpPr>
        <p:spPr/>
        <p:txBody>
          <a:bodyPr/>
          <a:lstStyle/>
          <a:p>
            <a:r>
              <a:rPr lang="en-US" dirty="0"/>
              <a:t>Flow of RBAC in .NET Core</a:t>
            </a:r>
            <a:endParaRPr lang="en-IN" dirty="0"/>
          </a:p>
        </p:txBody>
      </p:sp>
      <p:graphicFrame>
        <p:nvGraphicFramePr>
          <p:cNvPr id="5" name="Diagram 4">
            <a:extLst>
              <a:ext uri="{FF2B5EF4-FFF2-40B4-BE49-F238E27FC236}">
                <a16:creationId xmlns:a16="http://schemas.microsoft.com/office/drawing/2014/main" id="{FBF9EB21-555D-002F-BDD9-6F6818B93742}"/>
              </a:ext>
            </a:extLst>
          </p:cNvPr>
          <p:cNvGraphicFramePr/>
          <p:nvPr/>
        </p:nvGraphicFramePr>
        <p:xfrm>
          <a:off x="169333" y="790222"/>
          <a:ext cx="11943645" cy="4143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182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5EDBD2A5-22F1-4927-A856-3B7C3B9D748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3C8AD8DF-68F1-49B2-910F-DBB7F383F38A}"/>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1D655B2A-1095-4E80-AFFF-EE8401B99926}"/>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0B51CF53-F73D-4262-A5C7-73AEAC8DA029}"/>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graphicEl>
                                              <a:dgm id="{B7DD705D-9F4F-4E11-AF1C-8FF32FEC8648}"/>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91330AA0-67A3-40CB-8F2E-DC34B0E9B3D8}"/>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graphicEl>
                                              <a:dgm id="{7E079055-7E95-46E5-AA1C-4D762002F58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D970F4C6-770D-44FC-B2B9-57C6792F7D60}"/>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98DA2444-2879-4085-8903-5A0CE94622A2}"/>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graphicEl>
                                              <a:dgm id="{9983C2A7-3AFB-4E6B-A269-6C9EBC9B5224}"/>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graphicEl>
                                              <a:dgm id="{9C5EB2D8-F674-4A5E-955E-79C6BB0FC7B1}"/>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graphicEl>
                                              <a:dgm id="{11FB68B5-4CDD-4C64-AF4E-5D5EE4FA689F}"/>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graphicEl>
                                              <a:dgm id="{B9DA649C-F4BB-4452-88D9-E445FB6A207C}"/>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graphicEl>
                                              <a:dgm id="{9F750AC4-1C45-4BC4-A584-F7AD04CB9C1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AE6960-6FD0-6D83-9F0B-8FB255BCCFE9}"/>
              </a:ext>
            </a:extLst>
          </p:cNvPr>
          <p:cNvSpPr>
            <a:spLocks noGrp="1"/>
          </p:cNvSpPr>
          <p:nvPr>
            <p:ph idx="1"/>
          </p:nvPr>
        </p:nvSpPr>
        <p:spPr/>
        <p:txBody>
          <a:bodyPr/>
          <a:lstStyle/>
          <a:p>
            <a:pPr marL="457200" indent="-457200">
              <a:buFont typeface="+mj-lt"/>
              <a:buAutoNum type="arabicPeriod" startAt="2"/>
            </a:pPr>
            <a:r>
              <a:rPr lang="en-US" b="1" dirty="0"/>
              <a:t>Authorization</a:t>
            </a:r>
          </a:p>
          <a:p>
            <a:pPr lvl="1"/>
            <a:r>
              <a:rPr lang="en-US" dirty="0"/>
              <a:t>Once a user is authenticated (meaning their identity has been verified), </a:t>
            </a:r>
            <a:r>
              <a:rPr lang="en-US" b="1" dirty="0"/>
              <a:t>authorization</a:t>
            </a:r>
            <a:r>
              <a:rPr lang="en-US" dirty="0"/>
              <a:t> determines what they are allowed to do. </a:t>
            </a:r>
          </a:p>
          <a:p>
            <a:pPr lvl="1"/>
            <a:r>
              <a:rPr lang="en-US" dirty="0"/>
              <a:t>In .NET Core, this is </a:t>
            </a:r>
            <a:r>
              <a:rPr lang="en-US" b="1" dirty="0"/>
              <a:t>typically done using attributes and policies</a:t>
            </a:r>
            <a:r>
              <a:rPr lang="en-US" dirty="0"/>
              <a:t>.</a:t>
            </a:r>
          </a:p>
          <a:p>
            <a:pPr lvl="1"/>
            <a:r>
              <a:rPr lang="en-IN" dirty="0">
                <a:solidFill>
                  <a:srgbClr val="000000"/>
                </a:solidFill>
                <a:highlight>
                  <a:srgbClr val="FFFFFF"/>
                </a:highlight>
                <a:latin typeface="Cascadia Mono" panose="020B0609020000020004" pitchFamily="49" charset="0"/>
              </a:rPr>
              <a:t>[</a:t>
            </a:r>
            <a:r>
              <a:rPr lang="en-IN" dirty="0">
                <a:solidFill>
                  <a:srgbClr val="2B91AF"/>
                </a:solidFill>
                <a:highlight>
                  <a:srgbClr val="FFFFFF"/>
                </a:highlight>
                <a:latin typeface="Cascadia Mono" panose="020B0609020000020004" pitchFamily="49" charset="0"/>
              </a:rPr>
              <a:t>Authorize</a:t>
            </a:r>
            <a:r>
              <a:rPr lang="en-IN" dirty="0"/>
              <a:t>] </a:t>
            </a:r>
            <a:r>
              <a:rPr lang="en-IN" b="1" dirty="0"/>
              <a:t>Attribute</a:t>
            </a:r>
            <a:r>
              <a:rPr lang="en-IN" dirty="0"/>
              <a:t>: </a:t>
            </a:r>
            <a:r>
              <a:rPr lang="en-US" dirty="0"/>
              <a:t>This is the most common way to enforce authorization. You can apply it to a controller or an action method to restrict access.</a:t>
            </a:r>
          </a:p>
          <a:p>
            <a:pPr marL="971550" lvl="1" indent="-514350">
              <a:buFont typeface="+mj-lt"/>
              <a:buAutoNum type="romanLcPeriod"/>
            </a:pPr>
            <a:r>
              <a:rPr lang="en-US" b="1" dirty="0"/>
              <a:t>Role-based Authorization:</a:t>
            </a:r>
            <a:r>
              <a:rPr lang="en-US" dirty="0"/>
              <a:t> </a:t>
            </a:r>
          </a:p>
          <a:p>
            <a:pPr lvl="2"/>
            <a:r>
              <a:rPr lang="en-US" dirty="0"/>
              <a:t>The attribute can specify one or more roles. </a:t>
            </a:r>
          </a:p>
          <a:p>
            <a:pPr lvl="2"/>
            <a:r>
              <a:rPr lang="en-US" dirty="0"/>
              <a:t>A user must be in at least one of the specified roles to access the resource.</a:t>
            </a:r>
            <a:endParaRPr lang="en-IN" dirty="0"/>
          </a:p>
        </p:txBody>
      </p:sp>
      <p:sp>
        <p:nvSpPr>
          <p:cNvPr id="3" name="Title 2">
            <a:extLst>
              <a:ext uri="{FF2B5EF4-FFF2-40B4-BE49-F238E27FC236}">
                <a16:creationId xmlns:a16="http://schemas.microsoft.com/office/drawing/2014/main" id="{2BFF5FE0-3740-1014-545E-FE97E5DB5095}"/>
              </a:ext>
            </a:extLst>
          </p:cNvPr>
          <p:cNvSpPr>
            <a:spLocks noGrp="1"/>
          </p:cNvSpPr>
          <p:nvPr>
            <p:ph type="title"/>
          </p:nvPr>
        </p:nvSpPr>
        <p:spPr/>
        <p:txBody>
          <a:bodyPr/>
          <a:lstStyle/>
          <a:p>
            <a:r>
              <a:rPr lang="en-IN" dirty="0"/>
              <a:t>Role-Based Access Control (RBAC) Cont..</a:t>
            </a:r>
          </a:p>
        </p:txBody>
      </p:sp>
      <p:pic>
        <p:nvPicPr>
          <p:cNvPr id="5" name="Picture 4">
            <a:extLst>
              <a:ext uri="{FF2B5EF4-FFF2-40B4-BE49-F238E27FC236}">
                <a16:creationId xmlns:a16="http://schemas.microsoft.com/office/drawing/2014/main" id="{686698F4-4B77-F7FA-666C-7E6CFB579B28}"/>
              </a:ext>
            </a:extLst>
          </p:cNvPr>
          <p:cNvPicPr>
            <a:picLocks noChangeAspect="1"/>
          </p:cNvPicPr>
          <p:nvPr/>
        </p:nvPicPr>
        <p:blipFill>
          <a:blip r:embed="rId2"/>
          <a:stretch>
            <a:fillRect/>
          </a:stretch>
        </p:blipFill>
        <p:spPr>
          <a:xfrm>
            <a:off x="1339717" y="3834628"/>
            <a:ext cx="5320727" cy="2655671"/>
          </a:xfrm>
          <a:prstGeom prst="rect">
            <a:avLst/>
          </a:prstGeom>
        </p:spPr>
      </p:pic>
      <p:sp>
        <p:nvSpPr>
          <p:cNvPr id="6" name="Rectangle 5">
            <a:extLst>
              <a:ext uri="{FF2B5EF4-FFF2-40B4-BE49-F238E27FC236}">
                <a16:creationId xmlns:a16="http://schemas.microsoft.com/office/drawing/2014/main" id="{3BC3E4FF-1399-2EFD-FE87-F4050DC0FA43}"/>
              </a:ext>
            </a:extLst>
          </p:cNvPr>
          <p:cNvSpPr/>
          <p:nvPr/>
        </p:nvSpPr>
        <p:spPr>
          <a:xfrm>
            <a:off x="1696828" y="4865298"/>
            <a:ext cx="2607754" cy="23291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8459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F40336-FA81-3B56-00A1-164B159AE0EB}"/>
              </a:ext>
            </a:extLst>
          </p:cNvPr>
          <p:cNvSpPr>
            <a:spLocks noGrp="1"/>
          </p:cNvSpPr>
          <p:nvPr>
            <p:ph idx="1"/>
          </p:nvPr>
        </p:nvSpPr>
        <p:spPr/>
        <p:txBody>
          <a:bodyPr/>
          <a:lstStyle/>
          <a:p>
            <a:r>
              <a:rPr lang="en-US" dirty="0"/>
              <a:t>Multiple Roles can access this endpoint.</a:t>
            </a:r>
            <a:endParaRPr lang="en-IN" dirty="0"/>
          </a:p>
        </p:txBody>
      </p:sp>
      <p:sp>
        <p:nvSpPr>
          <p:cNvPr id="3" name="Title 2">
            <a:extLst>
              <a:ext uri="{FF2B5EF4-FFF2-40B4-BE49-F238E27FC236}">
                <a16:creationId xmlns:a16="http://schemas.microsoft.com/office/drawing/2014/main" id="{C75C5453-4385-F902-F06C-1204236472CF}"/>
              </a:ext>
            </a:extLst>
          </p:cNvPr>
          <p:cNvSpPr>
            <a:spLocks noGrp="1"/>
          </p:cNvSpPr>
          <p:nvPr>
            <p:ph type="title"/>
          </p:nvPr>
        </p:nvSpPr>
        <p:spPr/>
        <p:txBody>
          <a:bodyPr/>
          <a:lstStyle/>
          <a:p>
            <a:r>
              <a:rPr lang="en-IN" dirty="0"/>
              <a:t>Role-Based Access Control (RBAC) Cont..</a:t>
            </a:r>
          </a:p>
        </p:txBody>
      </p:sp>
      <p:pic>
        <p:nvPicPr>
          <p:cNvPr id="5" name="Picture 4">
            <a:extLst>
              <a:ext uri="{FF2B5EF4-FFF2-40B4-BE49-F238E27FC236}">
                <a16:creationId xmlns:a16="http://schemas.microsoft.com/office/drawing/2014/main" id="{3DF4CC25-F0F4-9321-7301-490A3D853485}"/>
              </a:ext>
            </a:extLst>
          </p:cNvPr>
          <p:cNvPicPr>
            <a:picLocks noChangeAspect="1"/>
          </p:cNvPicPr>
          <p:nvPr/>
        </p:nvPicPr>
        <p:blipFill>
          <a:blip r:embed="rId2"/>
          <a:stretch>
            <a:fillRect/>
          </a:stretch>
        </p:blipFill>
        <p:spPr>
          <a:xfrm>
            <a:off x="441622" y="1264200"/>
            <a:ext cx="7358999" cy="3660099"/>
          </a:xfrm>
          <a:prstGeom prst="rect">
            <a:avLst/>
          </a:prstGeom>
        </p:spPr>
      </p:pic>
      <p:sp>
        <p:nvSpPr>
          <p:cNvPr id="4" name="Rectangle 3">
            <a:extLst>
              <a:ext uri="{FF2B5EF4-FFF2-40B4-BE49-F238E27FC236}">
                <a16:creationId xmlns:a16="http://schemas.microsoft.com/office/drawing/2014/main" id="{0C68D6CC-DFB6-7CE6-487B-5BDA23FC2F9B}"/>
              </a:ext>
            </a:extLst>
          </p:cNvPr>
          <p:cNvSpPr/>
          <p:nvPr/>
        </p:nvSpPr>
        <p:spPr>
          <a:xfrm>
            <a:off x="931653" y="2665562"/>
            <a:ext cx="4606505" cy="30192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2273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AAEAF8-4D04-7D71-2442-A90D69A83B54}"/>
              </a:ext>
            </a:extLst>
          </p:cNvPr>
          <p:cNvSpPr>
            <a:spLocks noGrp="1"/>
          </p:cNvSpPr>
          <p:nvPr>
            <p:ph idx="1"/>
          </p:nvPr>
        </p:nvSpPr>
        <p:spPr/>
        <p:txBody>
          <a:bodyPr/>
          <a:lstStyle/>
          <a:p>
            <a:pPr marL="514350" indent="-514350">
              <a:buFont typeface="+mj-lt"/>
              <a:buAutoNum type="romanLcPeriod" startAt="2"/>
            </a:pPr>
            <a:r>
              <a:rPr lang="en-US" b="1" dirty="0"/>
              <a:t>Policy-Based Authorization:</a:t>
            </a:r>
          </a:p>
          <a:p>
            <a:pPr marL="887412" lvl="1" indent="-342900"/>
            <a:r>
              <a:rPr lang="en-IN" dirty="0"/>
              <a:t>Policies provide </a:t>
            </a:r>
            <a:r>
              <a:rPr lang="en-IN" b="1" dirty="0"/>
              <a:t>more flexible authorization rules</a:t>
            </a:r>
            <a:r>
              <a:rPr lang="en-IN" dirty="0"/>
              <a:t>.</a:t>
            </a:r>
            <a:endParaRPr lang="en-US" dirty="0"/>
          </a:p>
          <a:p>
            <a:pPr marL="887412" lvl="1" indent="-342900"/>
            <a:r>
              <a:rPr lang="en-IN" dirty="0"/>
              <a:t>Instead of simply asking: </a:t>
            </a:r>
            <a:r>
              <a:rPr lang="en-IN" b="1" dirty="0"/>
              <a:t>Is user Admin?</a:t>
            </a:r>
          </a:p>
          <a:p>
            <a:pPr marL="887412" lvl="1" indent="-342900"/>
            <a:r>
              <a:rPr lang="en-IN" dirty="0"/>
              <a:t>We can ask: (Must Have)</a:t>
            </a:r>
          </a:p>
          <a:p>
            <a:pPr marL="1220787" lvl="2" indent="-342900"/>
            <a:r>
              <a:rPr lang="en-IN" dirty="0"/>
              <a:t>Does user have Department = CSE? </a:t>
            </a:r>
          </a:p>
          <a:p>
            <a:pPr marL="1220787" lvl="2" indent="-342900"/>
            <a:r>
              <a:rPr lang="en-IN" dirty="0"/>
              <a:t>Does user have Permission = </a:t>
            </a:r>
            <a:r>
              <a:rPr lang="en-IN" dirty="0" err="1"/>
              <a:t>Student.Delete</a:t>
            </a:r>
            <a:r>
              <a:rPr lang="en-IN" dirty="0"/>
              <a:t>? </a:t>
            </a:r>
          </a:p>
          <a:p>
            <a:pPr marL="1220787" lvl="2" indent="-342900"/>
            <a:r>
              <a:rPr lang="en-IN" dirty="0"/>
              <a:t>Does user have Age &gt;= 18? </a:t>
            </a:r>
          </a:p>
          <a:p>
            <a:pPr marL="1220787" lvl="2" indent="-342900"/>
            <a:r>
              <a:rPr lang="en-IN" dirty="0"/>
              <a:t>Does user have Claim = HR?</a:t>
            </a:r>
            <a:endParaRPr lang="en-US" b="1" dirty="0"/>
          </a:p>
          <a:p>
            <a:endParaRPr lang="en-IN" dirty="0"/>
          </a:p>
        </p:txBody>
      </p:sp>
      <p:sp>
        <p:nvSpPr>
          <p:cNvPr id="3" name="Title 2">
            <a:extLst>
              <a:ext uri="{FF2B5EF4-FFF2-40B4-BE49-F238E27FC236}">
                <a16:creationId xmlns:a16="http://schemas.microsoft.com/office/drawing/2014/main" id="{F7A78DBF-351E-96FA-DE5C-4EC0D69E260D}"/>
              </a:ext>
            </a:extLst>
          </p:cNvPr>
          <p:cNvSpPr>
            <a:spLocks noGrp="1"/>
          </p:cNvSpPr>
          <p:nvPr>
            <p:ph type="title"/>
          </p:nvPr>
        </p:nvSpPr>
        <p:spPr/>
        <p:txBody>
          <a:bodyPr/>
          <a:lstStyle/>
          <a:p>
            <a:r>
              <a:rPr lang="en-IN" dirty="0"/>
              <a:t>Role-Based Access Control (RBAC) Cont..</a:t>
            </a:r>
          </a:p>
        </p:txBody>
      </p:sp>
    </p:spTree>
    <p:extLst>
      <p:ext uri="{BB962C8B-B14F-4D97-AF65-F5344CB8AC3E}">
        <p14:creationId xmlns:p14="http://schemas.microsoft.com/office/powerpoint/2010/main" val="322339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3649C-5B23-6097-1FE6-4438E0AAC00D}"/>
              </a:ext>
            </a:extLst>
          </p:cNvPr>
          <p:cNvSpPr>
            <a:spLocks noGrp="1"/>
          </p:cNvSpPr>
          <p:nvPr>
            <p:ph idx="1"/>
          </p:nvPr>
        </p:nvSpPr>
        <p:spPr/>
        <p:txBody>
          <a:bodyPr/>
          <a:lstStyle/>
          <a:p>
            <a:pPr marL="427038" indent="-514350">
              <a:buFont typeface="+mj-lt"/>
              <a:buAutoNum type="romanLcPeriod"/>
            </a:pPr>
            <a:r>
              <a:rPr lang="en-US" b="1" dirty="0"/>
              <a:t>Policy-Based Authorization:</a:t>
            </a:r>
            <a:r>
              <a:rPr lang="en-US" dirty="0"/>
              <a:t> </a:t>
            </a:r>
          </a:p>
          <a:p>
            <a:pPr lvl="2"/>
            <a:r>
              <a:rPr lang="en-US" dirty="0"/>
              <a:t>A more flexible and recommended approach. </a:t>
            </a:r>
          </a:p>
          <a:p>
            <a:pPr lvl="2"/>
            <a:r>
              <a:rPr lang="en-US" b="1" dirty="0"/>
              <a:t>You define a named policy that encapsulates one or more authorization requirements</a:t>
            </a:r>
            <a:r>
              <a:rPr lang="en-US" dirty="0"/>
              <a:t>, then apply that policy with the </a:t>
            </a:r>
            <a:r>
              <a:rPr lang="en-US" b="1" dirty="0"/>
              <a:t>[Authorize] </a:t>
            </a:r>
            <a:r>
              <a:rPr lang="en-US" dirty="0"/>
              <a:t>attribute. </a:t>
            </a:r>
          </a:p>
          <a:p>
            <a:pPr lvl="2"/>
            <a:r>
              <a:rPr lang="en-US" dirty="0"/>
              <a:t>This separates the authorization logic from the controller, making it cleaner and easier to manage.</a:t>
            </a:r>
          </a:p>
          <a:p>
            <a:pPr lvl="1"/>
            <a:r>
              <a:rPr lang="en-US" b="1" dirty="0"/>
              <a:t>Steps</a:t>
            </a:r>
          </a:p>
          <a:p>
            <a:pPr marL="1257300" lvl="2" indent="-342900">
              <a:buFont typeface="+mj-lt"/>
              <a:buAutoNum type="arabicPeriod"/>
            </a:pPr>
            <a:r>
              <a:rPr lang="en-US" b="1" dirty="0"/>
              <a:t>Define the Policy</a:t>
            </a:r>
            <a:r>
              <a:rPr lang="en-US" dirty="0"/>
              <a:t>: In Program.cs, configure a policy.</a:t>
            </a:r>
          </a:p>
          <a:p>
            <a:pPr marL="1257300" lvl="2" indent="-342900">
              <a:buFont typeface="+mj-lt"/>
              <a:buAutoNum type="arabicPeriod"/>
            </a:pPr>
            <a:endParaRPr lang="en-US" dirty="0"/>
          </a:p>
          <a:p>
            <a:pPr marL="1257300" lvl="2" indent="-342900">
              <a:buFont typeface="+mj-lt"/>
              <a:buAutoNum type="arabicPeriod"/>
            </a:pPr>
            <a:endParaRPr lang="en-US" dirty="0"/>
          </a:p>
          <a:p>
            <a:pPr marL="1257300" lvl="2" indent="-342900">
              <a:buFont typeface="+mj-lt"/>
              <a:buAutoNum type="arabicPeriod"/>
            </a:pPr>
            <a:endParaRPr lang="en-US" dirty="0"/>
          </a:p>
          <a:p>
            <a:pPr marL="1257300" lvl="2" indent="-342900">
              <a:buFont typeface="+mj-lt"/>
              <a:buAutoNum type="arabicPeriod"/>
            </a:pPr>
            <a:endParaRPr lang="en-US" dirty="0"/>
          </a:p>
          <a:p>
            <a:pPr marL="1257300" lvl="2" indent="-342900">
              <a:buFont typeface="+mj-lt"/>
              <a:buAutoNum type="arabicPeriod"/>
            </a:pPr>
            <a:endParaRPr lang="en-US" dirty="0"/>
          </a:p>
          <a:p>
            <a:pPr marL="1257300" lvl="2" indent="-342900">
              <a:buFont typeface="+mj-lt"/>
              <a:buAutoNum type="arabicPeriod"/>
            </a:pPr>
            <a:r>
              <a:rPr lang="en-US" b="1" dirty="0"/>
              <a:t>Apply the Policy:</a:t>
            </a:r>
            <a:r>
              <a:rPr lang="en-US" dirty="0"/>
              <a:t> Apply the policy to the controller or action method.</a:t>
            </a:r>
            <a:endParaRPr lang="en-IN" dirty="0"/>
          </a:p>
          <a:p>
            <a:pPr marL="1257300" lvl="2" indent="-342900">
              <a:buFont typeface="+mj-lt"/>
              <a:buAutoNum type="arabicPeriod"/>
            </a:pPr>
            <a:endParaRPr lang="en-IN" dirty="0"/>
          </a:p>
        </p:txBody>
      </p:sp>
      <p:sp>
        <p:nvSpPr>
          <p:cNvPr id="3" name="Title 2">
            <a:extLst>
              <a:ext uri="{FF2B5EF4-FFF2-40B4-BE49-F238E27FC236}">
                <a16:creationId xmlns:a16="http://schemas.microsoft.com/office/drawing/2014/main" id="{174C94D7-47F8-2D90-E6E1-C7C7FD535388}"/>
              </a:ext>
            </a:extLst>
          </p:cNvPr>
          <p:cNvSpPr>
            <a:spLocks noGrp="1"/>
          </p:cNvSpPr>
          <p:nvPr>
            <p:ph type="title"/>
          </p:nvPr>
        </p:nvSpPr>
        <p:spPr/>
        <p:txBody>
          <a:bodyPr/>
          <a:lstStyle/>
          <a:p>
            <a:r>
              <a:rPr lang="en-IN" dirty="0"/>
              <a:t>Role-Based Access Control (RBAC) Cont..</a:t>
            </a:r>
          </a:p>
        </p:txBody>
      </p:sp>
      <p:pic>
        <p:nvPicPr>
          <p:cNvPr id="5" name="Picture 4">
            <a:extLst>
              <a:ext uri="{FF2B5EF4-FFF2-40B4-BE49-F238E27FC236}">
                <a16:creationId xmlns:a16="http://schemas.microsoft.com/office/drawing/2014/main" id="{8A7E2A7C-051F-0A91-CBE9-D9AC332FB3FD}"/>
              </a:ext>
            </a:extLst>
          </p:cNvPr>
          <p:cNvPicPr>
            <a:picLocks noChangeAspect="1"/>
          </p:cNvPicPr>
          <p:nvPr/>
        </p:nvPicPr>
        <p:blipFill>
          <a:blip r:embed="rId2"/>
          <a:stretch>
            <a:fillRect/>
          </a:stretch>
        </p:blipFill>
        <p:spPr>
          <a:xfrm>
            <a:off x="1450622" y="3138287"/>
            <a:ext cx="5299459" cy="1236158"/>
          </a:xfrm>
          <a:prstGeom prst="rect">
            <a:avLst/>
          </a:prstGeom>
        </p:spPr>
      </p:pic>
      <p:pic>
        <p:nvPicPr>
          <p:cNvPr id="9" name="Picture 8">
            <a:extLst>
              <a:ext uri="{FF2B5EF4-FFF2-40B4-BE49-F238E27FC236}">
                <a16:creationId xmlns:a16="http://schemas.microsoft.com/office/drawing/2014/main" id="{946ED8BD-5F8C-FA29-0E51-C42BBF84CF47}"/>
              </a:ext>
            </a:extLst>
          </p:cNvPr>
          <p:cNvPicPr>
            <a:picLocks noChangeAspect="1"/>
          </p:cNvPicPr>
          <p:nvPr/>
        </p:nvPicPr>
        <p:blipFill>
          <a:blip r:embed="rId3"/>
          <a:stretch>
            <a:fillRect/>
          </a:stretch>
        </p:blipFill>
        <p:spPr>
          <a:xfrm>
            <a:off x="1405467" y="4980480"/>
            <a:ext cx="5299459" cy="1546923"/>
          </a:xfrm>
          <a:prstGeom prst="rect">
            <a:avLst/>
          </a:prstGeom>
        </p:spPr>
      </p:pic>
      <p:sp>
        <p:nvSpPr>
          <p:cNvPr id="4" name="Rectangle 3">
            <a:extLst>
              <a:ext uri="{FF2B5EF4-FFF2-40B4-BE49-F238E27FC236}">
                <a16:creationId xmlns:a16="http://schemas.microsoft.com/office/drawing/2014/main" id="{170D5402-0034-229E-9B72-7CDCA5E5218E}"/>
              </a:ext>
            </a:extLst>
          </p:cNvPr>
          <p:cNvSpPr/>
          <p:nvPr/>
        </p:nvSpPr>
        <p:spPr>
          <a:xfrm>
            <a:off x="1438815" y="5006358"/>
            <a:ext cx="3322965" cy="23291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0287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F3CB329-21F9-13B7-C997-38F4BA821253}"/>
              </a:ext>
            </a:extLst>
          </p:cNvPr>
          <p:cNvGraphicFramePr>
            <a:graphicFrameLocks noGrp="1"/>
          </p:cNvGraphicFramePr>
          <p:nvPr>
            <p:ph idx="1"/>
            <p:extLst>
              <p:ext uri="{D42A27DB-BD31-4B8C-83A1-F6EECF244321}">
                <p14:modId xmlns:p14="http://schemas.microsoft.com/office/powerpoint/2010/main" val="727465198"/>
              </p:ext>
            </p:extLst>
          </p:nvPr>
        </p:nvGraphicFramePr>
        <p:xfrm>
          <a:off x="131763" y="863600"/>
          <a:ext cx="11941703" cy="741680"/>
        </p:xfrm>
        <a:graphic>
          <a:graphicData uri="http://schemas.openxmlformats.org/drawingml/2006/table">
            <a:tbl>
              <a:tblPr firstRow="1" bandRow="1">
                <a:tableStyleId>{5C22544A-7EE6-4342-B048-85BDC9FD1C3A}</a:tableStyleId>
              </a:tblPr>
              <a:tblGrid>
                <a:gridCol w="11941703">
                  <a:extLst>
                    <a:ext uri="{9D8B030D-6E8A-4147-A177-3AD203B41FA5}">
                      <a16:colId xmlns:a16="http://schemas.microsoft.com/office/drawing/2014/main" val="3743772887"/>
                    </a:ext>
                  </a:extLst>
                </a:gridCol>
              </a:tblGrid>
              <a:tr h="370840">
                <a:tc>
                  <a:txBody>
                    <a:bodyPr/>
                    <a:lstStyle/>
                    <a:p>
                      <a:r>
                        <a:rPr lang="en-IN" dirty="0"/>
                        <a:t>Role</a:t>
                      </a:r>
                    </a:p>
                  </a:txBody>
                  <a:tcPr/>
                </a:tc>
                <a:extLst>
                  <a:ext uri="{0D108BD9-81ED-4DB2-BD59-A6C34878D82A}">
                    <a16:rowId xmlns:a16="http://schemas.microsoft.com/office/drawing/2014/main" val="3342360381"/>
                  </a:ext>
                </a:extLst>
              </a:tr>
              <a:tr h="370840">
                <a:tc>
                  <a:txBody>
                    <a:bodyPr/>
                    <a:lstStyle/>
                    <a:p>
                      <a:r>
                        <a:rPr lang="en-IN" dirty="0"/>
                        <a:t>A label or group assigned to a user (such as </a:t>
                      </a:r>
                      <a:r>
                        <a:rPr lang="en-IN" sz="1800" b="0" u="none" strike="noStrike" kern="1200" dirty="0">
                          <a:solidFill>
                            <a:schemeClr val="dk1"/>
                          </a:solidFill>
                          <a:effectLst/>
                          <a:latin typeface="+mn-lt"/>
                          <a:ea typeface="+mn-ea"/>
                          <a:cs typeface="+mn-cs"/>
                        </a:rPr>
                        <a:t>Admin</a:t>
                      </a:r>
                      <a:r>
                        <a:rPr lang="en-IN" dirty="0"/>
                        <a:t>, </a:t>
                      </a:r>
                      <a:r>
                        <a:rPr lang="en-IN" sz="1800" b="0" u="none" strike="noStrike" kern="1200" dirty="0">
                          <a:solidFill>
                            <a:schemeClr val="dk1"/>
                          </a:solidFill>
                          <a:effectLst/>
                          <a:latin typeface="+mn-lt"/>
                          <a:ea typeface="+mn-ea"/>
                          <a:cs typeface="+mn-cs"/>
                        </a:rPr>
                        <a:t>Manager</a:t>
                      </a:r>
                      <a:r>
                        <a:rPr lang="en-IN" dirty="0"/>
                        <a:t>, or </a:t>
                      </a:r>
                      <a:r>
                        <a:rPr lang="en-IN" sz="1800" b="0" u="none" strike="noStrike" kern="1200" dirty="0">
                          <a:solidFill>
                            <a:schemeClr val="dk1"/>
                          </a:solidFill>
                          <a:effectLst/>
                          <a:latin typeface="+mn-lt"/>
                          <a:ea typeface="+mn-ea"/>
                          <a:cs typeface="+mn-cs"/>
                        </a:rPr>
                        <a:t>Customer</a:t>
                      </a:r>
                      <a:r>
                        <a:rPr lang="en-IN" dirty="0"/>
                        <a:t>).</a:t>
                      </a:r>
                    </a:p>
                  </a:txBody>
                  <a:tcPr/>
                </a:tc>
                <a:extLst>
                  <a:ext uri="{0D108BD9-81ED-4DB2-BD59-A6C34878D82A}">
                    <a16:rowId xmlns:a16="http://schemas.microsoft.com/office/drawing/2014/main" val="944704049"/>
                  </a:ext>
                </a:extLst>
              </a:tr>
            </a:tbl>
          </a:graphicData>
        </a:graphic>
      </p:graphicFrame>
      <p:sp>
        <p:nvSpPr>
          <p:cNvPr id="3" name="Title 2">
            <a:extLst>
              <a:ext uri="{FF2B5EF4-FFF2-40B4-BE49-F238E27FC236}">
                <a16:creationId xmlns:a16="http://schemas.microsoft.com/office/drawing/2014/main" id="{D0069CAE-EF30-ECDD-6A65-81088F253F87}"/>
              </a:ext>
            </a:extLst>
          </p:cNvPr>
          <p:cNvSpPr>
            <a:spLocks noGrp="1"/>
          </p:cNvSpPr>
          <p:nvPr>
            <p:ph type="title"/>
          </p:nvPr>
        </p:nvSpPr>
        <p:spPr/>
        <p:txBody>
          <a:bodyPr/>
          <a:lstStyle/>
          <a:p>
            <a:r>
              <a:rPr lang="en-US" dirty="0"/>
              <a:t>Summary | RBAC</a:t>
            </a:r>
            <a:endParaRPr lang="en-IN" dirty="0"/>
          </a:p>
        </p:txBody>
      </p:sp>
      <p:graphicFrame>
        <p:nvGraphicFramePr>
          <p:cNvPr id="6" name="Content Placeholder 4">
            <a:extLst>
              <a:ext uri="{FF2B5EF4-FFF2-40B4-BE49-F238E27FC236}">
                <a16:creationId xmlns:a16="http://schemas.microsoft.com/office/drawing/2014/main" id="{6DAD997C-7C03-15F1-53C8-FDE289B5A718}"/>
              </a:ext>
            </a:extLst>
          </p:cNvPr>
          <p:cNvGraphicFramePr>
            <a:graphicFrameLocks/>
          </p:cNvGraphicFramePr>
          <p:nvPr>
            <p:extLst>
              <p:ext uri="{D42A27DB-BD31-4B8C-83A1-F6EECF244321}">
                <p14:modId xmlns:p14="http://schemas.microsoft.com/office/powerpoint/2010/main" val="1242270843"/>
              </p:ext>
            </p:extLst>
          </p:nvPr>
        </p:nvGraphicFramePr>
        <p:xfrm>
          <a:off x="131763" y="1704622"/>
          <a:ext cx="11941703" cy="741680"/>
        </p:xfrm>
        <a:graphic>
          <a:graphicData uri="http://schemas.openxmlformats.org/drawingml/2006/table">
            <a:tbl>
              <a:tblPr firstRow="1" bandRow="1">
                <a:tableStyleId>{5C22544A-7EE6-4342-B048-85BDC9FD1C3A}</a:tableStyleId>
              </a:tblPr>
              <a:tblGrid>
                <a:gridCol w="11941703">
                  <a:extLst>
                    <a:ext uri="{9D8B030D-6E8A-4147-A177-3AD203B41FA5}">
                      <a16:colId xmlns:a16="http://schemas.microsoft.com/office/drawing/2014/main" val="3743772887"/>
                    </a:ext>
                  </a:extLst>
                </a:gridCol>
              </a:tblGrid>
              <a:tr h="370840">
                <a:tc>
                  <a:txBody>
                    <a:bodyPr/>
                    <a:lstStyle/>
                    <a:p>
                      <a:r>
                        <a:rPr lang="en-IN" dirty="0"/>
                        <a:t>Permission</a:t>
                      </a:r>
                    </a:p>
                  </a:txBody>
                  <a:tcPr/>
                </a:tc>
                <a:extLst>
                  <a:ext uri="{0D108BD9-81ED-4DB2-BD59-A6C34878D82A}">
                    <a16:rowId xmlns:a16="http://schemas.microsoft.com/office/drawing/2014/main" val="3342360381"/>
                  </a:ext>
                </a:extLst>
              </a:tr>
              <a:tr h="370840">
                <a:tc>
                  <a:txBody>
                    <a:bodyPr/>
                    <a:lstStyle/>
                    <a:p>
                      <a:r>
                        <a:rPr lang="en-IN" dirty="0"/>
                        <a:t>A specific action a user is allowed to perform (such as </a:t>
                      </a:r>
                      <a:r>
                        <a:rPr lang="en-IN" sz="1800" b="0" u="none" strike="noStrike" kern="1200" dirty="0" err="1">
                          <a:solidFill>
                            <a:schemeClr val="dk1"/>
                          </a:solidFill>
                          <a:effectLst/>
                          <a:latin typeface="+mn-lt"/>
                          <a:ea typeface="+mn-ea"/>
                          <a:cs typeface="+mn-cs"/>
                        </a:rPr>
                        <a:t>Products.Delete</a:t>
                      </a:r>
                      <a:r>
                        <a:rPr lang="en-IN" dirty="0"/>
                        <a:t> or </a:t>
                      </a:r>
                      <a:r>
                        <a:rPr lang="en-IN" sz="1800" b="0" u="none" strike="noStrike" kern="1200" dirty="0" err="1">
                          <a:solidFill>
                            <a:schemeClr val="dk1"/>
                          </a:solidFill>
                          <a:effectLst/>
                          <a:latin typeface="+mn-lt"/>
                          <a:ea typeface="+mn-ea"/>
                          <a:cs typeface="+mn-cs"/>
                        </a:rPr>
                        <a:t>Users:Read</a:t>
                      </a:r>
                      <a:r>
                        <a:rPr lang="en-IN" dirty="0"/>
                        <a:t>).</a:t>
                      </a:r>
                    </a:p>
                  </a:txBody>
                  <a:tcPr/>
                </a:tc>
                <a:extLst>
                  <a:ext uri="{0D108BD9-81ED-4DB2-BD59-A6C34878D82A}">
                    <a16:rowId xmlns:a16="http://schemas.microsoft.com/office/drawing/2014/main" val="944704049"/>
                  </a:ext>
                </a:extLst>
              </a:tr>
            </a:tbl>
          </a:graphicData>
        </a:graphic>
      </p:graphicFrame>
      <p:graphicFrame>
        <p:nvGraphicFramePr>
          <p:cNvPr id="8" name="Content Placeholder 4">
            <a:extLst>
              <a:ext uri="{FF2B5EF4-FFF2-40B4-BE49-F238E27FC236}">
                <a16:creationId xmlns:a16="http://schemas.microsoft.com/office/drawing/2014/main" id="{B02CB25F-C590-4B96-C052-4FDE999BF4C8}"/>
              </a:ext>
            </a:extLst>
          </p:cNvPr>
          <p:cNvGraphicFramePr>
            <a:graphicFrameLocks/>
          </p:cNvGraphicFramePr>
          <p:nvPr>
            <p:extLst>
              <p:ext uri="{D42A27DB-BD31-4B8C-83A1-F6EECF244321}">
                <p14:modId xmlns:p14="http://schemas.microsoft.com/office/powerpoint/2010/main" val="3404374568"/>
              </p:ext>
            </p:extLst>
          </p:nvPr>
        </p:nvGraphicFramePr>
        <p:xfrm>
          <a:off x="131763" y="2545644"/>
          <a:ext cx="11941703" cy="1010920"/>
        </p:xfrm>
        <a:graphic>
          <a:graphicData uri="http://schemas.openxmlformats.org/drawingml/2006/table">
            <a:tbl>
              <a:tblPr firstRow="1" bandRow="1">
                <a:tableStyleId>{5C22544A-7EE6-4342-B048-85BDC9FD1C3A}</a:tableStyleId>
              </a:tblPr>
              <a:tblGrid>
                <a:gridCol w="11941703">
                  <a:extLst>
                    <a:ext uri="{9D8B030D-6E8A-4147-A177-3AD203B41FA5}">
                      <a16:colId xmlns:a16="http://schemas.microsoft.com/office/drawing/2014/main" val="3743772887"/>
                    </a:ext>
                  </a:extLst>
                </a:gridCol>
              </a:tblGrid>
              <a:tr h="370840">
                <a:tc>
                  <a:txBody>
                    <a:bodyPr/>
                    <a:lstStyle/>
                    <a:p>
                      <a:r>
                        <a:rPr lang="en-IN" dirty="0"/>
                        <a:t>Relationship</a:t>
                      </a:r>
                    </a:p>
                  </a:txBody>
                  <a:tcPr/>
                </a:tc>
                <a:extLst>
                  <a:ext uri="{0D108BD9-81ED-4DB2-BD59-A6C34878D82A}">
                    <a16:rowId xmlns:a16="http://schemas.microsoft.com/office/drawing/2014/main" val="3342360381"/>
                  </a:ext>
                </a:extLst>
              </a:tr>
              <a:tr h="370840">
                <a:tc>
                  <a:txBody>
                    <a:bodyPr/>
                    <a:lstStyle/>
                    <a:p>
                      <a:r>
                        <a:rPr lang="en-IN" dirty="0"/>
                        <a:t>A role is a container that holds a set of permissions. </a:t>
                      </a:r>
                    </a:p>
                    <a:p>
                      <a:r>
                        <a:rPr lang="en-IN" dirty="0"/>
                        <a:t>Instead of giving 50 individual permissions to a single user, you assign them to a role, and assign that role to the user.</a:t>
                      </a:r>
                    </a:p>
                  </a:txBody>
                  <a:tcPr/>
                </a:tc>
                <a:extLst>
                  <a:ext uri="{0D108BD9-81ED-4DB2-BD59-A6C34878D82A}">
                    <a16:rowId xmlns:a16="http://schemas.microsoft.com/office/drawing/2014/main" val="944704049"/>
                  </a:ext>
                </a:extLst>
              </a:tr>
            </a:tbl>
          </a:graphicData>
        </a:graphic>
      </p:graphicFrame>
      <p:sp>
        <p:nvSpPr>
          <p:cNvPr id="9" name="Rectangle 8">
            <a:extLst>
              <a:ext uri="{FF2B5EF4-FFF2-40B4-BE49-F238E27FC236}">
                <a16:creationId xmlns:a16="http://schemas.microsoft.com/office/drawing/2014/main" id="{52B39BC9-46D9-1BA9-AFA7-27F83B5D3D67}"/>
              </a:ext>
            </a:extLst>
          </p:cNvPr>
          <p:cNvSpPr/>
          <p:nvPr/>
        </p:nvSpPr>
        <p:spPr>
          <a:xfrm>
            <a:off x="174977" y="3702756"/>
            <a:ext cx="5808133" cy="12135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6"/>
                </a:solidFill>
              </a:rPr>
              <a:t>1. Role-Based Authorization (RBAC)</a:t>
            </a:r>
          </a:p>
          <a:p>
            <a:pPr algn="ctr"/>
            <a:r>
              <a:rPr lang="en-IN" dirty="0">
                <a:solidFill>
                  <a:sysClr val="windowText" lastClr="000000"/>
                </a:solidFill>
              </a:rPr>
              <a:t>Checks if a user belongs to a specific role using attributes like [</a:t>
            </a:r>
            <a:r>
              <a:rPr lang="en-IN" dirty="0">
                <a:solidFill>
                  <a:schemeClr val="accent2">
                    <a:lumMod val="75000"/>
                  </a:schemeClr>
                </a:solidFill>
              </a:rPr>
              <a:t>Authorize</a:t>
            </a:r>
            <a:r>
              <a:rPr lang="en-IN" dirty="0">
                <a:solidFill>
                  <a:sysClr val="windowText" lastClr="000000"/>
                </a:solidFill>
              </a:rPr>
              <a:t>(Roles = </a:t>
            </a:r>
            <a:r>
              <a:rPr lang="en-IN" dirty="0">
                <a:solidFill>
                  <a:schemeClr val="accent6"/>
                </a:solidFill>
              </a:rPr>
              <a:t>"Admin"</a:t>
            </a:r>
            <a:r>
              <a:rPr lang="en-IN" dirty="0">
                <a:solidFill>
                  <a:sysClr val="windowText" lastClr="000000"/>
                </a:solidFill>
              </a:rPr>
              <a:t>)], [</a:t>
            </a:r>
            <a:r>
              <a:rPr lang="en-IN" dirty="0">
                <a:solidFill>
                  <a:schemeClr val="accent2">
                    <a:lumMod val="75000"/>
                  </a:schemeClr>
                </a:solidFill>
              </a:rPr>
              <a:t>Authorize</a:t>
            </a:r>
            <a:r>
              <a:rPr lang="en-IN" dirty="0">
                <a:solidFill>
                  <a:sysClr val="windowText" lastClr="000000"/>
                </a:solidFill>
              </a:rPr>
              <a:t>(Roles = </a:t>
            </a:r>
            <a:r>
              <a:rPr lang="en-IN" dirty="0">
                <a:solidFill>
                  <a:schemeClr val="accent6"/>
                </a:solidFill>
              </a:rPr>
              <a:t>"Admin, Teacher"</a:t>
            </a:r>
            <a:r>
              <a:rPr lang="en-IN" dirty="0">
                <a:solidFill>
                  <a:sysClr val="windowText" lastClr="000000"/>
                </a:solidFill>
              </a:rPr>
              <a:t>)] etc.</a:t>
            </a:r>
          </a:p>
        </p:txBody>
      </p:sp>
      <p:sp>
        <p:nvSpPr>
          <p:cNvPr id="11" name="Rectangle 10">
            <a:extLst>
              <a:ext uri="{FF2B5EF4-FFF2-40B4-BE49-F238E27FC236}">
                <a16:creationId xmlns:a16="http://schemas.microsoft.com/office/drawing/2014/main" id="{D5D37883-D413-A51C-5BC5-C5BC6F85F844}"/>
              </a:ext>
            </a:extLst>
          </p:cNvPr>
          <p:cNvSpPr/>
          <p:nvPr/>
        </p:nvSpPr>
        <p:spPr>
          <a:xfrm>
            <a:off x="6036734" y="3697115"/>
            <a:ext cx="6036732" cy="1219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6"/>
                </a:solidFill>
              </a:rPr>
              <a:t>2. Permission-Based (Policy-Based) Authorization</a:t>
            </a:r>
          </a:p>
          <a:p>
            <a:pPr algn="ctr"/>
            <a:r>
              <a:rPr lang="en-US" dirty="0">
                <a:solidFill>
                  <a:sysClr val="windowText" lastClr="000000"/>
                </a:solidFill>
              </a:rPr>
              <a:t>Checks for specific capabilities or claims like </a:t>
            </a:r>
            <a:r>
              <a:rPr lang="en-US" b="1" dirty="0" err="1">
                <a:solidFill>
                  <a:sysClr val="windowText" lastClr="000000"/>
                </a:solidFill>
              </a:rPr>
              <a:t>Permissions.Products.Delete</a:t>
            </a:r>
            <a:r>
              <a:rPr lang="en-US" dirty="0">
                <a:solidFill>
                  <a:sysClr val="windowText" lastClr="000000"/>
                </a:solidFill>
              </a:rPr>
              <a:t>, which offers finer control without hardcoding titles into your source code</a:t>
            </a:r>
            <a:endParaRPr lang="en-IN" dirty="0">
              <a:solidFill>
                <a:sysClr val="windowText" lastClr="000000"/>
              </a:solidFill>
            </a:endParaRPr>
          </a:p>
        </p:txBody>
      </p:sp>
    </p:spTree>
    <p:extLst>
      <p:ext uri="{BB962C8B-B14F-4D97-AF65-F5344CB8AC3E}">
        <p14:creationId xmlns:p14="http://schemas.microsoft.com/office/powerpoint/2010/main" val="415916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E1B62-AA7E-63DB-438E-7ABA8BFF4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094D7-3164-AFD6-CFAE-9E7117BC28C1}"/>
              </a:ext>
            </a:extLst>
          </p:cNvPr>
          <p:cNvSpPr>
            <a:spLocks noGrp="1"/>
          </p:cNvSpPr>
          <p:nvPr>
            <p:ph type="title"/>
          </p:nvPr>
        </p:nvSpPr>
        <p:spPr/>
        <p:txBody>
          <a:bodyPr/>
          <a:lstStyle/>
          <a:p>
            <a:r>
              <a:rPr lang="en-IN" dirty="0">
                <a:gradFill flip="none" rotWithShape="1">
                  <a:gsLst>
                    <a:gs pos="10000">
                      <a:schemeClr val="accent6">
                        <a:lumMod val="50000"/>
                      </a:schemeClr>
                    </a:gs>
                    <a:gs pos="100000">
                      <a:schemeClr val="accent6"/>
                    </a:gs>
                  </a:gsLst>
                  <a:lin ang="0" scaled="1"/>
                  <a:tileRect/>
                </a:gradFill>
              </a:rPr>
              <a:t>Refresh Tokens</a:t>
            </a:r>
            <a:endParaRPr lang="en-IN" dirty="0"/>
          </a:p>
        </p:txBody>
      </p:sp>
      <p:sp>
        <p:nvSpPr>
          <p:cNvPr id="3" name="Text Placeholder 2">
            <a:extLst>
              <a:ext uri="{FF2B5EF4-FFF2-40B4-BE49-F238E27FC236}">
                <a16:creationId xmlns:a16="http://schemas.microsoft.com/office/drawing/2014/main" id="{D508CCD7-A445-00EC-62FF-759966AB7243}"/>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661597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E6509-E4F1-BD57-A373-095D62C184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ADE77D-64E6-E1D3-636D-2473A2C5DDD9}"/>
              </a:ext>
            </a:extLst>
          </p:cNvPr>
          <p:cNvSpPr>
            <a:spLocks noGrp="1"/>
          </p:cNvSpPr>
          <p:nvPr>
            <p:ph type="title"/>
          </p:nvPr>
        </p:nvSpPr>
        <p:spPr/>
        <p:txBody>
          <a:bodyPr/>
          <a:lstStyle/>
          <a:p>
            <a:r>
              <a:rPr lang="en-US" dirty="0"/>
              <a:t>Refresh Token Basics</a:t>
            </a:r>
            <a:endParaRPr lang="en-IN" dirty="0"/>
          </a:p>
        </p:txBody>
      </p:sp>
      <p:sp>
        <p:nvSpPr>
          <p:cNvPr id="4" name="Content Placeholder 3">
            <a:extLst>
              <a:ext uri="{FF2B5EF4-FFF2-40B4-BE49-F238E27FC236}">
                <a16:creationId xmlns:a16="http://schemas.microsoft.com/office/drawing/2014/main" id="{E12D29CD-0A14-903A-4318-1DA694B339C5}"/>
              </a:ext>
            </a:extLst>
          </p:cNvPr>
          <p:cNvSpPr>
            <a:spLocks noGrp="1"/>
          </p:cNvSpPr>
          <p:nvPr>
            <p:ph idx="1"/>
          </p:nvPr>
        </p:nvSpPr>
        <p:spPr/>
        <p:txBody>
          <a:bodyPr/>
          <a:lstStyle/>
          <a:p>
            <a:r>
              <a:rPr lang="en-IN" dirty="0"/>
              <a:t>Problem with JWT</a:t>
            </a:r>
          </a:p>
          <a:p>
            <a:pPr lvl="1"/>
            <a:r>
              <a:rPr lang="en-IN" dirty="0"/>
              <a:t>Suppose JWT expires after: 15 Minutes</a:t>
            </a:r>
          </a:p>
          <a:p>
            <a:pPr lvl="1"/>
            <a:r>
              <a:rPr lang="en-IN" dirty="0"/>
              <a:t>User must login again.</a:t>
            </a:r>
          </a:p>
          <a:p>
            <a:pPr lvl="1"/>
            <a:r>
              <a:rPr lang="en-IN" dirty="0"/>
              <a:t>This creates poor UX. (User Experience)</a:t>
            </a:r>
          </a:p>
          <a:p>
            <a:pPr lvl="1"/>
            <a:r>
              <a:rPr lang="en-IN" dirty="0"/>
              <a:t>The Solution is: </a:t>
            </a:r>
            <a:r>
              <a:rPr lang="en-IN" b="1" dirty="0">
                <a:solidFill>
                  <a:schemeClr val="accent6"/>
                </a:solidFill>
              </a:rPr>
              <a:t>Access Token + Refresh Token</a:t>
            </a:r>
          </a:p>
          <a:p>
            <a:pPr lvl="1"/>
            <a:endParaRPr lang="en-IN" b="1" dirty="0">
              <a:solidFill>
                <a:schemeClr val="accent6"/>
              </a:solidFill>
            </a:endParaRPr>
          </a:p>
        </p:txBody>
      </p:sp>
      <p:graphicFrame>
        <p:nvGraphicFramePr>
          <p:cNvPr id="7" name="Table 6">
            <a:extLst>
              <a:ext uri="{FF2B5EF4-FFF2-40B4-BE49-F238E27FC236}">
                <a16:creationId xmlns:a16="http://schemas.microsoft.com/office/drawing/2014/main" id="{D482C1C8-2B33-ED8A-9385-B4A89FF93C8D}"/>
              </a:ext>
            </a:extLst>
          </p:cNvPr>
          <p:cNvGraphicFramePr>
            <a:graphicFrameLocks noGrp="1"/>
          </p:cNvGraphicFramePr>
          <p:nvPr>
            <p:extLst>
              <p:ext uri="{D42A27DB-BD31-4B8C-83A1-F6EECF244321}">
                <p14:modId xmlns:p14="http://schemas.microsoft.com/office/powerpoint/2010/main" val="2830283227"/>
              </p:ext>
            </p:extLst>
          </p:nvPr>
        </p:nvGraphicFramePr>
        <p:xfrm>
          <a:off x="1059013" y="2641559"/>
          <a:ext cx="7018188" cy="2194560"/>
        </p:xfrm>
        <a:graphic>
          <a:graphicData uri="http://schemas.openxmlformats.org/drawingml/2006/table">
            <a:tbl>
              <a:tblPr firstRow="1" bandRow="1">
                <a:tableStyleId>{5C22544A-7EE6-4342-B048-85BDC9FD1C3A}</a:tableStyleId>
              </a:tblPr>
              <a:tblGrid>
                <a:gridCol w="3509094">
                  <a:extLst>
                    <a:ext uri="{9D8B030D-6E8A-4147-A177-3AD203B41FA5}">
                      <a16:colId xmlns:a16="http://schemas.microsoft.com/office/drawing/2014/main" val="1806671610"/>
                    </a:ext>
                  </a:extLst>
                </a:gridCol>
                <a:gridCol w="3509094">
                  <a:extLst>
                    <a:ext uri="{9D8B030D-6E8A-4147-A177-3AD203B41FA5}">
                      <a16:colId xmlns:a16="http://schemas.microsoft.com/office/drawing/2014/main" val="1974097292"/>
                    </a:ext>
                  </a:extLst>
                </a:gridCol>
              </a:tblGrid>
              <a:tr h="288000">
                <a:tc>
                  <a:txBody>
                    <a:bodyPr/>
                    <a:lstStyle/>
                    <a:p>
                      <a:r>
                        <a:rPr lang="en-IN" dirty="0"/>
                        <a:t>Access Token </a:t>
                      </a:r>
                    </a:p>
                  </a:txBody>
                  <a:tcPr/>
                </a:tc>
                <a:tc>
                  <a:txBody>
                    <a:bodyPr/>
                    <a:lstStyle/>
                    <a:p>
                      <a:r>
                        <a:rPr lang="en-IN" dirty="0"/>
                        <a:t>Refresh Token</a:t>
                      </a:r>
                    </a:p>
                  </a:txBody>
                  <a:tcPr/>
                </a:tc>
                <a:extLst>
                  <a:ext uri="{0D108BD9-81ED-4DB2-BD59-A6C34878D82A}">
                    <a16:rowId xmlns:a16="http://schemas.microsoft.com/office/drawing/2014/main" val="1478147177"/>
                  </a:ext>
                </a:extLst>
              </a:tr>
              <a:tr h="288000">
                <a:tc>
                  <a:txBody>
                    <a:bodyPr/>
                    <a:lstStyle/>
                    <a:p>
                      <a:r>
                        <a:rPr lang="en-IN" dirty="0"/>
                        <a:t>Short-lived</a:t>
                      </a:r>
                    </a:p>
                  </a:txBody>
                  <a:tcPr/>
                </a:tc>
                <a:tc>
                  <a:txBody>
                    <a:bodyPr/>
                    <a:lstStyle/>
                    <a:p>
                      <a:r>
                        <a:rPr lang="en-IN" dirty="0"/>
                        <a:t>Long-lived</a:t>
                      </a:r>
                    </a:p>
                  </a:txBody>
                  <a:tcPr/>
                </a:tc>
                <a:extLst>
                  <a:ext uri="{0D108BD9-81ED-4DB2-BD59-A6C34878D82A}">
                    <a16:rowId xmlns:a16="http://schemas.microsoft.com/office/drawing/2014/main" val="706136375"/>
                  </a:ext>
                </a:extLst>
              </a:tr>
              <a:tr h="288000">
                <a:tc>
                  <a:txBody>
                    <a:bodyPr/>
                    <a:lstStyle/>
                    <a:p>
                      <a:r>
                        <a:rPr lang="en-IN" dirty="0"/>
                        <a:t>Used for API requests</a:t>
                      </a:r>
                    </a:p>
                  </a:txBody>
                  <a:tcPr/>
                </a:tc>
                <a:tc>
                  <a:txBody>
                    <a:bodyPr/>
                    <a:lstStyle/>
                    <a:p>
                      <a:r>
                        <a:rPr lang="en-IN" dirty="0"/>
                        <a:t>Used to obtain new access token</a:t>
                      </a:r>
                    </a:p>
                  </a:txBody>
                  <a:tcPr/>
                </a:tc>
                <a:extLst>
                  <a:ext uri="{0D108BD9-81ED-4DB2-BD59-A6C34878D82A}">
                    <a16:rowId xmlns:a16="http://schemas.microsoft.com/office/drawing/2014/main" val="3754653902"/>
                  </a:ext>
                </a:extLst>
              </a:tr>
              <a:tr h="288000">
                <a:tc>
                  <a:txBody>
                    <a:bodyPr/>
                    <a:lstStyle/>
                    <a:p>
                      <a:r>
                        <a:rPr lang="en-IN" dirty="0"/>
                        <a:t>Sent frequently</a:t>
                      </a:r>
                    </a:p>
                  </a:txBody>
                  <a:tcPr/>
                </a:tc>
                <a:tc>
                  <a:txBody>
                    <a:bodyPr/>
                    <a:lstStyle/>
                    <a:p>
                      <a:r>
                        <a:rPr lang="en-IN" dirty="0"/>
                        <a:t>Sent less frequently</a:t>
                      </a:r>
                    </a:p>
                  </a:txBody>
                  <a:tcPr/>
                </a:tc>
                <a:extLst>
                  <a:ext uri="{0D108BD9-81ED-4DB2-BD59-A6C34878D82A}">
                    <a16:rowId xmlns:a16="http://schemas.microsoft.com/office/drawing/2014/main" val="394762919"/>
                  </a:ext>
                </a:extLst>
              </a:tr>
              <a:tr h="288000">
                <a:tc>
                  <a:txBody>
                    <a:bodyPr/>
                    <a:lstStyle/>
                    <a:p>
                      <a:r>
                        <a:rPr lang="en-IN" dirty="0"/>
                        <a:t>Usually JWT</a:t>
                      </a:r>
                    </a:p>
                  </a:txBody>
                  <a:tcPr/>
                </a:tc>
                <a:tc>
                  <a:txBody>
                    <a:bodyPr/>
                    <a:lstStyle/>
                    <a:p>
                      <a:r>
                        <a:rPr lang="en-IN" dirty="0"/>
                        <a:t>Random secure token</a:t>
                      </a:r>
                    </a:p>
                  </a:txBody>
                  <a:tcPr/>
                </a:tc>
                <a:extLst>
                  <a:ext uri="{0D108BD9-81ED-4DB2-BD59-A6C34878D82A}">
                    <a16:rowId xmlns:a16="http://schemas.microsoft.com/office/drawing/2014/main" val="815657516"/>
                  </a:ext>
                </a:extLst>
              </a:tr>
              <a:tr h="288000">
                <a:tc>
                  <a:txBody>
                    <a:bodyPr/>
                    <a:lstStyle/>
                    <a:p>
                      <a:r>
                        <a:rPr lang="en-IN" dirty="0"/>
                        <a:t>Example: 15 min</a:t>
                      </a:r>
                    </a:p>
                  </a:txBody>
                  <a:tcPr/>
                </a:tc>
                <a:tc>
                  <a:txBody>
                    <a:bodyPr/>
                    <a:lstStyle/>
                    <a:p>
                      <a:r>
                        <a:rPr lang="en-IN" dirty="0"/>
                        <a:t>Example: days/weeks</a:t>
                      </a:r>
                    </a:p>
                  </a:txBody>
                  <a:tcPr/>
                </a:tc>
                <a:extLst>
                  <a:ext uri="{0D108BD9-81ED-4DB2-BD59-A6C34878D82A}">
                    <a16:rowId xmlns:a16="http://schemas.microsoft.com/office/drawing/2014/main" val="4023232872"/>
                  </a:ext>
                </a:extLst>
              </a:tr>
            </a:tbl>
          </a:graphicData>
        </a:graphic>
      </p:graphicFrame>
    </p:spTree>
    <p:extLst>
      <p:ext uri="{BB962C8B-B14F-4D97-AF65-F5344CB8AC3E}">
        <p14:creationId xmlns:p14="http://schemas.microsoft.com/office/powerpoint/2010/main" val="331349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C7ACFB-CFBA-7957-4ADB-83338690B0D2}"/>
              </a:ext>
            </a:extLst>
          </p:cNvPr>
          <p:cNvSpPr>
            <a:spLocks noGrp="1"/>
          </p:cNvSpPr>
          <p:nvPr>
            <p:ph idx="1"/>
          </p:nvPr>
        </p:nvSpPr>
        <p:spPr>
          <a:xfrm>
            <a:off x="131180" y="6164423"/>
            <a:ext cx="5555246" cy="377052"/>
          </a:xfrm>
        </p:spPr>
        <p:txBody>
          <a:bodyPr/>
          <a:lstStyle/>
          <a:p>
            <a:r>
              <a:rPr lang="en-IN" sz="2000" dirty="0"/>
              <a:t>User doesn't need to enter the password again.</a:t>
            </a:r>
          </a:p>
        </p:txBody>
      </p:sp>
      <p:sp>
        <p:nvSpPr>
          <p:cNvPr id="3" name="Title 2">
            <a:extLst>
              <a:ext uri="{FF2B5EF4-FFF2-40B4-BE49-F238E27FC236}">
                <a16:creationId xmlns:a16="http://schemas.microsoft.com/office/drawing/2014/main" id="{4EBFF77E-58FD-BB7F-03F4-9BA5CCB00C03}"/>
              </a:ext>
            </a:extLst>
          </p:cNvPr>
          <p:cNvSpPr>
            <a:spLocks noGrp="1"/>
          </p:cNvSpPr>
          <p:nvPr>
            <p:ph type="title"/>
          </p:nvPr>
        </p:nvSpPr>
        <p:spPr/>
        <p:txBody>
          <a:bodyPr/>
          <a:lstStyle/>
          <a:p>
            <a:r>
              <a:rPr lang="en-US" dirty="0"/>
              <a:t>Refresh Token Flow</a:t>
            </a:r>
            <a:endParaRPr lang="en-IN" dirty="0"/>
          </a:p>
        </p:txBody>
      </p:sp>
      <p:sp>
        <p:nvSpPr>
          <p:cNvPr id="4" name="Rectangle 3">
            <a:extLst>
              <a:ext uri="{FF2B5EF4-FFF2-40B4-BE49-F238E27FC236}">
                <a16:creationId xmlns:a16="http://schemas.microsoft.com/office/drawing/2014/main" id="{0C2ACABD-63CF-137A-E241-3C1E25075951}"/>
              </a:ext>
            </a:extLst>
          </p:cNvPr>
          <p:cNvSpPr/>
          <p:nvPr/>
        </p:nvSpPr>
        <p:spPr>
          <a:xfrm>
            <a:off x="131181" y="863444"/>
            <a:ext cx="3040642" cy="37705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Login</a:t>
            </a:r>
            <a:endParaRPr lang="en-IN" dirty="0">
              <a:solidFill>
                <a:sysClr val="windowText" lastClr="000000"/>
              </a:solidFill>
            </a:endParaRPr>
          </a:p>
        </p:txBody>
      </p:sp>
      <p:sp>
        <p:nvSpPr>
          <p:cNvPr id="5" name="Rectangle 4">
            <a:extLst>
              <a:ext uri="{FF2B5EF4-FFF2-40B4-BE49-F238E27FC236}">
                <a16:creationId xmlns:a16="http://schemas.microsoft.com/office/drawing/2014/main" id="{DCA601DD-0967-DBE2-C08E-FFDEA2E750DD}"/>
              </a:ext>
            </a:extLst>
          </p:cNvPr>
          <p:cNvSpPr/>
          <p:nvPr/>
        </p:nvSpPr>
        <p:spPr>
          <a:xfrm>
            <a:off x="131179" y="1556337"/>
            <a:ext cx="3040644" cy="37705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Access Token + Refresh Token</a:t>
            </a:r>
            <a:endParaRPr lang="en-IN" dirty="0">
              <a:solidFill>
                <a:sysClr val="windowText" lastClr="000000"/>
              </a:solidFill>
            </a:endParaRPr>
          </a:p>
        </p:txBody>
      </p:sp>
      <p:sp>
        <p:nvSpPr>
          <p:cNvPr id="6" name="Rectangle 5">
            <a:extLst>
              <a:ext uri="{FF2B5EF4-FFF2-40B4-BE49-F238E27FC236}">
                <a16:creationId xmlns:a16="http://schemas.microsoft.com/office/drawing/2014/main" id="{63C632DD-AD53-5CF7-28EF-60D6A06C44C3}"/>
              </a:ext>
            </a:extLst>
          </p:cNvPr>
          <p:cNvSpPr/>
          <p:nvPr/>
        </p:nvSpPr>
        <p:spPr>
          <a:xfrm>
            <a:off x="131179" y="2249231"/>
            <a:ext cx="3040640" cy="37705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Client</a:t>
            </a:r>
          </a:p>
        </p:txBody>
      </p:sp>
      <p:sp>
        <p:nvSpPr>
          <p:cNvPr id="7" name="Rectangle 6">
            <a:extLst>
              <a:ext uri="{FF2B5EF4-FFF2-40B4-BE49-F238E27FC236}">
                <a16:creationId xmlns:a16="http://schemas.microsoft.com/office/drawing/2014/main" id="{C5F957ED-698F-B35B-6819-4BCF3472F8A5}"/>
              </a:ext>
            </a:extLst>
          </p:cNvPr>
          <p:cNvSpPr/>
          <p:nvPr/>
        </p:nvSpPr>
        <p:spPr>
          <a:xfrm>
            <a:off x="131179" y="2933184"/>
            <a:ext cx="3040640" cy="37705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API</a:t>
            </a:r>
          </a:p>
        </p:txBody>
      </p:sp>
      <p:sp>
        <p:nvSpPr>
          <p:cNvPr id="8" name="Rectangle 7">
            <a:extLst>
              <a:ext uri="{FF2B5EF4-FFF2-40B4-BE49-F238E27FC236}">
                <a16:creationId xmlns:a16="http://schemas.microsoft.com/office/drawing/2014/main" id="{132EF1CF-58A0-949C-C643-0B5BA554637F}"/>
              </a:ext>
            </a:extLst>
          </p:cNvPr>
          <p:cNvSpPr/>
          <p:nvPr/>
        </p:nvSpPr>
        <p:spPr>
          <a:xfrm>
            <a:off x="131179" y="3617137"/>
            <a:ext cx="3040644" cy="37705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Access Token Expired</a:t>
            </a:r>
          </a:p>
        </p:txBody>
      </p:sp>
      <p:cxnSp>
        <p:nvCxnSpPr>
          <p:cNvPr id="9" name="Straight Arrow Connector 8">
            <a:extLst>
              <a:ext uri="{FF2B5EF4-FFF2-40B4-BE49-F238E27FC236}">
                <a16:creationId xmlns:a16="http://schemas.microsoft.com/office/drawing/2014/main" id="{4C3AF70A-C4DA-2AC6-1AA2-4FE6CDC5B39A}"/>
              </a:ext>
            </a:extLst>
          </p:cNvPr>
          <p:cNvCxnSpPr>
            <a:cxnSpLocks/>
            <a:stCxn id="4" idx="2"/>
            <a:endCxn id="5" idx="0"/>
          </p:cNvCxnSpPr>
          <p:nvPr/>
        </p:nvCxnSpPr>
        <p:spPr>
          <a:xfrm flipH="1">
            <a:off x="1651501" y="1240495"/>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0732E48-5BA1-5E44-B3AE-8E005E8D3A8F}"/>
              </a:ext>
            </a:extLst>
          </p:cNvPr>
          <p:cNvCxnSpPr>
            <a:cxnSpLocks/>
          </p:cNvCxnSpPr>
          <p:nvPr/>
        </p:nvCxnSpPr>
        <p:spPr>
          <a:xfrm flipH="1">
            <a:off x="1651498" y="1942330"/>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76EE187-8927-CF5A-2DE4-94995E9065CC}"/>
              </a:ext>
            </a:extLst>
          </p:cNvPr>
          <p:cNvCxnSpPr>
            <a:cxnSpLocks/>
          </p:cNvCxnSpPr>
          <p:nvPr/>
        </p:nvCxnSpPr>
        <p:spPr>
          <a:xfrm flipH="1">
            <a:off x="1639800" y="2626282"/>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DAE9B3F-8CA7-12D1-46E7-BBFCF29C02CF}"/>
              </a:ext>
            </a:extLst>
          </p:cNvPr>
          <p:cNvCxnSpPr>
            <a:cxnSpLocks/>
          </p:cNvCxnSpPr>
          <p:nvPr/>
        </p:nvCxnSpPr>
        <p:spPr>
          <a:xfrm flipH="1">
            <a:off x="1628102" y="3301295"/>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54BF007-591B-5DB1-1655-311E1AAA1D48}"/>
              </a:ext>
            </a:extLst>
          </p:cNvPr>
          <p:cNvSpPr txBox="1"/>
          <p:nvPr/>
        </p:nvSpPr>
        <p:spPr>
          <a:xfrm>
            <a:off x="1809750" y="2656185"/>
            <a:ext cx="1914523" cy="276999"/>
          </a:xfrm>
          <a:prstGeom prst="rect">
            <a:avLst/>
          </a:prstGeom>
          <a:noFill/>
        </p:spPr>
        <p:txBody>
          <a:bodyPr wrap="square" rtlCol="0">
            <a:spAutoFit/>
          </a:bodyPr>
          <a:lstStyle/>
          <a:p>
            <a:r>
              <a:rPr lang="en-US" sz="1200" dirty="0"/>
              <a:t>API Request</a:t>
            </a:r>
            <a:endParaRPr lang="en-IN" sz="1200" dirty="0"/>
          </a:p>
        </p:txBody>
      </p:sp>
      <p:sp>
        <p:nvSpPr>
          <p:cNvPr id="17" name="Rectangle 16">
            <a:extLst>
              <a:ext uri="{FF2B5EF4-FFF2-40B4-BE49-F238E27FC236}">
                <a16:creationId xmlns:a16="http://schemas.microsoft.com/office/drawing/2014/main" id="{BB5B3277-FBA7-1AB4-7021-7A437146147D}"/>
              </a:ext>
            </a:extLst>
          </p:cNvPr>
          <p:cNvSpPr/>
          <p:nvPr/>
        </p:nvSpPr>
        <p:spPr>
          <a:xfrm>
            <a:off x="131179" y="4301090"/>
            <a:ext cx="3040644" cy="37705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Refresh Token</a:t>
            </a:r>
            <a:endParaRPr lang="en-IN" dirty="0">
              <a:solidFill>
                <a:sysClr val="windowText" lastClr="000000"/>
              </a:solidFill>
            </a:endParaRPr>
          </a:p>
        </p:txBody>
      </p:sp>
      <p:cxnSp>
        <p:nvCxnSpPr>
          <p:cNvPr id="18" name="Straight Arrow Connector 17">
            <a:extLst>
              <a:ext uri="{FF2B5EF4-FFF2-40B4-BE49-F238E27FC236}">
                <a16:creationId xmlns:a16="http://schemas.microsoft.com/office/drawing/2014/main" id="{95CC5BB0-05C7-E1F2-BA6A-06B40F0BF7AF}"/>
              </a:ext>
            </a:extLst>
          </p:cNvPr>
          <p:cNvCxnSpPr>
            <a:cxnSpLocks/>
          </p:cNvCxnSpPr>
          <p:nvPr/>
        </p:nvCxnSpPr>
        <p:spPr>
          <a:xfrm flipH="1">
            <a:off x="1628101" y="3994189"/>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EC556CD-47ED-1088-07E5-FF0373B79D36}"/>
              </a:ext>
            </a:extLst>
          </p:cNvPr>
          <p:cNvSpPr/>
          <p:nvPr/>
        </p:nvSpPr>
        <p:spPr>
          <a:xfrm>
            <a:off x="131179" y="4985043"/>
            <a:ext cx="3040640" cy="37705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API</a:t>
            </a:r>
          </a:p>
        </p:txBody>
      </p:sp>
      <p:sp>
        <p:nvSpPr>
          <p:cNvPr id="20" name="Rectangle 19">
            <a:extLst>
              <a:ext uri="{FF2B5EF4-FFF2-40B4-BE49-F238E27FC236}">
                <a16:creationId xmlns:a16="http://schemas.microsoft.com/office/drawing/2014/main" id="{40C7CD36-077E-0C2E-FD97-5F736AB7D30C}"/>
              </a:ext>
            </a:extLst>
          </p:cNvPr>
          <p:cNvSpPr/>
          <p:nvPr/>
        </p:nvSpPr>
        <p:spPr>
          <a:xfrm>
            <a:off x="131179" y="5668996"/>
            <a:ext cx="3040644" cy="37705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New Access Token</a:t>
            </a:r>
            <a:endParaRPr lang="en-IN" dirty="0">
              <a:solidFill>
                <a:sysClr val="windowText" lastClr="000000"/>
              </a:solidFill>
            </a:endParaRPr>
          </a:p>
        </p:txBody>
      </p:sp>
      <p:cxnSp>
        <p:nvCxnSpPr>
          <p:cNvPr id="21" name="Straight Arrow Connector 20">
            <a:extLst>
              <a:ext uri="{FF2B5EF4-FFF2-40B4-BE49-F238E27FC236}">
                <a16:creationId xmlns:a16="http://schemas.microsoft.com/office/drawing/2014/main" id="{EC898E67-66B7-6DA9-E660-41D92508ADD6}"/>
              </a:ext>
            </a:extLst>
          </p:cNvPr>
          <p:cNvCxnSpPr>
            <a:cxnSpLocks/>
          </p:cNvCxnSpPr>
          <p:nvPr/>
        </p:nvCxnSpPr>
        <p:spPr>
          <a:xfrm flipH="1">
            <a:off x="1628100" y="4677558"/>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7C16799-B67B-812C-B404-7A9D6EEA68B1}"/>
              </a:ext>
            </a:extLst>
          </p:cNvPr>
          <p:cNvCxnSpPr>
            <a:cxnSpLocks/>
          </p:cNvCxnSpPr>
          <p:nvPr/>
        </p:nvCxnSpPr>
        <p:spPr>
          <a:xfrm flipH="1">
            <a:off x="1628099" y="5353154"/>
            <a:ext cx="1" cy="315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Speech Bubble: Rectangle 22">
            <a:extLst>
              <a:ext uri="{FF2B5EF4-FFF2-40B4-BE49-F238E27FC236}">
                <a16:creationId xmlns:a16="http://schemas.microsoft.com/office/drawing/2014/main" id="{0114C794-62D7-E596-3AC6-5881E556379D}"/>
              </a:ext>
            </a:extLst>
          </p:cNvPr>
          <p:cNvSpPr/>
          <p:nvPr/>
        </p:nvSpPr>
        <p:spPr>
          <a:xfrm>
            <a:off x="3400426" y="863444"/>
            <a:ext cx="3257550" cy="1336158"/>
          </a:xfrm>
          <a:prstGeom prst="wedgeRectCallou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Example Login Response: </a:t>
            </a:r>
            <a:r>
              <a:rPr lang="en-US" b="1" dirty="0">
                <a:solidFill>
                  <a:schemeClr val="tx1"/>
                </a:solidFill>
              </a:rPr>
              <a:t>JSON</a:t>
            </a:r>
          </a:p>
          <a:p>
            <a:r>
              <a:rPr lang="en-IN" dirty="0">
                <a:solidFill>
                  <a:schemeClr val="tx1"/>
                </a:solidFill>
              </a:rPr>
              <a:t>{</a:t>
            </a:r>
          </a:p>
          <a:p>
            <a:pPr algn="ctr"/>
            <a:r>
              <a:rPr lang="en-IN" dirty="0">
                <a:solidFill>
                  <a:schemeClr val="tx1"/>
                </a:solidFill>
              </a:rPr>
              <a:t>    "</a:t>
            </a:r>
            <a:r>
              <a:rPr lang="en-IN" dirty="0" err="1">
                <a:solidFill>
                  <a:schemeClr val="tx1"/>
                </a:solidFill>
              </a:rPr>
              <a:t>accessToken</a:t>
            </a:r>
            <a:r>
              <a:rPr lang="en-IN" dirty="0">
                <a:solidFill>
                  <a:schemeClr val="tx1"/>
                </a:solidFill>
              </a:rPr>
              <a:t>": "</a:t>
            </a:r>
            <a:r>
              <a:rPr lang="en-IN" dirty="0" err="1">
                <a:solidFill>
                  <a:schemeClr val="accent3">
                    <a:lumMod val="50000"/>
                  </a:schemeClr>
                </a:solidFill>
              </a:rPr>
              <a:t>eyJhbGciOi</a:t>
            </a:r>
            <a:r>
              <a:rPr lang="en-IN" dirty="0">
                <a:solidFill>
                  <a:schemeClr val="tx1"/>
                </a:solidFill>
              </a:rPr>
              <a:t>...",</a:t>
            </a:r>
          </a:p>
          <a:p>
            <a:pPr algn="ctr"/>
            <a:r>
              <a:rPr lang="en-IN" dirty="0">
                <a:solidFill>
                  <a:schemeClr val="tx1"/>
                </a:solidFill>
              </a:rPr>
              <a:t>"</a:t>
            </a:r>
            <a:r>
              <a:rPr lang="en-IN" dirty="0" err="1">
                <a:solidFill>
                  <a:schemeClr val="tx1"/>
                </a:solidFill>
              </a:rPr>
              <a:t>refreshToken</a:t>
            </a:r>
            <a:r>
              <a:rPr lang="en-IN" dirty="0">
                <a:solidFill>
                  <a:schemeClr val="tx1"/>
                </a:solidFill>
              </a:rPr>
              <a:t>": "</a:t>
            </a:r>
            <a:r>
              <a:rPr lang="en-IN" dirty="0">
                <a:solidFill>
                  <a:schemeClr val="accent3">
                    <a:lumMod val="50000"/>
                  </a:schemeClr>
                </a:solidFill>
              </a:rPr>
              <a:t>7f8a9b</a:t>
            </a:r>
            <a:r>
              <a:rPr lang="en-IN" dirty="0">
                <a:solidFill>
                  <a:schemeClr val="tx1"/>
                </a:solidFill>
              </a:rPr>
              <a:t>..."</a:t>
            </a:r>
          </a:p>
          <a:p>
            <a:r>
              <a:rPr lang="en-IN" dirty="0">
                <a:solidFill>
                  <a:schemeClr val="tx1"/>
                </a:solidFill>
              </a:rPr>
              <a:t>}</a:t>
            </a:r>
          </a:p>
        </p:txBody>
      </p:sp>
      <p:sp>
        <p:nvSpPr>
          <p:cNvPr id="24" name="Content Placeholder 1">
            <a:extLst>
              <a:ext uri="{FF2B5EF4-FFF2-40B4-BE49-F238E27FC236}">
                <a16:creationId xmlns:a16="http://schemas.microsoft.com/office/drawing/2014/main" id="{321E9E78-D97B-6D68-087E-AC67E573FE56}"/>
              </a:ext>
            </a:extLst>
          </p:cNvPr>
          <p:cNvSpPr txBox="1">
            <a:spLocks/>
          </p:cNvSpPr>
          <p:nvPr/>
        </p:nvSpPr>
        <p:spPr>
          <a:xfrm>
            <a:off x="3313195" y="2408472"/>
            <a:ext cx="8612106" cy="37705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dirty="0"/>
              <a:t>Client uses: Access Token for normal API requests.</a:t>
            </a:r>
          </a:p>
          <a:p>
            <a:r>
              <a:rPr lang="en-IN" sz="2000" dirty="0"/>
              <a:t>When expired: Refresh Token is used to obtain a new access token.</a:t>
            </a:r>
          </a:p>
          <a:p>
            <a:r>
              <a:rPr lang="en-IN" sz="2000" b="1" dirty="0"/>
              <a:t>Refresh Token Security</a:t>
            </a:r>
          </a:p>
          <a:p>
            <a:pPr lvl="1"/>
            <a:r>
              <a:rPr lang="en-IN" sz="1600" dirty="0"/>
              <a:t>Generate cryptographically secure random tokens. </a:t>
            </a:r>
          </a:p>
          <a:p>
            <a:pPr lvl="1"/>
            <a:r>
              <a:rPr lang="en-IN" sz="1600" dirty="0"/>
              <a:t>Set expiration. </a:t>
            </a:r>
          </a:p>
          <a:p>
            <a:pPr lvl="1"/>
            <a:r>
              <a:rPr lang="en-IN" sz="1600" dirty="0"/>
              <a:t>Store refresh tokens securely. </a:t>
            </a:r>
          </a:p>
          <a:p>
            <a:pPr lvl="1"/>
            <a:r>
              <a:rPr lang="en-IN" sz="1600" dirty="0"/>
              <a:t>Revoke tokens when necessary. </a:t>
            </a:r>
          </a:p>
          <a:p>
            <a:pPr lvl="1"/>
            <a:r>
              <a:rPr lang="en-IN" sz="1600" dirty="0"/>
              <a:t>Consider token rotation. </a:t>
            </a:r>
          </a:p>
          <a:p>
            <a:pPr lvl="1"/>
            <a:r>
              <a:rPr lang="en-IN" sz="1600" dirty="0"/>
              <a:t>Detect token reuse. </a:t>
            </a:r>
          </a:p>
          <a:p>
            <a:pPr lvl="1"/>
            <a:r>
              <a:rPr lang="en-IN" sz="1600" dirty="0"/>
              <a:t>Never make refresh tokens permanent.</a:t>
            </a:r>
          </a:p>
          <a:p>
            <a:pPr marL="0" indent="0">
              <a:buNone/>
            </a:pPr>
            <a:endParaRPr lang="en-IN" sz="2000" dirty="0"/>
          </a:p>
        </p:txBody>
      </p:sp>
    </p:spTree>
    <p:extLst>
      <p:ext uri="{BB962C8B-B14F-4D97-AF65-F5344CB8AC3E}">
        <p14:creationId xmlns:p14="http://schemas.microsoft.com/office/powerpoint/2010/main" val="18671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4">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4">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animBg="1"/>
      <p:bldP spid="6" grpId="0" animBg="1"/>
      <p:bldP spid="7" grpId="0" animBg="1"/>
      <p:bldP spid="8" grpId="0" animBg="1"/>
      <p:bldP spid="15" grpId="0"/>
      <p:bldP spid="17" grpId="0" animBg="1"/>
      <p:bldP spid="19" grpId="0" animBg="1"/>
      <p:bldP spid="20" grpId="0" animBg="1"/>
      <p:bldP spid="23" grpId="0" animBg="1"/>
      <p:bldP spid="2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60C98-25B2-0E07-9B7F-7BB326F0F74A}"/>
              </a:ext>
            </a:extLst>
          </p:cNvPr>
          <p:cNvSpPr>
            <a:spLocks noGrp="1"/>
          </p:cNvSpPr>
          <p:nvPr>
            <p:ph type="title"/>
          </p:nvPr>
        </p:nvSpPr>
        <p:spPr/>
        <p:txBody>
          <a:bodyPr/>
          <a:lstStyle/>
          <a:p>
            <a:r>
              <a:rPr lang="en-IN" dirty="0">
                <a:gradFill flip="none" rotWithShape="1">
                  <a:gsLst>
                    <a:gs pos="10000">
                      <a:schemeClr val="accent6">
                        <a:lumMod val="50000"/>
                      </a:schemeClr>
                    </a:gs>
                    <a:gs pos="100000">
                      <a:schemeClr val="accent6"/>
                    </a:gs>
                  </a:gsLst>
                  <a:lin ang="0" scaled="1"/>
                  <a:tileRect/>
                </a:gradFill>
              </a:rPr>
              <a:t>CORS &amp; HTTPs Configuration </a:t>
            </a:r>
            <a:endParaRPr lang="en-IN" dirty="0"/>
          </a:p>
        </p:txBody>
      </p:sp>
      <p:sp>
        <p:nvSpPr>
          <p:cNvPr id="3" name="Text Placeholder 2">
            <a:extLst>
              <a:ext uri="{FF2B5EF4-FFF2-40B4-BE49-F238E27FC236}">
                <a16:creationId xmlns:a16="http://schemas.microsoft.com/office/drawing/2014/main" id="{018F1133-72FE-71AB-396C-436E4350DED6}"/>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320494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26D2-D11A-1A1C-3147-35E157E4F5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876CAA-28F2-D00D-895A-707374774AC9}"/>
              </a:ext>
            </a:extLst>
          </p:cNvPr>
          <p:cNvSpPr>
            <a:spLocks noGrp="1"/>
          </p:cNvSpPr>
          <p:nvPr>
            <p:ph type="title"/>
          </p:nvPr>
        </p:nvSpPr>
        <p:spPr/>
        <p:txBody>
          <a:bodyPr/>
          <a:lstStyle/>
          <a:p>
            <a:r>
              <a:rPr lang="en-IN" dirty="0"/>
              <a:t>CORS (Cross-Origin Resource Sharing)</a:t>
            </a:r>
          </a:p>
        </p:txBody>
      </p:sp>
      <p:sp>
        <p:nvSpPr>
          <p:cNvPr id="4" name="Content Placeholder 3">
            <a:extLst>
              <a:ext uri="{FF2B5EF4-FFF2-40B4-BE49-F238E27FC236}">
                <a16:creationId xmlns:a16="http://schemas.microsoft.com/office/drawing/2014/main" id="{86F3644D-E537-2151-D865-87B015739A57}"/>
              </a:ext>
            </a:extLst>
          </p:cNvPr>
          <p:cNvSpPr>
            <a:spLocks noGrp="1"/>
          </p:cNvSpPr>
          <p:nvPr>
            <p:ph idx="1"/>
          </p:nvPr>
        </p:nvSpPr>
        <p:spPr/>
        <p:txBody>
          <a:bodyPr/>
          <a:lstStyle/>
          <a:p>
            <a:r>
              <a:rPr lang="en-IN" dirty="0"/>
              <a:t>It controls which origins are allowed to access your API from browsers.</a:t>
            </a:r>
          </a:p>
          <a:p>
            <a:endParaRPr lang="en-IN" dirty="0"/>
          </a:p>
          <a:p>
            <a:endParaRPr lang="en-IN" dirty="0"/>
          </a:p>
          <a:p>
            <a:r>
              <a:rPr lang="en-IN" dirty="0"/>
              <a:t>Different origins → CORS applies.</a:t>
            </a:r>
          </a:p>
          <a:p>
            <a:r>
              <a:rPr lang="en-IN" b="1" dirty="0"/>
              <a:t>Same Origin v/s Cross Origin</a:t>
            </a:r>
          </a:p>
        </p:txBody>
      </p:sp>
      <p:sp>
        <p:nvSpPr>
          <p:cNvPr id="2" name="Rectangle 1">
            <a:extLst>
              <a:ext uri="{FF2B5EF4-FFF2-40B4-BE49-F238E27FC236}">
                <a16:creationId xmlns:a16="http://schemas.microsoft.com/office/drawing/2014/main" id="{78F3B672-796F-5286-4F99-6954363B5AB3}"/>
              </a:ext>
            </a:extLst>
          </p:cNvPr>
          <p:cNvSpPr/>
          <p:nvPr/>
        </p:nvSpPr>
        <p:spPr>
          <a:xfrm>
            <a:off x="523875" y="1438275"/>
            <a:ext cx="2524124" cy="552450"/>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r>
              <a:rPr lang="en-IN" dirty="0">
                <a:solidFill>
                  <a:schemeClr val="tx1"/>
                </a:solidFill>
              </a:rPr>
              <a:t>Frontend</a:t>
            </a:r>
          </a:p>
          <a:p>
            <a:pPr algn="ctr"/>
            <a:r>
              <a:rPr lang="en-IN" dirty="0">
                <a:solidFill>
                  <a:schemeClr val="tx1"/>
                </a:solidFill>
              </a:rPr>
              <a:t>https://college-ui.com</a:t>
            </a:r>
          </a:p>
          <a:p>
            <a:pPr algn="ctr"/>
            <a:endParaRPr lang="en-IN" dirty="0">
              <a:solidFill>
                <a:schemeClr val="tx1"/>
              </a:solidFill>
            </a:endParaRPr>
          </a:p>
        </p:txBody>
      </p:sp>
      <p:sp>
        <p:nvSpPr>
          <p:cNvPr id="11" name="Rectangle 10">
            <a:extLst>
              <a:ext uri="{FF2B5EF4-FFF2-40B4-BE49-F238E27FC236}">
                <a16:creationId xmlns:a16="http://schemas.microsoft.com/office/drawing/2014/main" id="{839F2ABC-0647-2750-408D-92FBC7F2EB5B}"/>
              </a:ext>
            </a:extLst>
          </p:cNvPr>
          <p:cNvSpPr/>
          <p:nvPr/>
        </p:nvSpPr>
        <p:spPr>
          <a:xfrm>
            <a:off x="3171824" y="1438275"/>
            <a:ext cx="2524125" cy="552450"/>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API</a:t>
            </a:r>
          </a:p>
          <a:p>
            <a:pPr algn="ctr"/>
            <a:r>
              <a:rPr lang="en-IN" dirty="0">
                <a:solidFill>
                  <a:schemeClr val="tx1"/>
                </a:solidFill>
              </a:rPr>
              <a:t>https://api.college.com</a:t>
            </a:r>
          </a:p>
        </p:txBody>
      </p:sp>
      <p:sp>
        <p:nvSpPr>
          <p:cNvPr id="13" name="Rectangle 12">
            <a:extLst>
              <a:ext uri="{FF2B5EF4-FFF2-40B4-BE49-F238E27FC236}">
                <a16:creationId xmlns:a16="http://schemas.microsoft.com/office/drawing/2014/main" id="{695DDBEB-1B2B-E5EA-E4AF-4A3BB3B597E4}"/>
              </a:ext>
            </a:extLst>
          </p:cNvPr>
          <p:cNvSpPr/>
          <p:nvPr/>
        </p:nvSpPr>
        <p:spPr>
          <a:xfrm>
            <a:off x="523875" y="3152775"/>
            <a:ext cx="2524124" cy="923925"/>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r>
              <a:rPr lang="en-IN" u="sng" dirty="0">
                <a:solidFill>
                  <a:schemeClr val="tx1"/>
                </a:solidFill>
              </a:rPr>
              <a:t>Same</a:t>
            </a:r>
          </a:p>
          <a:p>
            <a:r>
              <a:rPr lang="en-IN" dirty="0">
                <a:solidFill>
                  <a:schemeClr val="tx1"/>
                </a:solidFill>
              </a:rPr>
              <a:t>https://college.com </a:t>
            </a:r>
          </a:p>
          <a:p>
            <a:r>
              <a:rPr lang="en-IN" dirty="0">
                <a:solidFill>
                  <a:schemeClr val="tx1"/>
                </a:solidFill>
              </a:rPr>
              <a:t>https://college.com/api</a:t>
            </a:r>
          </a:p>
          <a:p>
            <a:pPr algn="ctr"/>
            <a:endParaRPr lang="en-IN" dirty="0">
              <a:solidFill>
                <a:schemeClr val="tx1"/>
              </a:solidFill>
            </a:endParaRPr>
          </a:p>
        </p:txBody>
      </p:sp>
      <p:sp>
        <p:nvSpPr>
          <p:cNvPr id="15" name="Rectangle 14">
            <a:extLst>
              <a:ext uri="{FF2B5EF4-FFF2-40B4-BE49-F238E27FC236}">
                <a16:creationId xmlns:a16="http://schemas.microsoft.com/office/drawing/2014/main" id="{AD5F0708-A38C-897F-E728-956D33866064}"/>
              </a:ext>
            </a:extLst>
          </p:cNvPr>
          <p:cNvSpPr/>
          <p:nvPr/>
        </p:nvSpPr>
        <p:spPr>
          <a:xfrm>
            <a:off x="3171824" y="3152775"/>
            <a:ext cx="2524124" cy="923925"/>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u="sng" dirty="0">
                <a:solidFill>
                  <a:schemeClr val="tx1"/>
                </a:solidFill>
              </a:rPr>
              <a:t>Cross</a:t>
            </a:r>
          </a:p>
          <a:p>
            <a:r>
              <a:rPr lang="en-IN" dirty="0">
                <a:solidFill>
                  <a:schemeClr val="tx1"/>
                </a:solidFill>
              </a:rPr>
              <a:t>https://college.com</a:t>
            </a:r>
          </a:p>
          <a:p>
            <a:r>
              <a:rPr lang="en-IN" dirty="0">
                <a:solidFill>
                  <a:schemeClr val="tx1"/>
                </a:solidFill>
              </a:rPr>
              <a:t>https://api.college.com</a:t>
            </a:r>
          </a:p>
        </p:txBody>
      </p:sp>
    </p:spTree>
    <p:extLst>
      <p:ext uri="{BB962C8B-B14F-4D97-AF65-F5344CB8AC3E}">
        <p14:creationId xmlns:p14="http://schemas.microsoft.com/office/powerpoint/2010/main" val="376170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3"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EC5C84-978A-DE86-85E3-3B1839948F18}"/>
              </a:ext>
            </a:extLst>
          </p:cNvPr>
          <p:cNvSpPr>
            <a:spLocks noGrp="1"/>
          </p:cNvSpPr>
          <p:nvPr>
            <p:ph idx="1"/>
          </p:nvPr>
        </p:nvSpPr>
        <p:spPr>
          <a:xfrm>
            <a:off x="131181" y="863444"/>
            <a:ext cx="5964820" cy="5590565"/>
          </a:xfrm>
        </p:spPr>
        <p:txBody>
          <a:bodyPr/>
          <a:lstStyle/>
          <a:p>
            <a:r>
              <a:rPr lang="en-IN" dirty="0"/>
              <a:t>Configure CORS (Generic)</a:t>
            </a:r>
          </a:p>
          <a:p>
            <a:endParaRPr lang="en-IN" dirty="0"/>
          </a:p>
        </p:txBody>
      </p:sp>
      <p:sp>
        <p:nvSpPr>
          <p:cNvPr id="3" name="Title 2">
            <a:extLst>
              <a:ext uri="{FF2B5EF4-FFF2-40B4-BE49-F238E27FC236}">
                <a16:creationId xmlns:a16="http://schemas.microsoft.com/office/drawing/2014/main" id="{F2B4500D-27DF-7A47-E479-5B22E833BA0C}"/>
              </a:ext>
            </a:extLst>
          </p:cNvPr>
          <p:cNvSpPr>
            <a:spLocks noGrp="1"/>
          </p:cNvSpPr>
          <p:nvPr>
            <p:ph type="title"/>
          </p:nvPr>
        </p:nvSpPr>
        <p:spPr/>
        <p:txBody>
          <a:bodyPr/>
          <a:lstStyle/>
          <a:p>
            <a:r>
              <a:rPr lang="en-IN" dirty="0"/>
              <a:t>CORS (Cross-Origin Resource Sharing) Cont..</a:t>
            </a:r>
          </a:p>
        </p:txBody>
      </p:sp>
      <p:sp>
        <p:nvSpPr>
          <p:cNvPr id="4" name="Content Placeholder 1">
            <a:extLst>
              <a:ext uri="{FF2B5EF4-FFF2-40B4-BE49-F238E27FC236}">
                <a16:creationId xmlns:a16="http://schemas.microsoft.com/office/drawing/2014/main" id="{4CC07376-6850-EC39-C0B9-8CE8ABC3DF2A}"/>
              </a:ext>
            </a:extLst>
          </p:cNvPr>
          <p:cNvSpPr txBox="1">
            <a:spLocks/>
          </p:cNvSpPr>
          <p:nvPr/>
        </p:nvSpPr>
        <p:spPr>
          <a:xfrm>
            <a:off x="5790365" y="863519"/>
            <a:ext cx="596482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Configure CORS (Specific)</a:t>
            </a:r>
          </a:p>
          <a:p>
            <a:endParaRPr lang="en-IN" dirty="0"/>
          </a:p>
        </p:txBody>
      </p:sp>
      <p:pic>
        <p:nvPicPr>
          <p:cNvPr id="8" name="Picture 7">
            <a:extLst>
              <a:ext uri="{FF2B5EF4-FFF2-40B4-BE49-F238E27FC236}">
                <a16:creationId xmlns:a16="http://schemas.microsoft.com/office/drawing/2014/main" id="{1193F9AF-B656-A43B-7E2B-8E3F9D5FB6CF}"/>
              </a:ext>
            </a:extLst>
          </p:cNvPr>
          <p:cNvPicPr>
            <a:picLocks noChangeAspect="1"/>
          </p:cNvPicPr>
          <p:nvPr/>
        </p:nvPicPr>
        <p:blipFill>
          <a:blip r:embed="rId2"/>
          <a:stretch>
            <a:fillRect/>
          </a:stretch>
        </p:blipFill>
        <p:spPr>
          <a:xfrm>
            <a:off x="419563" y="1292711"/>
            <a:ext cx="3658111" cy="5048955"/>
          </a:xfrm>
          <a:prstGeom prst="rect">
            <a:avLst/>
          </a:prstGeom>
        </p:spPr>
      </p:pic>
      <p:sp>
        <p:nvSpPr>
          <p:cNvPr id="9" name="Rectangle 8">
            <a:extLst>
              <a:ext uri="{FF2B5EF4-FFF2-40B4-BE49-F238E27FC236}">
                <a16:creationId xmlns:a16="http://schemas.microsoft.com/office/drawing/2014/main" id="{8557B76B-438D-9ACE-C4B6-69CEF0A53D27}"/>
              </a:ext>
            </a:extLst>
          </p:cNvPr>
          <p:cNvSpPr/>
          <p:nvPr/>
        </p:nvSpPr>
        <p:spPr>
          <a:xfrm>
            <a:off x="419563" y="1292711"/>
            <a:ext cx="3729743" cy="231313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1F117C85-0A7C-DE36-A3A7-4C21BE4D8959}"/>
              </a:ext>
            </a:extLst>
          </p:cNvPr>
          <p:cNvSpPr/>
          <p:nvPr/>
        </p:nvSpPr>
        <p:spPr>
          <a:xfrm>
            <a:off x="491195" y="6072995"/>
            <a:ext cx="2743712" cy="26867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9B857FB1-0B46-3751-EA71-6755EB2A7BE2}"/>
              </a:ext>
            </a:extLst>
          </p:cNvPr>
          <p:cNvPicPr>
            <a:picLocks noChangeAspect="1"/>
          </p:cNvPicPr>
          <p:nvPr/>
        </p:nvPicPr>
        <p:blipFill>
          <a:blip r:embed="rId3"/>
          <a:stretch>
            <a:fillRect/>
          </a:stretch>
        </p:blipFill>
        <p:spPr>
          <a:xfrm>
            <a:off x="6096000" y="1292711"/>
            <a:ext cx="4229690" cy="5220429"/>
          </a:xfrm>
          <a:prstGeom prst="rect">
            <a:avLst/>
          </a:prstGeom>
        </p:spPr>
      </p:pic>
      <p:sp>
        <p:nvSpPr>
          <p:cNvPr id="15" name="Rectangle 14">
            <a:extLst>
              <a:ext uri="{FF2B5EF4-FFF2-40B4-BE49-F238E27FC236}">
                <a16:creationId xmlns:a16="http://schemas.microsoft.com/office/drawing/2014/main" id="{0BF18683-A590-EBD6-4332-0AA2153870A0}"/>
              </a:ext>
            </a:extLst>
          </p:cNvPr>
          <p:cNvSpPr/>
          <p:nvPr/>
        </p:nvSpPr>
        <p:spPr>
          <a:xfrm>
            <a:off x="6078747" y="1292711"/>
            <a:ext cx="4246943" cy="2546044"/>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0622953B-6076-137E-BD53-387F4C457422}"/>
              </a:ext>
            </a:extLst>
          </p:cNvPr>
          <p:cNvSpPr/>
          <p:nvPr/>
        </p:nvSpPr>
        <p:spPr>
          <a:xfrm>
            <a:off x="6095999" y="6244469"/>
            <a:ext cx="2743712" cy="26867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51690C63-C88F-35CA-D097-A126AAC4CCB5}"/>
              </a:ext>
            </a:extLst>
          </p:cNvPr>
          <p:cNvSpPr/>
          <p:nvPr/>
        </p:nvSpPr>
        <p:spPr>
          <a:xfrm>
            <a:off x="1543424" y="1689045"/>
            <a:ext cx="2516998" cy="26867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19B8F2D6-20F8-1BE8-72AA-3582351AB858}"/>
              </a:ext>
            </a:extLst>
          </p:cNvPr>
          <p:cNvSpPr/>
          <p:nvPr/>
        </p:nvSpPr>
        <p:spPr>
          <a:xfrm>
            <a:off x="7185356" y="1680419"/>
            <a:ext cx="2516998" cy="26867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0558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9" grpId="0" animBg="1"/>
      <p:bldP spid="11" grpId="0" animBg="1"/>
      <p:bldP spid="15"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1C2BC-8DB9-2E54-EFF0-4FC28B7A6457}"/>
              </a:ext>
            </a:extLst>
          </p:cNvPr>
          <p:cNvSpPr>
            <a:spLocks noGrp="1"/>
          </p:cNvSpPr>
          <p:nvPr>
            <p:ph type="title"/>
          </p:nvPr>
        </p:nvSpPr>
        <p:spPr/>
        <p:txBody>
          <a:bodyPr/>
          <a:lstStyle/>
          <a:p>
            <a:r>
              <a:rPr lang="en-IN" dirty="0"/>
              <a:t>CORS (Cross-Origin Resource Sharing) Cont..</a:t>
            </a:r>
          </a:p>
        </p:txBody>
      </p:sp>
      <p:sp>
        <p:nvSpPr>
          <p:cNvPr id="4" name="Content Placeholder 1">
            <a:extLst>
              <a:ext uri="{FF2B5EF4-FFF2-40B4-BE49-F238E27FC236}">
                <a16:creationId xmlns:a16="http://schemas.microsoft.com/office/drawing/2014/main" id="{1D40624C-DAAE-C9E7-3364-12448E25CB86}"/>
              </a:ext>
            </a:extLst>
          </p:cNvPr>
          <p:cNvSpPr txBox="1">
            <a:spLocks/>
          </p:cNvSpPr>
          <p:nvPr/>
        </p:nvSpPr>
        <p:spPr>
          <a:xfrm>
            <a:off x="131181" y="863444"/>
            <a:ext cx="596482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Configure CORS (Generic)</a:t>
            </a:r>
          </a:p>
          <a:p>
            <a:endParaRPr lang="en-IN" dirty="0"/>
          </a:p>
        </p:txBody>
      </p:sp>
      <p:pic>
        <p:nvPicPr>
          <p:cNvPr id="5" name="Picture 4">
            <a:extLst>
              <a:ext uri="{FF2B5EF4-FFF2-40B4-BE49-F238E27FC236}">
                <a16:creationId xmlns:a16="http://schemas.microsoft.com/office/drawing/2014/main" id="{C53F1582-D3D2-0F94-C705-D3283565D40C}"/>
              </a:ext>
            </a:extLst>
          </p:cNvPr>
          <p:cNvPicPr>
            <a:picLocks noChangeAspect="1"/>
          </p:cNvPicPr>
          <p:nvPr/>
        </p:nvPicPr>
        <p:blipFill>
          <a:blip r:embed="rId2"/>
          <a:stretch>
            <a:fillRect/>
          </a:stretch>
        </p:blipFill>
        <p:spPr>
          <a:xfrm>
            <a:off x="419563" y="1292711"/>
            <a:ext cx="3658111" cy="5048955"/>
          </a:xfrm>
          <a:prstGeom prst="rect">
            <a:avLst/>
          </a:prstGeom>
        </p:spPr>
      </p:pic>
      <p:sp>
        <p:nvSpPr>
          <p:cNvPr id="6" name="Rectangle 5">
            <a:extLst>
              <a:ext uri="{FF2B5EF4-FFF2-40B4-BE49-F238E27FC236}">
                <a16:creationId xmlns:a16="http://schemas.microsoft.com/office/drawing/2014/main" id="{D7656221-8F25-D684-CBD9-C25EE9554D30}"/>
              </a:ext>
            </a:extLst>
          </p:cNvPr>
          <p:cNvSpPr/>
          <p:nvPr/>
        </p:nvSpPr>
        <p:spPr>
          <a:xfrm>
            <a:off x="419563" y="1292711"/>
            <a:ext cx="3729743" cy="231313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E21E213E-896E-356B-FB42-A3AEEC9CF245}"/>
              </a:ext>
            </a:extLst>
          </p:cNvPr>
          <p:cNvSpPr/>
          <p:nvPr/>
        </p:nvSpPr>
        <p:spPr>
          <a:xfrm>
            <a:off x="491195" y="6072995"/>
            <a:ext cx="2743712" cy="26867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548D861E-F8F9-1896-5847-F3DFEBC48F7F}"/>
              </a:ext>
            </a:extLst>
          </p:cNvPr>
          <p:cNvCxnSpPr/>
          <p:nvPr/>
        </p:nvCxnSpPr>
        <p:spPr>
          <a:xfrm>
            <a:off x="3687793" y="2656936"/>
            <a:ext cx="92302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2FDBCC5-120D-A655-FEB1-BA93EC476C5B}"/>
              </a:ext>
            </a:extLst>
          </p:cNvPr>
          <p:cNvCxnSpPr/>
          <p:nvPr/>
        </p:nvCxnSpPr>
        <p:spPr>
          <a:xfrm>
            <a:off x="3687793" y="2886973"/>
            <a:ext cx="92302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4E58E8D-02EA-095C-BC58-4A99D4C7FB66}"/>
              </a:ext>
            </a:extLst>
          </p:cNvPr>
          <p:cNvCxnSpPr/>
          <p:nvPr/>
        </p:nvCxnSpPr>
        <p:spPr>
          <a:xfrm>
            <a:off x="3687793" y="3102634"/>
            <a:ext cx="92302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B52E058-4034-681B-0685-0A9447255DA3}"/>
              </a:ext>
            </a:extLst>
          </p:cNvPr>
          <p:cNvSpPr txBox="1"/>
          <p:nvPr/>
        </p:nvSpPr>
        <p:spPr>
          <a:xfrm>
            <a:off x="4684142" y="2503047"/>
            <a:ext cx="2897041" cy="307777"/>
          </a:xfrm>
          <a:prstGeom prst="rect">
            <a:avLst/>
          </a:prstGeom>
          <a:noFill/>
        </p:spPr>
        <p:txBody>
          <a:bodyPr wrap="square" rtlCol="0">
            <a:spAutoFit/>
          </a:bodyPr>
          <a:lstStyle/>
          <a:p>
            <a:r>
              <a:rPr lang="en-IN" sz="1400" dirty="0"/>
              <a:t>Who can access my API? → </a:t>
            </a:r>
            <a:r>
              <a:rPr lang="en-IN" sz="1400" b="1" dirty="0">
                <a:solidFill>
                  <a:schemeClr val="accent6"/>
                </a:solidFill>
              </a:rPr>
              <a:t>Everyone</a:t>
            </a:r>
          </a:p>
        </p:txBody>
      </p:sp>
      <p:sp>
        <p:nvSpPr>
          <p:cNvPr id="14" name="TextBox 13">
            <a:extLst>
              <a:ext uri="{FF2B5EF4-FFF2-40B4-BE49-F238E27FC236}">
                <a16:creationId xmlns:a16="http://schemas.microsoft.com/office/drawing/2014/main" id="{7BBD33B5-18B8-5C33-EA7A-40D19410725D}"/>
              </a:ext>
            </a:extLst>
          </p:cNvPr>
          <p:cNvSpPr txBox="1"/>
          <p:nvPr/>
        </p:nvSpPr>
        <p:spPr>
          <a:xfrm>
            <a:off x="4683297" y="2733084"/>
            <a:ext cx="2897041" cy="307777"/>
          </a:xfrm>
          <a:prstGeom prst="rect">
            <a:avLst/>
          </a:prstGeom>
          <a:noFill/>
        </p:spPr>
        <p:txBody>
          <a:bodyPr wrap="square" rtlCol="0">
            <a:spAutoFit/>
          </a:bodyPr>
          <a:lstStyle/>
          <a:p>
            <a:r>
              <a:rPr lang="en-IN" sz="1400" dirty="0"/>
              <a:t>Which headers can they send? → </a:t>
            </a:r>
            <a:r>
              <a:rPr lang="en-IN" sz="1400" b="1" dirty="0">
                <a:solidFill>
                  <a:schemeClr val="accent6"/>
                </a:solidFill>
              </a:rPr>
              <a:t>Any</a:t>
            </a:r>
          </a:p>
        </p:txBody>
      </p:sp>
      <p:sp>
        <p:nvSpPr>
          <p:cNvPr id="16" name="TextBox 15">
            <a:extLst>
              <a:ext uri="{FF2B5EF4-FFF2-40B4-BE49-F238E27FC236}">
                <a16:creationId xmlns:a16="http://schemas.microsoft.com/office/drawing/2014/main" id="{D509393E-3C20-8CC3-9C61-5ACCEA196F6B}"/>
              </a:ext>
            </a:extLst>
          </p:cNvPr>
          <p:cNvSpPr txBox="1"/>
          <p:nvPr/>
        </p:nvSpPr>
        <p:spPr>
          <a:xfrm>
            <a:off x="4683297" y="2963121"/>
            <a:ext cx="3425533" cy="307777"/>
          </a:xfrm>
          <a:prstGeom prst="rect">
            <a:avLst/>
          </a:prstGeom>
          <a:noFill/>
        </p:spPr>
        <p:txBody>
          <a:bodyPr wrap="square" rtlCol="0">
            <a:spAutoFit/>
          </a:bodyPr>
          <a:lstStyle/>
          <a:p>
            <a:r>
              <a:rPr lang="en-IN" sz="1400" dirty="0"/>
              <a:t>Which HTTP methods can they use? → </a:t>
            </a:r>
            <a:r>
              <a:rPr lang="en-IN" sz="1400" b="1" dirty="0">
                <a:solidFill>
                  <a:schemeClr val="accent6"/>
                </a:solidFill>
              </a:rPr>
              <a:t>Any</a:t>
            </a:r>
          </a:p>
        </p:txBody>
      </p:sp>
    </p:spTree>
    <p:extLst>
      <p:ext uri="{BB962C8B-B14F-4D97-AF65-F5344CB8AC3E}">
        <p14:creationId xmlns:p14="http://schemas.microsoft.com/office/powerpoint/2010/main" val="72763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P spid="7" grpId="0" animBg="1"/>
      <p:bldP spid="12" grpId="0"/>
      <p:bldP spid="14"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D4E3-57D9-D443-C099-ACF6B2C727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667190-9F0A-1039-DF31-C93FF3A5D78B}"/>
              </a:ext>
            </a:extLst>
          </p:cNvPr>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Secure API Practices</a:t>
            </a:r>
          </a:p>
        </p:txBody>
      </p:sp>
      <p:sp>
        <p:nvSpPr>
          <p:cNvPr id="5" name="Text Placeholder 4">
            <a:extLst>
              <a:ext uri="{FF2B5EF4-FFF2-40B4-BE49-F238E27FC236}">
                <a16:creationId xmlns:a16="http://schemas.microsoft.com/office/drawing/2014/main" id="{7E6026C4-EA43-4EFA-DE2F-2E83F7C7775C}"/>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3267592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672A-B1D3-C227-051E-2BB0E7EE06FE}"/>
              </a:ext>
            </a:extLst>
          </p:cNvPr>
          <p:cNvSpPr>
            <a:spLocks noGrp="1"/>
          </p:cNvSpPr>
          <p:nvPr>
            <p:ph type="title"/>
          </p:nvPr>
        </p:nvSpPr>
        <p:spPr/>
        <p:txBody>
          <a:bodyPr/>
          <a:lstStyle/>
          <a:p>
            <a:r>
              <a:rPr lang="en-IN" dirty="0"/>
              <a:t>Secure API Practices</a:t>
            </a:r>
          </a:p>
        </p:txBody>
      </p:sp>
      <p:sp>
        <p:nvSpPr>
          <p:cNvPr id="3" name="Content Placeholder 2">
            <a:extLst>
              <a:ext uri="{FF2B5EF4-FFF2-40B4-BE49-F238E27FC236}">
                <a16:creationId xmlns:a16="http://schemas.microsoft.com/office/drawing/2014/main" id="{FA983FF2-314B-7A82-0673-7977BB633A4D}"/>
              </a:ext>
            </a:extLst>
          </p:cNvPr>
          <p:cNvSpPr>
            <a:spLocks noGrp="1"/>
          </p:cNvSpPr>
          <p:nvPr>
            <p:ph idx="1"/>
          </p:nvPr>
        </p:nvSpPr>
        <p:spPr/>
        <p:txBody>
          <a:bodyPr/>
          <a:lstStyle/>
          <a:p>
            <a:pPr marL="457200" indent="-457200">
              <a:buFont typeface="+mj-lt"/>
              <a:buAutoNum type="arabicPeriod"/>
            </a:pPr>
            <a:r>
              <a:rPr lang="en-IN" dirty="0"/>
              <a:t>Always use HTTPS</a:t>
            </a:r>
          </a:p>
          <a:p>
            <a:pPr marL="457200" indent="-457200">
              <a:buFont typeface="+mj-lt"/>
              <a:buAutoNum type="arabicPeriod"/>
            </a:pPr>
            <a:r>
              <a:rPr lang="en-IN" dirty="0"/>
              <a:t>Validate input (Client Input </a:t>
            </a:r>
            <a:r>
              <a:rPr lang="en-IN" dirty="0">
                <a:sym typeface="Wingdings" panose="05000000000000000000" pitchFamily="2" charset="2"/>
              </a:rPr>
              <a:t></a:t>
            </a:r>
            <a:r>
              <a:rPr lang="en-IN" dirty="0"/>
              <a:t> Validation </a:t>
            </a:r>
            <a:r>
              <a:rPr lang="en-IN" dirty="0">
                <a:sym typeface="Wingdings" panose="05000000000000000000" pitchFamily="2" charset="2"/>
              </a:rPr>
              <a:t> </a:t>
            </a:r>
            <a:r>
              <a:rPr lang="en-IN" dirty="0"/>
              <a:t>Business Logic)</a:t>
            </a:r>
          </a:p>
          <a:p>
            <a:pPr marL="457200" indent="-457200">
              <a:buFont typeface="+mj-lt"/>
              <a:buAutoNum type="arabicPeriod"/>
            </a:pPr>
            <a:r>
              <a:rPr lang="en-IN" dirty="0"/>
              <a:t>Authenticate users ([</a:t>
            </a:r>
            <a:r>
              <a:rPr lang="en-IN" dirty="0">
                <a:solidFill>
                  <a:schemeClr val="accent2">
                    <a:lumMod val="75000"/>
                  </a:schemeClr>
                </a:solidFill>
              </a:rPr>
              <a:t>Authorize</a:t>
            </a:r>
            <a:r>
              <a:rPr lang="en-IN" dirty="0"/>
              <a:t>])</a:t>
            </a:r>
          </a:p>
          <a:p>
            <a:pPr marL="457200" indent="-457200">
              <a:buFont typeface="+mj-lt"/>
              <a:buAutoNum type="arabicPeriod"/>
            </a:pPr>
            <a:r>
              <a:rPr lang="en-IN" dirty="0"/>
              <a:t>Authorize access ([</a:t>
            </a:r>
            <a:r>
              <a:rPr lang="en-IN" dirty="0">
                <a:solidFill>
                  <a:schemeClr val="accent2">
                    <a:lumMod val="75000"/>
                  </a:schemeClr>
                </a:solidFill>
              </a:rPr>
              <a:t>Authorize</a:t>
            </a:r>
            <a:r>
              <a:rPr lang="en-IN" dirty="0"/>
              <a:t>(Roles = </a:t>
            </a:r>
            <a:r>
              <a:rPr lang="en-IN" dirty="0">
                <a:solidFill>
                  <a:schemeClr val="accent6"/>
                </a:solidFill>
              </a:rPr>
              <a:t>"Admin"</a:t>
            </a:r>
            <a:r>
              <a:rPr lang="en-IN" dirty="0"/>
              <a:t>)])</a:t>
            </a:r>
          </a:p>
          <a:p>
            <a:pPr marL="457200" indent="-457200">
              <a:buFont typeface="+mj-lt"/>
              <a:buAutoNum type="arabicPeriod"/>
            </a:pPr>
            <a:r>
              <a:rPr lang="en-IN" dirty="0"/>
              <a:t>Use strong password policies</a:t>
            </a:r>
          </a:p>
          <a:p>
            <a:pPr marL="457200" indent="-457200">
              <a:buFont typeface="+mj-lt"/>
              <a:buAutoNum type="arabicPeriod"/>
            </a:pPr>
            <a:r>
              <a:rPr lang="en-IN" dirty="0"/>
              <a:t>Protect secrets (E.g. Never hardcode: "SecretKey123" )</a:t>
            </a:r>
          </a:p>
          <a:p>
            <a:pPr marL="457200" indent="-457200">
              <a:buFont typeface="+mj-lt"/>
              <a:buAutoNum type="arabicPeriod"/>
            </a:pPr>
            <a:r>
              <a:rPr lang="en-IN" dirty="0"/>
              <a:t>Never Store Secrets in Source Code (var secret = "</a:t>
            </a:r>
            <a:r>
              <a:rPr lang="en-IN" dirty="0" err="1"/>
              <a:t>MySecretKey</a:t>
            </a:r>
            <a:r>
              <a:rPr lang="en-IN" dirty="0"/>
              <a:t>";), Better to store in Configuration, Environment Variables or Secret Manager.</a:t>
            </a:r>
          </a:p>
          <a:p>
            <a:pPr marL="457200" indent="-457200">
              <a:buFont typeface="+mj-lt"/>
              <a:buAutoNum type="arabicPeriod"/>
            </a:pPr>
            <a:r>
              <a:rPr lang="en-IN" dirty="0"/>
              <a:t>SQL Injection Protection</a:t>
            </a:r>
          </a:p>
          <a:p>
            <a:pPr marL="1001712" lvl="1" indent="-457200">
              <a:buFont typeface="+mj-lt"/>
              <a:buAutoNum type="arabicPeriod"/>
            </a:pPr>
            <a:r>
              <a:rPr lang="en-IN" dirty="0"/>
              <a:t>Never build SQL like: var </a:t>
            </a:r>
            <a:r>
              <a:rPr lang="en-IN" dirty="0" err="1"/>
              <a:t>sql</a:t>
            </a:r>
            <a:r>
              <a:rPr lang="en-IN" dirty="0"/>
              <a:t> = "SELECT * FROM Students WHERE Name = '" + name + “’”;</a:t>
            </a:r>
          </a:p>
          <a:p>
            <a:pPr marL="1001712" lvl="1" indent="-457200">
              <a:buFont typeface="+mj-lt"/>
              <a:buAutoNum type="arabicPeriod"/>
            </a:pPr>
            <a:r>
              <a:rPr lang="en-IN" dirty="0"/>
              <a:t>Use: Entity Framework Core or </a:t>
            </a:r>
            <a:r>
              <a:rPr lang="en-IN" dirty="0" err="1"/>
              <a:t>or</a:t>
            </a:r>
            <a:r>
              <a:rPr lang="en-IN" dirty="0"/>
              <a:t> parameterized queries.</a:t>
            </a:r>
          </a:p>
          <a:p>
            <a:pPr marL="457200" indent="-457200">
              <a:buFont typeface="+mj-lt"/>
              <a:buAutoNum type="arabicPeriod"/>
            </a:pPr>
            <a:r>
              <a:rPr lang="en-IN" dirty="0"/>
              <a:t>Rate Limiting </a:t>
            </a:r>
          </a:p>
          <a:p>
            <a:pPr marL="1001712" lvl="1" indent="-457200">
              <a:buFont typeface="+mj-lt"/>
              <a:buAutoNum type="arabicPeriod"/>
            </a:pPr>
            <a:r>
              <a:rPr lang="en-IN" dirty="0"/>
              <a:t>(Attackers may send: 1000 requests/sec to your </a:t>
            </a:r>
            <a:r>
              <a:rPr lang="en-IN" dirty="0" err="1"/>
              <a:t>api</a:t>
            </a:r>
            <a:r>
              <a:rPr lang="en-IN" dirty="0"/>
              <a:t>, Rate limiting controls request frequency, let say Client</a:t>
            </a:r>
            <a:r>
              <a:rPr lang="en-IN" dirty="0">
                <a:sym typeface="Wingdings" panose="05000000000000000000" pitchFamily="2" charset="2"/>
              </a:rPr>
              <a:t></a:t>
            </a:r>
            <a:r>
              <a:rPr lang="en-IN" dirty="0"/>
              <a:t>100 requests/</a:t>
            </a:r>
            <a:r>
              <a:rPr lang="en-IN" dirty="0" err="1"/>
              <a:t>minute</a:t>
            </a:r>
            <a:r>
              <a:rPr lang="en-IN" dirty="0" err="1">
                <a:sym typeface="Wingdings" panose="05000000000000000000" pitchFamily="2" charset="2"/>
              </a:rPr>
              <a:t></a:t>
            </a:r>
            <a:r>
              <a:rPr lang="en-IN" dirty="0" err="1"/>
              <a:t>API</a:t>
            </a:r>
            <a:r>
              <a:rPr lang="en-IN" dirty="0"/>
              <a:t>) </a:t>
            </a:r>
            <a:r>
              <a:rPr lang="en-IN" dirty="0">
                <a:sym typeface="Wingdings" panose="05000000000000000000" pitchFamily="2" charset="2"/>
              </a:rPr>
              <a:t>| </a:t>
            </a:r>
            <a:r>
              <a:rPr lang="en-IN" dirty="0"/>
              <a:t>Excessive requests: </a:t>
            </a:r>
            <a:r>
              <a:rPr lang="en-IN" dirty="0">
                <a:solidFill>
                  <a:schemeClr val="accent6"/>
                </a:solidFill>
              </a:rPr>
              <a:t>429 Too Many Requests</a:t>
            </a:r>
          </a:p>
          <a:p>
            <a:endParaRPr lang="en-IN" dirty="0"/>
          </a:p>
        </p:txBody>
      </p:sp>
    </p:spTree>
    <p:extLst>
      <p:ext uri="{BB962C8B-B14F-4D97-AF65-F5344CB8AC3E}">
        <p14:creationId xmlns:p14="http://schemas.microsoft.com/office/powerpoint/2010/main" val="103377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72695B-045B-7DBE-755F-50C85E8BA53C}"/>
              </a:ext>
            </a:extLst>
          </p:cNvPr>
          <p:cNvSpPr>
            <a:spLocks noGrp="1"/>
          </p:cNvSpPr>
          <p:nvPr>
            <p:ph idx="1"/>
          </p:nvPr>
        </p:nvSpPr>
        <p:spPr/>
        <p:txBody>
          <a:bodyPr/>
          <a:lstStyle/>
          <a:p>
            <a:r>
              <a:rPr lang="en-IN" dirty="0"/>
              <a:t>Security-related responses:</a:t>
            </a:r>
          </a:p>
          <a:p>
            <a:endParaRPr lang="en-IN" dirty="0"/>
          </a:p>
        </p:txBody>
      </p:sp>
      <p:sp>
        <p:nvSpPr>
          <p:cNvPr id="3" name="Title 2">
            <a:extLst>
              <a:ext uri="{FF2B5EF4-FFF2-40B4-BE49-F238E27FC236}">
                <a16:creationId xmlns:a16="http://schemas.microsoft.com/office/drawing/2014/main" id="{4E2DC7DD-C258-508C-0DEA-370DB4E44CB1}"/>
              </a:ext>
            </a:extLst>
          </p:cNvPr>
          <p:cNvSpPr>
            <a:spLocks noGrp="1"/>
          </p:cNvSpPr>
          <p:nvPr>
            <p:ph type="title"/>
          </p:nvPr>
        </p:nvSpPr>
        <p:spPr/>
        <p:txBody>
          <a:bodyPr/>
          <a:lstStyle/>
          <a:p>
            <a:r>
              <a:rPr lang="en-IN" dirty="0"/>
              <a:t>Proper HTTP Status Codes | Remember</a:t>
            </a:r>
          </a:p>
        </p:txBody>
      </p:sp>
      <p:graphicFrame>
        <p:nvGraphicFramePr>
          <p:cNvPr id="4" name="Table 3">
            <a:extLst>
              <a:ext uri="{FF2B5EF4-FFF2-40B4-BE49-F238E27FC236}">
                <a16:creationId xmlns:a16="http://schemas.microsoft.com/office/drawing/2014/main" id="{01F0169E-CE56-AEAD-6F5B-8C6BA0DA6BF5}"/>
              </a:ext>
            </a:extLst>
          </p:cNvPr>
          <p:cNvGraphicFramePr>
            <a:graphicFrameLocks noGrp="1"/>
          </p:cNvGraphicFramePr>
          <p:nvPr>
            <p:extLst>
              <p:ext uri="{D42A27DB-BD31-4B8C-83A1-F6EECF244321}">
                <p14:modId xmlns:p14="http://schemas.microsoft.com/office/powerpoint/2010/main" val="1433896079"/>
              </p:ext>
            </p:extLst>
          </p:nvPr>
        </p:nvGraphicFramePr>
        <p:xfrm>
          <a:off x="479245" y="1280383"/>
          <a:ext cx="4101381" cy="3291840"/>
        </p:xfrm>
        <a:graphic>
          <a:graphicData uri="http://schemas.openxmlformats.org/drawingml/2006/table">
            <a:tbl>
              <a:tblPr firstRow="1" bandRow="1">
                <a:tableStyleId>{5C22544A-7EE6-4342-B048-85BDC9FD1C3A}</a:tableStyleId>
              </a:tblPr>
              <a:tblGrid>
                <a:gridCol w="1047630">
                  <a:extLst>
                    <a:ext uri="{9D8B030D-6E8A-4147-A177-3AD203B41FA5}">
                      <a16:colId xmlns:a16="http://schemas.microsoft.com/office/drawing/2014/main" val="2586911040"/>
                    </a:ext>
                  </a:extLst>
                </a:gridCol>
                <a:gridCol w="3053751">
                  <a:extLst>
                    <a:ext uri="{9D8B030D-6E8A-4147-A177-3AD203B41FA5}">
                      <a16:colId xmlns:a16="http://schemas.microsoft.com/office/drawing/2014/main" val="2698575634"/>
                    </a:ext>
                  </a:extLst>
                </a:gridCol>
              </a:tblGrid>
              <a:tr h="324000">
                <a:tc>
                  <a:txBody>
                    <a:bodyPr/>
                    <a:lstStyle/>
                    <a:p>
                      <a:pPr>
                        <a:buNone/>
                      </a:pPr>
                      <a:r>
                        <a:rPr lang="en-IN" dirty="0"/>
                        <a:t>Status</a:t>
                      </a:r>
                    </a:p>
                  </a:txBody>
                  <a:tcPr anchor="ctr"/>
                </a:tc>
                <a:tc>
                  <a:txBody>
                    <a:bodyPr/>
                    <a:lstStyle/>
                    <a:p>
                      <a:pPr>
                        <a:buNone/>
                      </a:pPr>
                      <a:r>
                        <a:rPr lang="en-IN"/>
                        <a:t>Meaning</a:t>
                      </a:r>
                    </a:p>
                  </a:txBody>
                  <a:tcPr anchor="ctr"/>
                </a:tc>
                <a:extLst>
                  <a:ext uri="{0D108BD9-81ED-4DB2-BD59-A6C34878D82A}">
                    <a16:rowId xmlns:a16="http://schemas.microsoft.com/office/drawing/2014/main" val="1779427470"/>
                  </a:ext>
                </a:extLst>
              </a:tr>
              <a:tr h="324000">
                <a:tc>
                  <a:txBody>
                    <a:bodyPr/>
                    <a:lstStyle/>
                    <a:p>
                      <a:pPr>
                        <a:buNone/>
                      </a:pPr>
                      <a:r>
                        <a:rPr lang="en-IN"/>
                        <a:t>200</a:t>
                      </a:r>
                    </a:p>
                  </a:txBody>
                  <a:tcPr anchor="ctr"/>
                </a:tc>
                <a:tc>
                  <a:txBody>
                    <a:bodyPr/>
                    <a:lstStyle/>
                    <a:p>
                      <a:pPr>
                        <a:buNone/>
                      </a:pPr>
                      <a:r>
                        <a:rPr lang="en-IN"/>
                        <a:t>Success</a:t>
                      </a:r>
                    </a:p>
                  </a:txBody>
                  <a:tcPr anchor="ctr"/>
                </a:tc>
                <a:extLst>
                  <a:ext uri="{0D108BD9-81ED-4DB2-BD59-A6C34878D82A}">
                    <a16:rowId xmlns:a16="http://schemas.microsoft.com/office/drawing/2014/main" val="1448443289"/>
                  </a:ext>
                </a:extLst>
              </a:tr>
              <a:tr h="324000">
                <a:tc>
                  <a:txBody>
                    <a:bodyPr/>
                    <a:lstStyle/>
                    <a:p>
                      <a:pPr>
                        <a:buNone/>
                      </a:pPr>
                      <a:r>
                        <a:rPr lang="en-IN" dirty="0"/>
                        <a:t>201</a:t>
                      </a:r>
                    </a:p>
                  </a:txBody>
                  <a:tcPr anchor="ctr"/>
                </a:tc>
                <a:tc>
                  <a:txBody>
                    <a:bodyPr/>
                    <a:lstStyle/>
                    <a:p>
                      <a:pPr>
                        <a:buNone/>
                      </a:pPr>
                      <a:r>
                        <a:rPr lang="en-IN"/>
                        <a:t>Created</a:t>
                      </a:r>
                    </a:p>
                  </a:txBody>
                  <a:tcPr anchor="ctr"/>
                </a:tc>
                <a:extLst>
                  <a:ext uri="{0D108BD9-81ED-4DB2-BD59-A6C34878D82A}">
                    <a16:rowId xmlns:a16="http://schemas.microsoft.com/office/drawing/2014/main" val="2019566686"/>
                  </a:ext>
                </a:extLst>
              </a:tr>
              <a:tr h="324000">
                <a:tc>
                  <a:txBody>
                    <a:bodyPr/>
                    <a:lstStyle/>
                    <a:p>
                      <a:pPr>
                        <a:buNone/>
                      </a:pPr>
                      <a:r>
                        <a:rPr lang="en-IN"/>
                        <a:t>400</a:t>
                      </a:r>
                    </a:p>
                  </a:txBody>
                  <a:tcPr anchor="ctr"/>
                </a:tc>
                <a:tc>
                  <a:txBody>
                    <a:bodyPr/>
                    <a:lstStyle/>
                    <a:p>
                      <a:pPr>
                        <a:buNone/>
                      </a:pPr>
                      <a:r>
                        <a:rPr lang="en-IN"/>
                        <a:t>Bad Request</a:t>
                      </a:r>
                    </a:p>
                  </a:txBody>
                  <a:tcPr anchor="ctr"/>
                </a:tc>
                <a:extLst>
                  <a:ext uri="{0D108BD9-81ED-4DB2-BD59-A6C34878D82A}">
                    <a16:rowId xmlns:a16="http://schemas.microsoft.com/office/drawing/2014/main" val="967157120"/>
                  </a:ext>
                </a:extLst>
              </a:tr>
              <a:tr h="324000">
                <a:tc>
                  <a:txBody>
                    <a:bodyPr/>
                    <a:lstStyle/>
                    <a:p>
                      <a:pPr>
                        <a:buNone/>
                      </a:pPr>
                      <a:r>
                        <a:rPr lang="en-IN"/>
                        <a:t>401</a:t>
                      </a:r>
                    </a:p>
                  </a:txBody>
                  <a:tcPr anchor="ctr"/>
                </a:tc>
                <a:tc>
                  <a:txBody>
                    <a:bodyPr/>
                    <a:lstStyle/>
                    <a:p>
                      <a:pPr>
                        <a:buNone/>
                      </a:pPr>
                      <a:r>
                        <a:rPr lang="en-IN"/>
                        <a:t>Not Authenticated</a:t>
                      </a:r>
                    </a:p>
                  </a:txBody>
                  <a:tcPr anchor="ctr"/>
                </a:tc>
                <a:extLst>
                  <a:ext uri="{0D108BD9-81ED-4DB2-BD59-A6C34878D82A}">
                    <a16:rowId xmlns:a16="http://schemas.microsoft.com/office/drawing/2014/main" val="2769108976"/>
                  </a:ext>
                </a:extLst>
              </a:tr>
              <a:tr h="324000">
                <a:tc>
                  <a:txBody>
                    <a:bodyPr/>
                    <a:lstStyle/>
                    <a:p>
                      <a:pPr>
                        <a:buNone/>
                      </a:pPr>
                      <a:r>
                        <a:rPr lang="en-IN"/>
                        <a:t>403</a:t>
                      </a:r>
                    </a:p>
                  </a:txBody>
                  <a:tcPr anchor="ctr"/>
                </a:tc>
                <a:tc>
                  <a:txBody>
                    <a:bodyPr/>
                    <a:lstStyle/>
                    <a:p>
                      <a:pPr>
                        <a:buNone/>
                      </a:pPr>
                      <a:r>
                        <a:rPr lang="en-IN" dirty="0"/>
                        <a:t>Not Authorized</a:t>
                      </a:r>
                    </a:p>
                  </a:txBody>
                  <a:tcPr anchor="ctr"/>
                </a:tc>
                <a:extLst>
                  <a:ext uri="{0D108BD9-81ED-4DB2-BD59-A6C34878D82A}">
                    <a16:rowId xmlns:a16="http://schemas.microsoft.com/office/drawing/2014/main" val="2810986674"/>
                  </a:ext>
                </a:extLst>
              </a:tr>
              <a:tr h="324000">
                <a:tc>
                  <a:txBody>
                    <a:bodyPr/>
                    <a:lstStyle/>
                    <a:p>
                      <a:pPr>
                        <a:buNone/>
                      </a:pPr>
                      <a:r>
                        <a:rPr lang="en-IN"/>
                        <a:t>404</a:t>
                      </a:r>
                    </a:p>
                  </a:txBody>
                  <a:tcPr anchor="ctr"/>
                </a:tc>
                <a:tc>
                  <a:txBody>
                    <a:bodyPr/>
                    <a:lstStyle/>
                    <a:p>
                      <a:pPr>
                        <a:buNone/>
                      </a:pPr>
                      <a:r>
                        <a:rPr lang="en-IN"/>
                        <a:t>Not Found</a:t>
                      </a:r>
                    </a:p>
                  </a:txBody>
                  <a:tcPr anchor="ctr"/>
                </a:tc>
                <a:extLst>
                  <a:ext uri="{0D108BD9-81ED-4DB2-BD59-A6C34878D82A}">
                    <a16:rowId xmlns:a16="http://schemas.microsoft.com/office/drawing/2014/main" val="1959902546"/>
                  </a:ext>
                </a:extLst>
              </a:tr>
              <a:tr h="324000">
                <a:tc>
                  <a:txBody>
                    <a:bodyPr/>
                    <a:lstStyle/>
                    <a:p>
                      <a:pPr>
                        <a:buNone/>
                      </a:pPr>
                      <a:r>
                        <a:rPr lang="en-IN" dirty="0"/>
                        <a:t>429</a:t>
                      </a:r>
                    </a:p>
                  </a:txBody>
                  <a:tcPr anchor="ctr"/>
                </a:tc>
                <a:tc>
                  <a:txBody>
                    <a:bodyPr/>
                    <a:lstStyle/>
                    <a:p>
                      <a:pPr>
                        <a:buNone/>
                      </a:pPr>
                      <a:r>
                        <a:rPr lang="en-IN" dirty="0"/>
                        <a:t>Too Many Requests</a:t>
                      </a:r>
                    </a:p>
                  </a:txBody>
                  <a:tcPr anchor="ctr"/>
                </a:tc>
                <a:extLst>
                  <a:ext uri="{0D108BD9-81ED-4DB2-BD59-A6C34878D82A}">
                    <a16:rowId xmlns:a16="http://schemas.microsoft.com/office/drawing/2014/main" val="1764341001"/>
                  </a:ext>
                </a:extLst>
              </a:tr>
              <a:tr h="324000">
                <a:tc>
                  <a:txBody>
                    <a:bodyPr/>
                    <a:lstStyle/>
                    <a:p>
                      <a:pPr>
                        <a:buNone/>
                      </a:pPr>
                      <a:r>
                        <a:rPr lang="en-IN" dirty="0"/>
                        <a:t>500</a:t>
                      </a:r>
                    </a:p>
                  </a:txBody>
                  <a:tcPr anchor="ctr"/>
                </a:tc>
                <a:tc>
                  <a:txBody>
                    <a:bodyPr/>
                    <a:lstStyle/>
                    <a:p>
                      <a:pPr>
                        <a:buNone/>
                      </a:pPr>
                      <a:r>
                        <a:rPr lang="en-IN" dirty="0"/>
                        <a:t>Server Error</a:t>
                      </a:r>
                    </a:p>
                  </a:txBody>
                  <a:tcPr anchor="ctr"/>
                </a:tc>
                <a:extLst>
                  <a:ext uri="{0D108BD9-81ED-4DB2-BD59-A6C34878D82A}">
                    <a16:rowId xmlns:a16="http://schemas.microsoft.com/office/drawing/2014/main" val="2672027454"/>
                  </a:ext>
                </a:extLst>
              </a:tr>
            </a:tbl>
          </a:graphicData>
        </a:graphic>
      </p:graphicFrame>
      <p:sp>
        <p:nvSpPr>
          <p:cNvPr id="5" name="Rectangle: Rounded Corners 4">
            <a:extLst>
              <a:ext uri="{FF2B5EF4-FFF2-40B4-BE49-F238E27FC236}">
                <a16:creationId xmlns:a16="http://schemas.microsoft.com/office/drawing/2014/main" id="{290FC688-564B-1D03-0BBF-C70EEFBA33F9}"/>
              </a:ext>
            </a:extLst>
          </p:cNvPr>
          <p:cNvSpPr/>
          <p:nvPr/>
        </p:nvSpPr>
        <p:spPr>
          <a:xfrm>
            <a:off x="393978" y="4724466"/>
            <a:ext cx="4186648" cy="133278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600" b="1" dirty="0">
              <a:solidFill>
                <a:sysClr val="windowText" lastClr="000000"/>
              </a:solidFill>
            </a:endParaRPr>
          </a:p>
          <a:p>
            <a:r>
              <a:rPr lang="en-IN" sz="1400" dirty="0">
                <a:solidFill>
                  <a:sysClr val="windowText" lastClr="000000"/>
                </a:solidFill>
              </a:rPr>
              <a:t>401 → Who are you? </a:t>
            </a:r>
          </a:p>
          <a:p>
            <a:r>
              <a:rPr lang="en-IN" sz="1400" b="1" dirty="0">
                <a:solidFill>
                  <a:sysClr val="windowText" lastClr="000000"/>
                </a:solidFill>
              </a:rPr>
              <a:t>401 Unauthorized: </a:t>
            </a:r>
            <a:r>
              <a:rPr lang="en-IN" sz="1400" dirty="0">
                <a:solidFill>
                  <a:schemeClr val="accent6"/>
                </a:solidFill>
              </a:rPr>
              <a:t>No valid authentication</a:t>
            </a:r>
            <a:r>
              <a:rPr lang="en-IN" sz="1400" dirty="0">
                <a:solidFill>
                  <a:sysClr val="windowText" lastClr="000000"/>
                </a:solidFill>
              </a:rPr>
              <a:t>.</a:t>
            </a:r>
          </a:p>
          <a:p>
            <a:r>
              <a:rPr lang="en-IN" sz="1400" dirty="0">
                <a:solidFill>
                  <a:sysClr val="windowText" lastClr="000000"/>
                </a:solidFill>
              </a:rPr>
              <a:t>-----------------------------------------------------------------------</a:t>
            </a:r>
          </a:p>
          <a:p>
            <a:r>
              <a:rPr lang="en-IN" sz="1400" dirty="0">
                <a:solidFill>
                  <a:sysClr val="windowText" lastClr="000000"/>
                </a:solidFill>
              </a:rPr>
              <a:t>403 → I know who you are, but you can't do this.</a:t>
            </a:r>
          </a:p>
          <a:p>
            <a:r>
              <a:rPr lang="en-IN" sz="1400" b="1" dirty="0">
                <a:solidFill>
                  <a:sysClr val="windowText" lastClr="000000"/>
                </a:solidFill>
              </a:rPr>
              <a:t>403 Forbidden: </a:t>
            </a:r>
            <a:r>
              <a:rPr lang="en-US" sz="1400" dirty="0">
                <a:solidFill>
                  <a:sysClr val="windowText" lastClr="000000"/>
                </a:solidFill>
              </a:rPr>
              <a:t>User is authenticated </a:t>
            </a:r>
            <a:r>
              <a:rPr lang="en-US" sz="1400" dirty="0">
                <a:solidFill>
                  <a:schemeClr val="accent6"/>
                </a:solidFill>
              </a:rPr>
              <a:t>but doesn't have permission.</a:t>
            </a:r>
            <a:endParaRPr lang="en-IN" sz="1400" dirty="0">
              <a:solidFill>
                <a:schemeClr val="accent6"/>
              </a:solidFill>
            </a:endParaRPr>
          </a:p>
          <a:p>
            <a:endParaRPr lang="en-IN" dirty="0">
              <a:solidFill>
                <a:sysClr val="windowText" lastClr="000000"/>
              </a:solidFill>
            </a:endParaRPr>
          </a:p>
        </p:txBody>
      </p:sp>
      <p:pic>
        <p:nvPicPr>
          <p:cNvPr id="9" name="Picture 8">
            <a:extLst>
              <a:ext uri="{FF2B5EF4-FFF2-40B4-BE49-F238E27FC236}">
                <a16:creationId xmlns:a16="http://schemas.microsoft.com/office/drawing/2014/main" id="{6F6F3CA8-330E-9BEC-137F-07665F3F0DF8}"/>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4650806" y="1280383"/>
            <a:ext cx="4393287" cy="4776865"/>
          </a:xfrm>
          <a:prstGeom prst="rect">
            <a:avLst/>
          </a:prstGeom>
        </p:spPr>
      </p:pic>
    </p:spTree>
    <p:extLst>
      <p:ext uri="{BB962C8B-B14F-4D97-AF65-F5344CB8AC3E}">
        <p14:creationId xmlns:p14="http://schemas.microsoft.com/office/powerpoint/2010/main" val="156711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89F935-80CC-6AA2-7342-A1C8CF34A8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57" y="820468"/>
            <a:ext cx="4604021" cy="5591175"/>
          </a:xfrm>
          <a:prstGeom prst="rect">
            <a:avLst/>
          </a:prstGeom>
        </p:spPr>
      </p:pic>
      <p:sp>
        <p:nvSpPr>
          <p:cNvPr id="3" name="Title 2">
            <a:extLst>
              <a:ext uri="{FF2B5EF4-FFF2-40B4-BE49-F238E27FC236}">
                <a16:creationId xmlns:a16="http://schemas.microsoft.com/office/drawing/2014/main" id="{C03201F7-EE5C-D532-F298-EE159415BA25}"/>
              </a:ext>
            </a:extLst>
          </p:cNvPr>
          <p:cNvSpPr>
            <a:spLocks noGrp="1"/>
          </p:cNvSpPr>
          <p:nvPr>
            <p:ph type="title"/>
          </p:nvPr>
        </p:nvSpPr>
        <p:spPr/>
        <p:txBody>
          <a:bodyPr/>
          <a:lstStyle/>
          <a:p>
            <a:r>
              <a:rPr lang="en-US" dirty="0"/>
              <a:t>In a nutshell</a:t>
            </a:r>
            <a:endParaRPr lang="en-IN" dirty="0"/>
          </a:p>
        </p:txBody>
      </p:sp>
      <p:sp>
        <p:nvSpPr>
          <p:cNvPr id="2" name="TextBox 1">
            <a:extLst>
              <a:ext uri="{FF2B5EF4-FFF2-40B4-BE49-F238E27FC236}">
                <a16:creationId xmlns:a16="http://schemas.microsoft.com/office/drawing/2014/main" id="{B9F30D27-657D-4FE8-A247-E029CF795CF7}"/>
              </a:ext>
            </a:extLst>
          </p:cNvPr>
          <p:cNvSpPr txBox="1"/>
          <p:nvPr/>
        </p:nvSpPr>
        <p:spPr>
          <a:xfrm>
            <a:off x="4839419" y="820468"/>
            <a:ext cx="1811547" cy="369332"/>
          </a:xfrm>
          <a:prstGeom prst="rect">
            <a:avLst/>
          </a:prstGeom>
          <a:noFill/>
        </p:spPr>
        <p:txBody>
          <a:bodyPr wrap="square" rtlCol="0">
            <a:spAutoFit/>
          </a:bodyPr>
          <a:lstStyle/>
          <a:p>
            <a:r>
              <a:rPr lang="en-IN" b="1" dirty="0"/>
              <a:t>Project Structure</a:t>
            </a:r>
          </a:p>
        </p:txBody>
      </p:sp>
      <p:pic>
        <p:nvPicPr>
          <p:cNvPr id="9" name="Picture 8">
            <a:extLst>
              <a:ext uri="{FF2B5EF4-FFF2-40B4-BE49-F238E27FC236}">
                <a16:creationId xmlns:a16="http://schemas.microsoft.com/office/drawing/2014/main" id="{0CCE75A1-13AF-8C03-0B8C-9ED8EB06B05E}"/>
              </a:ext>
            </a:extLst>
          </p:cNvPr>
          <p:cNvPicPr>
            <a:picLocks noChangeAspect="1"/>
          </p:cNvPicPr>
          <p:nvPr/>
        </p:nvPicPr>
        <p:blipFill>
          <a:blip r:embed="rId3">
            <a:extLst>
              <a:ext uri="{28A0092B-C50C-407E-A947-70E740481C1C}">
                <a14:useLocalDpi xmlns:a14="http://schemas.microsoft.com/office/drawing/2010/main" val="0"/>
              </a:ext>
            </a:extLst>
          </a:blip>
          <a:srcRect l="4953" t="10370"/>
          <a:stretch>
            <a:fillRect/>
          </a:stretch>
        </p:blipFill>
        <p:spPr>
          <a:xfrm>
            <a:off x="4839419" y="1189800"/>
            <a:ext cx="5031208" cy="4972961"/>
          </a:xfrm>
          <a:prstGeom prst="rect">
            <a:avLst/>
          </a:prstGeom>
        </p:spPr>
      </p:pic>
    </p:spTree>
    <p:extLst>
      <p:ext uri="{BB962C8B-B14F-4D97-AF65-F5344CB8AC3E}">
        <p14:creationId xmlns:p14="http://schemas.microsoft.com/office/powerpoint/2010/main" val="425819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20384"/>
            <a:ext cx="4646358" cy="734653"/>
          </a:xfrm>
        </p:spPr>
        <p:txBody>
          <a:bodyPr/>
          <a:lstStyle/>
          <a:p>
            <a:r>
              <a:rPr lang="en-US" dirty="0"/>
              <a:t>Building RESTful APIs with ASP.NET Core</a:t>
            </a:r>
          </a:p>
          <a:p>
            <a:r>
              <a:rPr lang="en-US" dirty="0"/>
              <a:t>#</a:t>
            </a:r>
            <a:r>
              <a:rPr lang="en-IN" dirty="0"/>
              <a:t>2505CS311</a:t>
            </a:r>
            <a:endParaRPr lang="en-US" dirty="0"/>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madhuresh.fichadiya@darshan.ac.in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8866961282</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a:t>Computer Science &amp; Engineering Department</a:t>
            </a:r>
            <a:endParaRPr lang="en-US" dirty="0"/>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Madhuresh R Fichadiya</a:t>
            </a:r>
            <a:endParaRPr lang="en-IN" dirty="0"/>
          </a:p>
        </p:txBody>
      </p:sp>
      <p:sp>
        <p:nvSpPr>
          <p:cNvPr id="3" name="Picture Placeholder 2">
            <a:extLst>
              <a:ext uri="{FF2B5EF4-FFF2-40B4-BE49-F238E27FC236}">
                <a16:creationId xmlns:a16="http://schemas.microsoft.com/office/drawing/2014/main" id="{322D85D7-FA94-187E-3F63-06F41277FEBB}"/>
              </a:ext>
            </a:extLst>
          </p:cNvPr>
          <p:cNvSpPr>
            <a:spLocks noGrp="1"/>
          </p:cNvSpPr>
          <p:nvPr>
            <p:ph type="pic" sz="quarter" idx="10"/>
          </p:nvPr>
        </p:nvSpPr>
        <p:spPr/>
      </p:sp>
      <p:pic>
        <p:nvPicPr>
          <p:cNvPr id="8" name="Picture Placeholder 1">
            <a:extLst>
              <a:ext uri="{FF2B5EF4-FFF2-40B4-BE49-F238E27FC236}">
                <a16:creationId xmlns:a16="http://schemas.microsoft.com/office/drawing/2014/main" id="{B577C16D-B406-1D10-0F2D-ED026472A7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0638"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2770756355"/>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11494</TotalTime>
  <Words>2341</Words>
  <Application>Microsoft Office PowerPoint</Application>
  <PresentationFormat>Widescreen</PresentationFormat>
  <Paragraphs>343</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Calibri</vt:lpstr>
      <vt:lpstr>Cascadia Mono</vt:lpstr>
      <vt:lpstr>Wingdings</vt:lpstr>
      <vt:lpstr>Roboto Condensed</vt:lpstr>
      <vt:lpstr>Roboto Condensed Light</vt:lpstr>
      <vt:lpstr>Wingdings 3</vt:lpstr>
      <vt:lpstr>Wingdings 2</vt:lpstr>
      <vt:lpstr>Arial</vt:lpstr>
      <vt:lpstr>Office Theme</vt:lpstr>
      <vt:lpstr>Unit-4  Authentication, Authorization &amp; Security</vt:lpstr>
      <vt:lpstr>PowerPoint Presentation</vt:lpstr>
      <vt:lpstr>Why API Security?</vt:lpstr>
      <vt:lpstr>Why API Security?</vt:lpstr>
      <vt:lpstr>Authentication v/s Authorization </vt:lpstr>
      <vt:lpstr>Example</vt:lpstr>
      <vt:lpstr>JWT (JSON Web Token) Authentication</vt:lpstr>
      <vt:lpstr>JSON Web Token (JWT)</vt:lpstr>
      <vt:lpstr>JSON Web Token (JWT) Cont..</vt:lpstr>
      <vt:lpstr>JSON Web Token (JWT) Cont..</vt:lpstr>
      <vt:lpstr>JSON Web Token (JWT) Format/Structure</vt:lpstr>
      <vt:lpstr>Role-Based Authorization (Authorization based on the user's role. )</vt:lpstr>
      <vt:lpstr>Why Role is Required?</vt:lpstr>
      <vt:lpstr>What is a Role?</vt:lpstr>
      <vt:lpstr>Example – Assigning Rights to Roles</vt:lpstr>
      <vt:lpstr>Role-Based Access Control (RBAC)</vt:lpstr>
      <vt:lpstr>Role-Based Access Control (RBAC) Cont..</vt:lpstr>
      <vt:lpstr>Flow of RBAC in .NET Core</vt:lpstr>
      <vt:lpstr>Role-Based Access Control (RBAC) Cont..</vt:lpstr>
      <vt:lpstr>Role-Based Access Control (RBAC) Cont..</vt:lpstr>
      <vt:lpstr>Role-Based Access Control (RBAC) Cont..</vt:lpstr>
      <vt:lpstr>Role-Based Access Control (RBAC) Cont..</vt:lpstr>
      <vt:lpstr>Summary | RBAC</vt:lpstr>
      <vt:lpstr>Refresh Tokens</vt:lpstr>
      <vt:lpstr>Refresh Token Basics</vt:lpstr>
      <vt:lpstr>Refresh Token Flow</vt:lpstr>
      <vt:lpstr>CORS &amp; HTTPs Configuration </vt:lpstr>
      <vt:lpstr>CORS (Cross-Origin Resource Sharing)</vt:lpstr>
      <vt:lpstr>CORS (Cross-Origin Resource Sharing) Cont..</vt:lpstr>
      <vt:lpstr>CORS (Cross-Origin Resource Sharing) Cont..</vt:lpstr>
      <vt:lpstr>Secure API Practices</vt:lpstr>
      <vt:lpstr>Secure API Practices</vt:lpstr>
      <vt:lpstr>Proper HTTP Status Codes | Remember</vt:lpstr>
      <vt:lpstr>In a nutshell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Madhuresh Fichadiya</cp:lastModifiedBy>
  <cp:revision>1015</cp:revision>
  <dcterms:created xsi:type="dcterms:W3CDTF">2020-05-01T05:09:15Z</dcterms:created>
  <dcterms:modified xsi:type="dcterms:W3CDTF">2026-09-12T05:01:08Z</dcterms:modified>
</cp:coreProperties>
</file>