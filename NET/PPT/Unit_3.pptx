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notesMasterIdLst>
    <p:notesMasterId r:id="rId54"/>
  </p:notesMasterIdLst>
  <p:sldIdLst>
    <p:sldId id="574" r:id="rId2"/>
    <p:sldId id="575" r:id="rId3"/>
    <p:sldId id="631" r:id="rId4"/>
    <p:sldId id="639" r:id="rId5"/>
    <p:sldId id="640" r:id="rId6"/>
    <p:sldId id="632" r:id="rId7"/>
    <p:sldId id="586" r:id="rId8"/>
    <p:sldId id="633" r:id="rId9"/>
    <p:sldId id="637" r:id="rId10"/>
    <p:sldId id="638" r:id="rId11"/>
    <p:sldId id="642" r:id="rId12"/>
    <p:sldId id="641" r:id="rId13"/>
    <p:sldId id="646" r:id="rId14"/>
    <p:sldId id="647" r:id="rId15"/>
    <p:sldId id="648" r:id="rId16"/>
    <p:sldId id="649" r:id="rId17"/>
    <p:sldId id="650" r:id="rId18"/>
    <p:sldId id="651" r:id="rId19"/>
    <p:sldId id="660" r:id="rId20"/>
    <p:sldId id="652" r:id="rId21"/>
    <p:sldId id="653" r:id="rId22"/>
    <p:sldId id="661" r:id="rId23"/>
    <p:sldId id="576" r:id="rId24"/>
    <p:sldId id="578" r:id="rId25"/>
    <p:sldId id="579" r:id="rId26"/>
    <p:sldId id="645" r:id="rId27"/>
    <p:sldId id="643" r:id="rId28"/>
    <p:sldId id="580" r:id="rId29"/>
    <p:sldId id="644" r:id="rId30"/>
    <p:sldId id="603" r:id="rId31"/>
    <p:sldId id="604" r:id="rId32"/>
    <p:sldId id="606" r:id="rId33"/>
    <p:sldId id="607" r:id="rId34"/>
    <p:sldId id="608" r:id="rId35"/>
    <p:sldId id="656" r:id="rId36"/>
    <p:sldId id="610" r:id="rId37"/>
    <p:sldId id="657" r:id="rId38"/>
    <p:sldId id="611" r:id="rId39"/>
    <p:sldId id="658" r:id="rId40"/>
    <p:sldId id="659" r:id="rId41"/>
    <p:sldId id="615" r:id="rId42"/>
    <p:sldId id="616" r:id="rId43"/>
    <p:sldId id="617" r:id="rId44"/>
    <p:sldId id="618" r:id="rId45"/>
    <p:sldId id="619" r:id="rId46"/>
    <p:sldId id="623" r:id="rId47"/>
    <p:sldId id="624" r:id="rId48"/>
    <p:sldId id="625" r:id="rId49"/>
    <p:sldId id="626" r:id="rId50"/>
    <p:sldId id="627" r:id="rId51"/>
    <p:sldId id="628" r:id="rId52"/>
    <p:sldId id="629" r:id="rId53"/>
  </p:sldIdLst>
  <p:sldSz cx="12192000" cy="6858000"/>
  <p:notesSz cx="6858000" cy="9144000"/>
  <p:embeddedFontLst>
    <p:embeddedFont>
      <p:font typeface="Cascadia Mono" panose="020B0609020000020004" pitchFamily="49" charset="0"/>
      <p:regular r:id="rId55"/>
      <p:bold r:id="rId56"/>
      <p:italic r:id="rId57"/>
      <p:boldItalic r:id="rId58"/>
    </p:embeddedFont>
    <p:embeddedFont>
      <p:font typeface="Roboto Condensed" panose="02000000000000000000" pitchFamily="2" charset="0"/>
      <p:regular r:id="rId59"/>
      <p:bold r:id="rId60"/>
      <p:italic r:id="rId61"/>
      <p:boldItalic r:id="rId62"/>
    </p:embeddedFont>
    <p:embeddedFont>
      <p:font typeface="Roboto Condensed Light" panose="02000000000000000000" pitchFamily="2" charset="0"/>
      <p:regular r:id="rId63"/>
    </p:embeddedFont>
    <p:embeddedFont>
      <p:font typeface="Wingdings 2" panose="05020102010507070707" pitchFamily="18" charset="2"/>
      <p:regular r:id="rId64"/>
    </p:embeddedFont>
    <p:embeddedFont>
      <p:font typeface="Wingdings 3" panose="05040102010807070707" pitchFamily="18" charset="2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bnOqwMgioxK/8OC4u6dZOw==" hashData="k+ABZcY9MrhWF5vel9DKj1r6aVDXugsHcNkL4M7jEnMgIERTShDDa+9Xsw/TtOqH4fDkdgJfjBl8SJezjCq18A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4337"/>
    <a:srgbClr val="890E4F"/>
    <a:srgbClr val="FA6060"/>
    <a:srgbClr val="301B92"/>
    <a:srgbClr val="673BB7"/>
    <a:srgbClr val="607D8B"/>
    <a:srgbClr val="ED524F"/>
    <a:srgbClr val="B71B1C"/>
    <a:srgbClr val="D81A60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9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mish Vadodariya" userId="d2e325c0593a319e" providerId="LiveId" clId="{E1748CB8-6BF5-4F7F-80E7-7DC838247FE4}"/>
    <pc:docChg chg="undo custSel addSld delSld modSld">
      <pc:chgData name="Naimish Vadodariya" userId="d2e325c0593a319e" providerId="LiveId" clId="{E1748CB8-6BF5-4F7F-80E7-7DC838247FE4}" dt="2026-08-19T07:09:22.181" v="2626"/>
      <pc:docMkLst>
        <pc:docMk/>
      </pc:docMkLst>
      <pc:sldChg chg="modSp">
        <pc:chgData name="Naimish Vadodariya" userId="d2e325c0593a319e" providerId="LiveId" clId="{E1748CB8-6BF5-4F7F-80E7-7DC838247FE4}" dt="2026-08-18T07:09:48.059" v="1670" actId="20577"/>
        <pc:sldMkLst>
          <pc:docMk/>
          <pc:sldMk cId="1232372448" sldId="575"/>
        </pc:sldMkLst>
        <pc:spChg chg="mod">
          <ac:chgData name="Naimish Vadodariya" userId="d2e325c0593a319e" providerId="LiveId" clId="{E1748CB8-6BF5-4F7F-80E7-7DC838247FE4}" dt="2026-08-18T07:09:48.059" v="1670" actId="20577"/>
          <ac:spMkLst>
            <pc:docMk/>
            <pc:sldMk cId="1232372448" sldId="575"/>
            <ac:spMk id="9" creationId="{BDA2F9A4-6988-4274-8384-12496EC9D59D}"/>
          </ac:spMkLst>
        </pc:spChg>
      </pc:sldChg>
      <pc:sldChg chg="modSp mod">
        <pc:chgData name="Naimish Vadodariya" userId="d2e325c0593a319e" providerId="LiveId" clId="{E1748CB8-6BF5-4F7F-80E7-7DC838247FE4}" dt="2026-08-12T06:22:00.220" v="1602" actId="20577"/>
        <pc:sldMkLst>
          <pc:docMk/>
          <pc:sldMk cId="1050952172" sldId="603"/>
        </pc:sldMkLst>
        <pc:spChg chg="mod">
          <ac:chgData name="Naimish Vadodariya" userId="d2e325c0593a319e" providerId="LiveId" clId="{E1748CB8-6BF5-4F7F-80E7-7DC838247FE4}" dt="2026-08-12T06:22:00.220" v="1602" actId="20577"/>
          <ac:spMkLst>
            <pc:docMk/>
            <pc:sldMk cId="1050952172" sldId="603"/>
            <ac:spMk id="5" creationId="{00000000-0000-0000-0000-000000000000}"/>
          </ac:spMkLst>
        </pc:spChg>
      </pc:sldChg>
      <pc:sldChg chg="del">
        <pc:chgData name="Naimish Vadodariya" userId="d2e325c0593a319e" providerId="LiveId" clId="{E1748CB8-6BF5-4F7F-80E7-7DC838247FE4}" dt="2026-08-18T07:49:06.578" v="2159" actId="47"/>
        <pc:sldMkLst>
          <pc:docMk/>
          <pc:sldMk cId="3089832403" sldId="605"/>
        </pc:sldMkLst>
      </pc:sldChg>
      <pc:sldChg chg="addSp delSp modSp mod addAnim delAnim modAnim">
        <pc:chgData name="Naimish Vadodariya" userId="d2e325c0593a319e" providerId="LiveId" clId="{E1748CB8-6BF5-4F7F-80E7-7DC838247FE4}" dt="2026-08-18T08:08:33.800" v="2314" actId="20577"/>
        <pc:sldMkLst>
          <pc:docMk/>
          <pc:sldMk cId="2381280803" sldId="606"/>
        </pc:sldMkLst>
        <pc:spChg chg="mod">
          <ac:chgData name="Naimish Vadodariya" userId="d2e325c0593a319e" providerId="LiveId" clId="{E1748CB8-6BF5-4F7F-80E7-7DC838247FE4}" dt="2026-08-18T08:08:33.800" v="2314" actId="20577"/>
          <ac:spMkLst>
            <pc:docMk/>
            <pc:sldMk cId="2381280803" sldId="606"/>
            <ac:spMk id="2" creationId="{00000000-0000-0000-0000-000000000000}"/>
          </ac:spMkLst>
        </pc:spChg>
        <pc:spChg chg="del mod">
          <ac:chgData name="Naimish Vadodariya" userId="d2e325c0593a319e" providerId="LiveId" clId="{E1748CB8-6BF5-4F7F-80E7-7DC838247FE4}" dt="2026-08-18T07:27:29.023" v="2120" actId="478"/>
          <ac:spMkLst>
            <pc:docMk/>
            <pc:sldMk cId="2381280803" sldId="606"/>
            <ac:spMk id="5" creationId="{00000000-0000-0000-0000-000000000000}"/>
          </ac:spMkLst>
        </pc:spChg>
        <pc:spChg chg="add mod">
          <ac:chgData name="Naimish Vadodariya" userId="d2e325c0593a319e" providerId="LiveId" clId="{E1748CB8-6BF5-4F7F-80E7-7DC838247FE4}" dt="2026-08-18T07:34:19.682" v="2141" actId="1582"/>
          <ac:spMkLst>
            <pc:docMk/>
            <pc:sldMk cId="2381280803" sldId="606"/>
            <ac:spMk id="9" creationId="{6B0CA1C1-A488-2CA5-7F6C-09CF054BEB19}"/>
          </ac:spMkLst>
        </pc:spChg>
        <pc:spChg chg="add mod">
          <ac:chgData name="Naimish Vadodariya" userId="d2e325c0593a319e" providerId="LiveId" clId="{E1748CB8-6BF5-4F7F-80E7-7DC838247FE4}" dt="2026-08-18T07:34:19.682" v="2141" actId="1582"/>
          <ac:spMkLst>
            <pc:docMk/>
            <pc:sldMk cId="2381280803" sldId="606"/>
            <ac:spMk id="14" creationId="{0154EAAA-482F-0EAF-FECE-8759544EB33A}"/>
          </ac:spMkLst>
        </pc:spChg>
        <pc:spChg chg="add mod">
          <ac:chgData name="Naimish Vadodariya" userId="d2e325c0593a319e" providerId="LiveId" clId="{E1748CB8-6BF5-4F7F-80E7-7DC838247FE4}" dt="2026-08-18T07:34:19.682" v="2141" actId="1582"/>
          <ac:spMkLst>
            <pc:docMk/>
            <pc:sldMk cId="2381280803" sldId="606"/>
            <ac:spMk id="16" creationId="{36BBBBB6-297A-0B0B-2F9D-4892FFA107DA}"/>
          </ac:spMkLst>
        </pc:spChg>
        <pc:spChg chg="add mod">
          <ac:chgData name="Naimish Vadodariya" userId="d2e325c0593a319e" providerId="LiveId" clId="{E1748CB8-6BF5-4F7F-80E7-7DC838247FE4}" dt="2026-08-18T07:34:19.682" v="2141" actId="1582"/>
          <ac:spMkLst>
            <pc:docMk/>
            <pc:sldMk cId="2381280803" sldId="606"/>
            <ac:spMk id="18" creationId="{F85CE390-23B8-0E8D-93FE-D64F27FC0279}"/>
          </ac:spMkLst>
        </pc:spChg>
        <pc:picChg chg="del">
          <ac:chgData name="Naimish Vadodariya" userId="d2e325c0593a319e" providerId="LiveId" clId="{E1748CB8-6BF5-4F7F-80E7-7DC838247FE4}" dt="2026-08-18T07:27:27.262" v="2119" actId="478"/>
          <ac:picMkLst>
            <pc:docMk/>
            <pc:sldMk cId="2381280803" sldId="606"/>
            <ac:picMk id="6" creationId="{00000000-0000-0000-0000-000000000000}"/>
          </ac:picMkLst>
        </pc:picChg>
        <pc:picChg chg="del">
          <ac:chgData name="Naimish Vadodariya" userId="d2e325c0593a319e" providerId="LiveId" clId="{E1748CB8-6BF5-4F7F-80E7-7DC838247FE4}" dt="2026-08-18T07:14:50.283" v="1908" actId="478"/>
          <ac:picMkLst>
            <pc:docMk/>
            <pc:sldMk cId="2381280803" sldId="606"/>
            <ac:picMk id="7" creationId="{00000000-0000-0000-0000-000000000000}"/>
          </ac:picMkLst>
        </pc:picChg>
        <pc:picChg chg="add mod">
          <ac:chgData name="Naimish Vadodariya" userId="d2e325c0593a319e" providerId="LiveId" clId="{E1748CB8-6BF5-4F7F-80E7-7DC838247FE4}" dt="2026-08-18T07:34:26.391" v="2142" actId="208"/>
          <ac:picMkLst>
            <pc:docMk/>
            <pc:sldMk cId="2381280803" sldId="606"/>
            <ac:picMk id="8" creationId="{1D1082EB-CB06-6F6C-C188-B29AAA1380E3}"/>
          </ac:picMkLst>
        </pc:picChg>
        <pc:picChg chg="del">
          <ac:chgData name="Naimish Vadodariya" userId="d2e325c0593a319e" providerId="LiveId" clId="{E1748CB8-6BF5-4F7F-80E7-7DC838247FE4}" dt="2026-08-18T07:14:51.515" v="1909" actId="478"/>
          <ac:picMkLst>
            <pc:docMk/>
            <pc:sldMk cId="2381280803" sldId="606"/>
            <ac:picMk id="10" creationId="{00000000-0000-0000-0000-000000000000}"/>
          </ac:picMkLst>
        </pc:picChg>
        <pc:picChg chg="del">
          <ac:chgData name="Naimish Vadodariya" userId="d2e325c0593a319e" providerId="LiveId" clId="{E1748CB8-6BF5-4F7F-80E7-7DC838247FE4}" dt="2026-08-18T07:14:52.745" v="1910" actId="478"/>
          <ac:picMkLst>
            <pc:docMk/>
            <pc:sldMk cId="2381280803" sldId="606"/>
            <ac:picMk id="11" creationId="{00000000-0000-0000-0000-000000000000}"/>
          </ac:picMkLst>
        </pc:picChg>
        <pc:picChg chg="mod">
          <ac:chgData name="Naimish Vadodariya" userId="d2e325c0593a319e" providerId="LiveId" clId="{E1748CB8-6BF5-4F7F-80E7-7DC838247FE4}" dt="2026-08-18T07:33:11.914" v="2129" actId="1076"/>
          <ac:picMkLst>
            <pc:docMk/>
            <pc:sldMk cId="2381280803" sldId="606"/>
            <ac:picMk id="12" creationId="{00000000-0000-0000-0000-000000000000}"/>
          </ac:picMkLst>
        </pc:picChg>
      </pc:sldChg>
      <pc:sldChg chg="addSp delSp modSp mod modAnim">
        <pc:chgData name="Naimish Vadodariya" userId="d2e325c0593a319e" providerId="LiveId" clId="{E1748CB8-6BF5-4F7F-80E7-7DC838247FE4}" dt="2026-08-19T06:48:45.510" v="2496"/>
        <pc:sldMkLst>
          <pc:docMk/>
          <pc:sldMk cId="3369868143" sldId="607"/>
        </pc:sldMkLst>
        <pc:spChg chg="mod">
          <ac:chgData name="Naimish Vadodariya" userId="d2e325c0593a319e" providerId="LiveId" clId="{E1748CB8-6BF5-4F7F-80E7-7DC838247FE4}" dt="2026-08-18T07:48:07.704" v="2148" actId="20577"/>
          <ac:spMkLst>
            <pc:docMk/>
            <pc:sldMk cId="3369868143" sldId="607"/>
            <ac:spMk id="3" creationId="{00000000-0000-0000-0000-000000000000}"/>
          </ac:spMkLst>
        </pc:spChg>
        <pc:spChg chg="mod ord">
          <ac:chgData name="Naimish Vadodariya" userId="d2e325c0593a319e" providerId="LiveId" clId="{E1748CB8-6BF5-4F7F-80E7-7DC838247FE4}" dt="2026-08-18T07:48:56.771" v="2158" actId="1582"/>
          <ac:spMkLst>
            <pc:docMk/>
            <pc:sldMk cId="3369868143" sldId="607"/>
            <ac:spMk id="5" creationId="{00000000-0000-0000-0000-000000000000}"/>
          </ac:spMkLst>
        </pc:spChg>
        <pc:spChg chg="add del mod">
          <ac:chgData name="Naimish Vadodariya" userId="d2e325c0593a319e" providerId="LiveId" clId="{E1748CB8-6BF5-4F7F-80E7-7DC838247FE4}" dt="2026-08-18T07:48:00.919" v="2145" actId="478"/>
          <ac:spMkLst>
            <pc:docMk/>
            <pc:sldMk cId="3369868143" sldId="607"/>
            <ac:spMk id="6" creationId="{2A001278-C006-C566-833C-DA2CCECD1D35}"/>
          </ac:spMkLst>
        </pc:spChg>
        <pc:picChg chg="del">
          <ac:chgData name="Naimish Vadodariya" userId="d2e325c0593a319e" providerId="LiveId" clId="{E1748CB8-6BF5-4F7F-80E7-7DC838247FE4}" dt="2026-08-18T07:47:53.266" v="2143" actId="478"/>
          <ac:picMkLst>
            <pc:docMk/>
            <pc:sldMk cId="3369868143" sldId="607"/>
            <ac:picMk id="4" creationId="{00000000-0000-0000-0000-000000000000}"/>
          </ac:picMkLst>
        </pc:picChg>
        <pc:picChg chg="add mod">
          <ac:chgData name="Naimish Vadodariya" userId="d2e325c0593a319e" providerId="LiveId" clId="{E1748CB8-6BF5-4F7F-80E7-7DC838247FE4}" dt="2026-08-19T06:48:38.365" v="2494" actId="208"/>
          <ac:picMkLst>
            <pc:docMk/>
            <pc:sldMk cId="3369868143" sldId="607"/>
            <ac:picMk id="8" creationId="{C6873B93-BEC9-8CA2-31A9-423A104C8AAA}"/>
          </ac:picMkLst>
        </pc:picChg>
      </pc:sldChg>
      <pc:sldChg chg="addSp delSp modSp mod modAnim">
        <pc:chgData name="Naimish Vadodariya" userId="d2e325c0593a319e" providerId="LiveId" clId="{E1748CB8-6BF5-4F7F-80E7-7DC838247FE4}" dt="2026-08-19T06:49:24.411" v="2503"/>
        <pc:sldMkLst>
          <pc:docMk/>
          <pc:sldMk cId="633842140" sldId="608"/>
        </pc:sldMkLst>
        <pc:spChg chg="mod">
          <ac:chgData name="Naimish Vadodariya" userId="d2e325c0593a319e" providerId="LiveId" clId="{E1748CB8-6BF5-4F7F-80E7-7DC838247FE4}" dt="2026-08-18T08:00:49.949" v="2211" actId="20577"/>
          <ac:spMkLst>
            <pc:docMk/>
            <pc:sldMk cId="633842140" sldId="608"/>
            <ac:spMk id="3" creationId="{00000000-0000-0000-0000-000000000000}"/>
          </ac:spMkLst>
        </pc:spChg>
        <pc:spChg chg="del">
          <ac:chgData name="Naimish Vadodariya" userId="d2e325c0593a319e" providerId="LiveId" clId="{E1748CB8-6BF5-4F7F-80E7-7DC838247FE4}" dt="2026-08-18T07:52:57.387" v="2171" actId="21"/>
          <ac:spMkLst>
            <pc:docMk/>
            <pc:sldMk cId="633842140" sldId="608"/>
            <ac:spMk id="5" creationId="{00000000-0000-0000-0000-000000000000}"/>
          </ac:spMkLst>
        </pc:spChg>
        <pc:spChg chg="add del mod">
          <ac:chgData name="Naimish Vadodariya" userId="d2e325c0593a319e" providerId="LiveId" clId="{E1748CB8-6BF5-4F7F-80E7-7DC838247FE4}" dt="2026-08-18T07:52:45.583" v="2167" actId="478"/>
          <ac:spMkLst>
            <pc:docMk/>
            <pc:sldMk cId="633842140" sldId="608"/>
            <ac:spMk id="6" creationId="{589732C2-46F4-6A91-B682-1790B0DBF246}"/>
          </ac:spMkLst>
        </pc:spChg>
        <pc:spChg chg="mod">
          <ac:chgData name="Naimish Vadodariya" userId="d2e325c0593a319e" providerId="LiveId" clId="{E1748CB8-6BF5-4F7F-80E7-7DC838247FE4}" dt="2026-08-18T08:03:27.495" v="2246" actId="1076"/>
          <ac:spMkLst>
            <pc:docMk/>
            <pc:sldMk cId="633842140" sldId="608"/>
            <ac:spMk id="8" creationId="{00000000-0000-0000-0000-000000000000}"/>
          </ac:spMkLst>
        </pc:spChg>
        <pc:spChg chg="add del mod">
          <ac:chgData name="Naimish Vadodariya" userId="d2e325c0593a319e" providerId="LiveId" clId="{E1748CB8-6BF5-4F7F-80E7-7DC838247FE4}" dt="2026-08-18T08:02:03.251" v="2219" actId="21"/>
          <ac:spMkLst>
            <pc:docMk/>
            <pc:sldMk cId="633842140" sldId="608"/>
            <ac:spMk id="12" creationId="{2A8B244E-9804-026B-A131-7A8A2B0C500E}"/>
          </ac:spMkLst>
        </pc:spChg>
        <pc:spChg chg="add mod">
          <ac:chgData name="Naimish Vadodariya" userId="d2e325c0593a319e" providerId="LiveId" clId="{E1748CB8-6BF5-4F7F-80E7-7DC838247FE4}" dt="2026-08-18T07:54:04.069" v="2182" actId="14100"/>
          <ac:spMkLst>
            <pc:docMk/>
            <pc:sldMk cId="633842140" sldId="608"/>
            <ac:spMk id="16" creationId="{1591E06C-819A-24F1-8E45-9D4FF34AD77C}"/>
          </ac:spMkLst>
        </pc:spChg>
        <pc:spChg chg="add mod">
          <ac:chgData name="Naimish Vadodariya" userId="d2e325c0593a319e" providerId="LiveId" clId="{E1748CB8-6BF5-4F7F-80E7-7DC838247FE4}" dt="2026-08-18T07:54:26.329" v="2188" actId="14100"/>
          <ac:spMkLst>
            <pc:docMk/>
            <pc:sldMk cId="633842140" sldId="608"/>
            <ac:spMk id="18" creationId="{8579412F-19CC-91C5-2063-0EBEA30B4DBF}"/>
          </ac:spMkLst>
        </pc:spChg>
        <pc:spChg chg="add mod">
          <ac:chgData name="Naimish Vadodariya" userId="d2e325c0593a319e" providerId="LiveId" clId="{E1748CB8-6BF5-4F7F-80E7-7DC838247FE4}" dt="2026-08-18T07:54:37.353" v="2191" actId="14100"/>
          <ac:spMkLst>
            <pc:docMk/>
            <pc:sldMk cId="633842140" sldId="608"/>
            <ac:spMk id="20" creationId="{87F4FC59-17C3-9AF6-9074-8C5AAA1FCF86}"/>
          </ac:spMkLst>
        </pc:spChg>
        <pc:spChg chg="add mod">
          <ac:chgData name="Naimish Vadodariya" userId="d2e325c0593a319e" providerId="LiveId" clId="{E1748CB8-6BF5-4F7F-80E7-7DC838247FE4}" dt="2026-08-18T08:02:54.316" v="2242" actId="1076"/>
          <ac:spMkLst>
            <pc:docMk/>
            <pc:sldMk cId="633842140" sldId="608"/>
            <ac:spMk id="24" creationId="{1763936C-6768-701E-F1C3-228EEDFC2C54}"/>
          </ac:spMkLst>
        </pc:spChg>
        <pc:spChg chg="add mod">
          <ac:chgData name="Naimish Vadodariya" userId="d2e325c0593a319e" providerId="LiveId" clId="{E1748CB8-6BF5-4F7F-80E7-7DC838247FE4}" dt="2026-08-18T08:02:46.163" v="2241" actId="1076"/>
          <ac:spMkLst>
            <pc:docMk/>
            <pc:sldMk cId="633842140" sldId="608"/>
            <ac:spMk id="26" creationId="{A3CD0805-035B-7CF4-3863-B7F90DF0753E}"/>
          </ac:spMkLst>
        </pc:spChg>
        <pc:spChg chg="add mod">
          <ac:chgData name="Naimish Vadodariya" userId="d2e325c0593a319e" providerId="LiveId" clId="{E1748CB8-6BF5-4F7F-80E7-7DC838247FE4}" dt="2026-08-18T08:05:30.720" v="2273" actId="1035"/>
          <ac:spMkLst>
            <pc:docMk/>
            <pc:sldMk cId="633842140" sldId="608"/>
            <ac:spMk id="30" creationId="{E704A4F6-876E-4156-A799-63D0756BCD04}"/>
          </ac:spMkLst>
        </pc:spChg>
        <pc:picChg chg="del">
          <ac:chgData name="Naimish Vadodariya" userId="d2e325c0593a319e" providerId="LiveId" clId="{E1748CB8-6BF5-4F7F-80E7-7DC838247FE4}" dt="2026-08-18T07:51:14.380" v="2164" actId="478"/>
          <ac:picMkLst>
            <pc:docMk/>
            <pc:sldMk cId="633842140" sldId="608"/>
            <ac:picMk id="4" creationId="{00000000-0000-0000-0000-000000000000}"/>
          </ac:picMkLst>
        </pc:picChg>
        <pc:picChg chg="del">
          <ac:chgData name="Naimish Vadodariya" userId="d2e325c0593a319e" providerId="LiveId" clId="{E1748CB8-6BF5-4F7F-80E7-7DC838247FE4}" dt="2026-08-18T07:53:12.779" v="2176" actId="478"/>
          <ac:picMkLst>
            <pc:docMk/>
            <pc:sldMk cId="633842140" sldId="608"/>
            <ac:picMk id="7" creationId="{00000000-0000-0000-0000-000000000000}"/>
          </ac:picMkLst>
        </pc:picChg>
        <pc:picChg chg="add del mod">
          <ac:chgData name="Naimish Vadodariya" userId="d2e325c0593a319e" providerId="LiveId" clId="{E1748CB8-6BF5-4F7F-80E7-7DC838247FE4}" dt="2026-08-18T08:01:33.696" v="2212" actId="478"/>
          <ac:picMkLst>
            <pc:docMk/>
            <pc:sldMk cId="633842140" sldId="608"/>
            <ac:picMk id="10" creationId="{A278DA4A-0819-521D-2F91-C79E41F9371A}"/>
          </ac:picMkLst>
        </pc:picChg>
        <pc:picChg chg="add mod">
          <ac:chgData name="Naimish Vadodariya" userId="d2e325c0593a319e" providerId="LiveId" clId="{E1748CB8-6BF5-4F7F-80E7-7DC838247FE4}" dt="2026-08-18T07:53:39.955" v="2179" actId="1076"/>
          <ac:picMkLst>
            <pc:docMk/>
            <pc:sldMk cId="633842140" sldId="608"/>
            <ac:picMk id="14" creationId="{076E67FE-1923-C5D9-01A0-569FAF1A669F}"/>
          </ac:picMkLst>
        </pc:picChg>
        <pc:picChg chg="add mod ord">
          <ac:chgData name="Naimish Vadodariya" userId="d2e325c0593a319e" providerId="LiveId" clId="{E1748CB8-6BF5-4F7F-80E7-7DC838247FE4}" dt="2026-08-18T08:02:09.255" v="2220" actId="1076"/>
          <ac:picMkLst>
            <pc:docMk/>
            <pc:sldMk cId="633842140" sldId="608"/>
            <ac:picMk id="22" creationId="{7733F55E-F439-B47A-FBA0-0E0FD49EDA7D}"/>
          </ac:picMkLst>
        </pc:picChg>
        <pc:cxnChg chg="add mod">
          <ac:chgData name="Naimish Vadodariya" userId="d2e325c0593a319e" providerId="LiveId" clId="{E1748CB8-6BF5-4F7F-80E7-7DC838247FE4}" dt="2026-08-18T08:03:21.383" v="2245" actId="208"/>
          <ac:cxnSpMkLst>
            <pc:docMk/>
            <pc:sldMk cId="633842140" sldId="608"/>
            <ac:cxnSpMk id="28" creationId="{30CBF78A-61B7-51EE-CD38-C928E77DDF29}"/>
          </ac:cxnSpMkLst>
        </pc:cxnChg>
      </pc:sldChg>
      <pc:sldChg chg="del">
        <pc:chgData name="Naimish Vadodariya" userId="d2e325c0593a319e" providerId="LiveId" clId="{E1748CB8-6BF5-4F7F-80E7-7DC838247FE4}" dt="2026-08-18T08:09:01.194" v="2315" actId="2696"/>
        <pc:sldMkLst>
          <pc:docMk/>
          <pc:sldMk cId="1759846353" sldId="609"/>
        </pc:sldMkLst>
      </pc:sldChg>
      <pc:sldChg chg="addSp delSp modSp mod modAnim">
        <pc:chgData name="Naimish Vadodariya" userId="d2e325c0593a319e" providerId="LiveId" clId="{E1748CB8-6BF5-4F7F-80E7-7DC838247FE4}" dt="2026-08-19T07:07:09.093" v="2613" actId="1036"/>
        <pc:sldMkLst>
          <pc:docMk/>
          <pc:sldMk cId="2674556543" sldId="610"/>
        </pc:sldMkLst>
        <pc:spChg chg="mod ord">
          <ac:chgData name="Naimish Vadodariya" userId="d2e325c0593a319e" providerId="LiveId" clId="{E1748CB8-6BF5-4F7F-80E7-7DC838247FE4}" dt="2026-08-18T08:10:33.498" v="2327" actId="14100"/>
          <ac:spMkLst>
            <pc:docMk/>
            <pc:sldMk cId="2674556543" sldId="610"/>
            <ac:spMk id="5" creationId="{00000000-0000-0000-0000-000000000000}"/>
          </ac:spMkLst>
        </pc:spChg>
        <pc:spChg chg="add del mod">
          <ac:chgData name="Naimish Vadodariya" userId="d2e325c0593a319e" providerId="LiveId" clId="{E1748CB8-6BF5-4F7F-80E7-7DC838247FE4}" dt="2026-08-18T08:10:02.611" v="2318" actId="478"/>
          <ac:spMkLst>
            <pc:docMk/>
            <pc:sldMk cId="2674556543" sldId="610"/>
            <ac:spMk id="6" creationId="{F2F060CB-FB91-F4A8-F1F8-B6DDDB159BA2}"/>
          </ac:spMkLst>
        </pc:spChg>
        <pc:spChg chg="add mod">
          <ac:chgData name="Naimish Vadodariya" userId="d2e325c0593a319e" providerId="LiveId" clId="{E1748CB8-6BF5-4F7F-80E7-7DC838247FE4}" dt="2026-08-18T08:10:58.805" v="2331" actId="14100"/>
          <ac:spMkLst>
            <pc:docMk/>
            <pc:sldMk cId="2674556543" sldId="610"/>
            <ac:spMk id="10" creationId="{F78782F3-3CA5-E675-E798-17412DA65052}"/>
          </ac:spMkLst>
        </pc:spChg>
        <pc:spChg chg="add mod">
          <ac:chgData name="Naimish Vadodariya" userId="d2e325c0593a319e" providerId="LiveId" clId="{E1748CB8-6BF5-4F7F-80E7-7DC838247FE4}" dt="2026-08-19T06:51:54.163" v="2526" actId="20577"/>
          <ac:spMkLst>
            <pc:docMk/>
            <pc:sldMk cId="2674556543" sldId="610"/>
            <ac:spMk id="11" creationId="{6C0FF543-137D-35C4-B604-F82F89B33ED4}"/>
          </ac:spMkLst>
        </pc:spChg>
        <pc:spChg chg="add mod">
          <ac:chgData name="Naimish Vadodariya" userId="d2e325c0593a319e" providerId="LiveId" clId="{E1748CB8-6BF5-4F7F-80E7-7DC838247FE4}" dt="2026-08-19T06:52:18.801" v="2528" actId="1076"/>
          <ac:spMkLst>
            <pc:docMk/>
            <pc:sldMk cId="2674556543" sldId="610"/>
            <ac:spMk id="13" creationId="{615D5334-1547-33B1-84C6-7FC9A4EB547A}"/>
          </ac:spMkLst>
        </pc:spChg>
        <pc:spChg chg="add mod">
          <ac:chgData name="Naimish Vadodariya" userId="d2e325c0593a319e" providerId="LiveId" clId="{E1748CB8-6BF5-4F7F-80E7-7DC838247FE4}" dt="2026-08-19T06:52:23.210" v="2529" actId="1076"/>
          <ac:spMkLst>
            <pc:docMk/>
            <pc:sldMk cId="2674556543" sldId="610"/>
            <ac:spMk id="15" creationId="{B4B6CBC4-6EF3-F24B-3E64-14A95D69608F}"/>
          </ac:spMkLst>
        </pc:spChg>
        <pc:spChg chg="add mod">
          <ac:chgData name="Naimish Vadodariya" userId="d2e325c0593a319e" providerId="LiveId" clId="{E1748CB8-6BF5-4F7F-80E7-7DC838247FE4}" dt="2026-08-19T07:07:09.093" v="2613" actId="1036"/>
          <ac:spMkLst>
            <pc:docMk/>
            <pc:sldMk cId="2674556543" sldId="610"/>
            <ac:spMk id="16" creationId="{4C906994-644F-88EA-F17B-D0F1C913F64C}"/>
          </ac:spMkLst>
        </pc:spChg>
        <pc:picChg chg="del">
          <ac:chgData name="Naimish Vadodariya" userId="d2e325c0593a319e" providerId="LiveId" clId="{E1748CB8-6BF5-4F7F-80E7-7DC838247FE4}" dt="2026-08-18T08:09:55.653" v="2316" actId="478"/>
          <ac:picMkLst>
            <pc:docMk/>
            <pc:sldMk cId="2674556543" sldId="610"/>
            <ac:picMk id="4" creationId="{00000000-0000-0000-0000-000000000000}"/>
          </ac:picMkLst>
        </pc:picChg>
        <pc:picChg chg="add mod">
          <ac:chgData name="Naimish Vadodariya" userId="d2e325c0593a319e" providerId="LiveId" clId="{E1748CB8-6BF5-4F7F-80E7-7DC838247FE4}" dt="2026-08-19T06:50:37.883" v="2508" actId="208"/>
          <ac:picMkLst>
            <pc:docMk/>
            <pc:sldMk cId="2674556543" sldId="610"/>
            <ac:picMk id="8" creationId="{883A8A51-7BAE-F871-BD78-4C5CB51D5AE8}"/>
          </ac:picMkLst>
        </pc:picChg>
      </pc:sldChg>
      <pc:sldChg chg="addSp delSp modSp mod delAnim modAnim">
        <pc:chgData name="Naimish Vadodariya" userId="d2e325c0593a319e" providerId="LiveId" clId="{E1748CB8-6BF5-4F7F-80E7-7DC838247FE4}" dt="2026-08-19T06:58:57.099" v="2579"/>
        <pc:sldMkLst>
          <pc:docMk/>
          <pc:sldMk cId="1897480250" sldId="611"/>
        </pc:sldMkLst>
        <pc:spChg chg="mod">
          <ac:chgData name="Naimish Vadodariya" userId="d2e325c0593a319e" providerId="LiveId" clId="{E1748CB8-6BF5-4F7F-80E7-7DC838247FE4}" dt="2026-08-19T06:55:28.357" v="2554" actId="20577"/>
          <ac:spMkLst>
            <pc:docMk/>
            <pc:sldMk cId="1897480250" sldId="611"/>
            <ac:spMk id="3" creationId="{00000000-0000-0000-0000-000000000000}"/>
          </ac:spMkLst>
        </pc:spChg>
        <pc:spChg chg="del">
          <ac:chgData name="Naimish Vadodariya" userId="d2e325c0593a319e" providerId="LiveId" clId="{E1748CB8-6BF5-4F7F-80E7-7DC838247FE4}" dt="2026-08-19T06:55:39.668" v="2557" actId="478"/>
          <ac:spMkLst>
            <pc:docMk/>
            <pc:sldMk cId="1897480250" sldId="611"/>
            <ac:spMk id="5" creationId="{00000000-0000-0000-0000-000000000000}"/>
          </ac:spMkLst>
        </pc:spChg>
        <pc:spChg chg="del">
          <ac:chgData name="Naimish Vadodariya" userId="d2e325c0593a319e" providerId="LiveId" clId="{E1748CB8-6BF5-4F7F-80E7-7DC838247FE4}" dt="2026-08-19T06:55:43.225" v="2559" actId="478"/>
          <ac:spMkLst>
            <pc:docMk/>
            <pc:sldMk cId="1897480250" sldId="611"/>
            <ac:spMk id="7" creationId="{00000000-0000-0000-0000-000000000000}"/>
          </ac:spMkLst>
        </pc:spChg>
        <pc:spChg chg="del">
          <ac:chgData name="Naimish Vadodariya" userId="d2e325c0593a319e" providerId="LiveId" clId="{E1748CB8-6BF5-4F7F-80E7-7DC838247FE4}" dt="2026-08-19T06:55:45.646" v="2561" actId="478"/>
          <ac:spMkLst>
            <pc:docMk/>
            <pc:sldMk cId="1897480250" sldId="611"/>
            <ac:spMk id="8" creationId="{00000000-0000-0000-0000-000000000000}"/>
          </ac:spMkLst>
        </pc:spChg>
        <pc:spChg chg="del">
          <ac:chgData name="Naimish Vadodariya" userId="d2e325c0593a319e" providerId="LiveId" clId="{E1748CB8-6BF5-4F7F-80E7-7DC838247FE4}" dt="2026-08-19T06:55:46.793" v="2562" actId="478"/>
          <ac:spMkLst>
            <pc:docMk/>
            <pc:sldMk cId="1897480250" sldId="611"/>
            <ac:spMk id="9" creationId="{00000000-0000-0000-0000-000000000000}"/>
          </ac:spMkLst>
        </pc:spChg>
        <pc:spChg chg="del">
          <ac:chgData name="Naimish Vadodariya" userId="d2e325c0593a319e" providerId="LiveId" clId="{E1748CB8-6BF5-4F7F-80E7-7DC838247FE4}" dt="2026-08-19T06:55:48.011" v="2563" actId="478"/>
          <ac:spMkLst>
            <pc:docMk/>
            <pc:sldMk cId="1897480250" sldId="611"/>
            <ac:spMk id="10" creationId="{00000000-0000-0000-0000-000000000000}"/>
          </ac:spMkLst>
        </pc:spChg>
        <pc:spChg chg="add del mod">
          <ac:chgData name="Naimish Vadodariya" userId="d2e325c0593a319e" providerId="LiveId" clId="{E1748CB8-6BF5-4F7F-80E7-7DC838247FE4}" dt="2026-08-19T06:55:37.238" v="2556" actId="478"/>
          <ac:spMkLst>
            <pc:docMk/>
            <pc:sldMk cId="1897480250" sldId="611"/>
            <ac:spMk id="12" creationId="{75A5E5E2-3CA6-F39B-1EA9-AEC6F3F866D8}"/>
          </ac:spMkLst>
        </pc:spChg>
        <pc:spChg chg="add mod">
          <ac:chgData name="Naimish Vadodariya" userId="d2e325c0593a319e" providerId="LiveId" clId="{E1748CB8-6BF5-4F7F-80E7-7DC838247FE4}" dt="2026-08-19T06:58:23.241" v="2573" actId="1582"/>
          <ac:spMkLst>
            <pc:docMk/>
            <pc:sldMk cId="1897480250" sldId="611"/>
            <ac:spMk id="15" creationId="{A75E6F20-B176-E67B-8319-F3AE6C04B68A}"/>
          </ac:spMkLst>
        </pc:spChg>
        <pc:spChg chg="add mod">
          <ac:chgData name="Naimish Vadodariya" userId="d2e325c0593a319e" providerId="LiveId" clId="{E1748CB8-6BF5-4F7F-80E7-7DC838247FE4}" dt="2026-08-19T06:58:36.485" v="2576" actId="14100"/>
          <ac:spMkLst>
            <pc:docMk/>
            <pc:sldMk cId="1897480250" sldId="611"/>
            <ac:spMk id="17" creationId="{063DC71C-10EE-5EF7-A9BA-7EA94C333E39}"/>
          </ac:spMkLst>
        </pc:spChg>
        <pc:picChg chg="del">
          <ac:chgData name="Naimish Vadodariya" userId="d2e325c0593a319e" providerId="LiveId" clId="{E1748CB8-6BF5-4F7F-80E7-7DC838247FE4}" dt="2026-08-19T06:55:32.394" v="2555" actId="478"/>
          <ac:picMkLst>
            <pc:docMk/>
            <pc:sldMk cId="1897480250" sldId="611"/>
            <ac:picMk id="4" creationId="{00000000-0000-0000-0000-000000000000}"/>
          </ac:picMkLst>
        </pc:picChg>
        <pc:picChg chg="del">
          <ac:chgData name="Naimish Vadodariya" userId="d2e325c0593a319e" providerId="LiveId" clId="{E1748CB8-6BF5-4F7F-80E7-7DC838247FE4}" dt="2026-08-19T06:55:41.449" v="2558" actId="478"/>
          <ac:picMkLst>
            <pc:docMk/>
            <pc:sldMk cId="1897480250" sldId="611"/>
            <ac:picMk id="6" creationId="{00000000-0000-0000-0000-000000000000}"/>
          </ac:picMkLst>
        </pc:picChg>
        <pc:picChg chg="del">
          <ac:chgData name="Naimish Vadodariya" userId="d2e325c0593a319e" providerId="LiveId" clId="{E1748CB8-6BF5-4F7F-80E7-7DC838247FE4}" dt="2026-08-19T06:55:44.146" v="2560" actId="478"/>
          <ac:picMkLst>
            <pc:docMk/>
            <pc:sldMk cId="1897480250" sldId="611"/>
            <ac:picMk id="11" creationId="{00000000-0000-0000-0000-000000000000}"/>
          </ac:picMkLst>
        </pc:picChg>
        <pc:picChg chg="add mod">
          <ac:chgData name="Naimish Vadodariya" userId="d2e325c0593a319e" providerId="LiveId" clId="{E1748CB8-6BF5-4F7F-80E7-7DC838247FE4}" dt="2026-08-19T06:58:03.334" v="2569" actId="1076"/>
          <ac:picMkLst>
            <pc:docMk/>
            <pc:sldMk cId="1897480250" sldId="611"/>
            <ac:picMk id="14" creationId="{02A3D4E3-E20F-0D6F-9DF7-550FB944817E}"/>
          </ac:picMkLst>
        </pc:picChg>
      </pc:sldChg>
      <pc:sldChg chg="del">
        <pc:chgData name="Naimish Vadodariya" userId="d2e325c0593a319e" providerId="LiveId" clId="{E1748CB8-6BF5-4F7F-80E7-7DC838247FE4}" dt="2026-08-19T07:04:34.967" v="2603" actId="47"/>
        <pc:sldMkLst>
          <pc:docMk/>
          <pc:sldMk cId="508626296" sldId="612"/>
        </pc:sldMkLst>
      </pc:sldChg>
      <pc:sldChg chg="del">
        <pc:chgData name="Naimish Vadodariya" userId="d2e325c0593a319e" providerId="LiveId" clId="{E1748CB8-6BF5-4F7F-80E7-7DC838247FE4}" dt="2026-08-19T07:04:36.132" v="2604" actId="47"/>
        <pc:sldMkLst>
          <pc:docMk/>
          <pc:sldMk cId="3500695591" sldId="613"/>
        </pc:sldMkLst>
      </pc:sldChg>
      <pc:sldChg chg="del">
        <pc:chgData name="Naimish Vadodariya" userId="d2e325c0593a319e" providerId="LiveId" clId="{E1748CB8-6BF5-4F7F-80E7-7DC838247FE4}" dt="2026-08-19T07:04:37.049" v="2605" actId="47"/>
        <pc:sldMkLst>
          <pc:docMk/>
          <pc:sldMk cId="2752828698" sldId="614"/>
        </pc:sldMkLst>
      </pc:sldChg>
      <pc:sldChg chg="modSp">
        <pc:chgData name="Naimish Vadodariya" userId="d2e325c0593a319e" providerId="LiveId" clId="{E1748CB8-6BF5-4F7F-80E7-7DC838247FE4}" dt="2026-08-19T07:09:22.181" v="2626"/>
        <pc:sldMkLst>
          <pc:docMk/>
          <pc:sldMk cId="2357509289" sldId="629"/>
        </pc:sldMkLst>
        <pc:spChg chg="mod">
          <ac:chgData name="Naimish Vadodariya" userId="d2e325c0593a319e" providerId="LiveId" clId="{E1748CB8-6BF5-4F7F-80E7-7DC838247FE4}" dt="2026-08-19T07:09:22.181" v="2626"/>
          <ac:spMkLst>
            <pc:docMk/>
            <pc:sldMk cId="2357509289" sldId="629"/>
            <ac:spMk id="27" creationId="{E2AD8B6E-51EA-4A15-8752-4F221E5E02C5}"/>
          </ac:spMkLst>
        </pc:spChg>
      </pc:sldChg>
      <pc:sldChg chg="addSp delSp modSp add mod delAnim modAnim">
        <pc:chgData name="Naimish Vadodariya" userId="d2e325c0593a319e" providerId="LiveId" clId="{E1748CB8-6BF5-4F7F-80E7-7DC838247FE4}" dt="2026-08-12T03:17:49.018" v="610"/>
        <pc:sldMkLst>
          <pc:docMk/>
          <pc:sldMk cId="2715902601" sldId="647"/>
        </pc:sldMkLst>
        <pc:spChg chg="mod">
          <ac:chgData name="Naimish Vadodariya" userId="d2e325c0593a319e" providerId="LiveId" clId="{E1748CB8-6BF5-4F7F-80E7-7DC838247FE4}" dt="2026-08-12T03:16:59.385" v="602" actId="207"/>
          <ac:spMkLst>
            <pc:docMk/>
            <pc:sldMk cId="2715902601" sldId="647"/>
            <ac:spMk id="2" creationId="{47D580EA-09DA-BFC9-0BD6-D79568423698}"/>
          </ac:spMkLst>
        </pc:spChg>
        <pc:spChg chg="mod">
          <ac:chgData name="Naimish Vadodariya" userId="d2e325c0593a319e" providerId="LiveId" clId="{E1748CB8-6BF5-4F7F-80E7-7DC838247FE4}" dt="2026-08-12T03:01:36.520" v="210" actId="20577"/>
          <ac:spMkLst>
            <pc:docMk/>
            <pc:sldMk cId="2715902601" sldId="647"/>
            <ac:spMk id="3" creationId="{1EAB4923-7F51-C50E-CDEC-C3C4F8285921}"/>
          </ac:spMkLst>
        </pc:spChg>
        <pc:spChg chg="mod">
          <ac:chgData name="Naimish Vadodariya" userId="d2e325c0593a319e" providerId="LiveId" clId="{E1748CB8-6BF5-4F7F-80E7-7DC838247FE4}" dt="2026-08-12T03:06:35.770" v="519" actId="14100"/>
          <ac:spMkLst>
            <pc:docMk/>
            <pc:sldMk cId="2715902601" sldId="647"/>
            <ac:spMk id="4" creationId="{9EDBB463-C1E1-7F52-C763-B932D3442493}"/>
          </ac:spMkLst>
        </pc:spChg>
        <pc:spChg chg="add mod">
          <ac:chgData name="Naimish Vadodariya" userId="d2e325c0593a319e" providerId="LiveId" clId="{E1748CB8-6BF5-4F7F-80E7-7DC838247FE4}" dt="2026-08-12T03:15:19.520" v="593" actId="14100"/>
          <ac:spMkLst>
            <pc:docMk/>
            <pc:sldMk cId="2715902601" sldId="647"/>
            <ac:spMk id="7" creationId="{EC3128E2-B0CB-1F89-1530-5E8461B8F3DC}"/>
          </ac:spMkLst>
        </pc:spChg>
        <pc:spChg chg="add mod">
          <ac:chgData name="Naimish Vadodariya" userId="d2e325c0593a319e" providerId="LiveId" clId="{E1748CB8-6BF5-4F7F-80E7-7DC838247FE4}" dt="2026-08-12T03:14:07.907" v="587" actId="20577"/>
          <ac:spMkLst>
            <pc:docMk/>
            <pc:sldMk cId="2715902601" sldId="647"/>
            <ac:spMk id="9" creationId="{7CB3A2B5-9794-DC1A-6D1A-7A0AA60C3E1C}"/>
          </ac:spMkLst>
        </pc:spChg>
        <pc:spChg chg="add mod">
          <ac:chgData name="Naimish Vadodariya" userId="d2e325c0593a319e" providerId="LiveId" clId="{E1748CB8-6BF5-4F7F-80E7-7DC838247FE4}" dt="2026-08-12T03:15:32.860" v="594" actId="1076"/>
          <ac:spMkLst>
            <pc:docMk/>
            <pc:sldMk cId="2715902601" sldId="647"/>
            <ac:spMk id="11" creationId="{B94C8403-5853-6E5E-A242-6AAB1CAC7F5A}"/>
          </ac:spMkLst>
        </pc:spChg>
        <pc:spChg chg="add mod">
          <ac:chgData name="Naimish Vadodariya" userId="d2e325c0593a319e" providerId="LiveId" clId="{E1748CB8-6BF5-4F7F-80E7-7DC838247FE4}" dt="2026-08-12T03:14:59.490" v="590" actId="1076"/>
          <ac:spMkLst>
            <pc:docMk/>
            <pc:sldMk cId="2715902601" sldId="647"/>
            <ac:spMk id="16" creationId="{2A275850-70C2-63E6-CF64-BBED4D7C9C36}"/>
          </ac:spMkLst>
        </pc:spChg>
        <pc:cxnChg chg="add mod">
          <ac:chgData name="Naimish Vadodariya" userId="d2e325c0593a319e" providerId="LiveId" clId="{E1748CB8-6BF5-4F7F-80E7-7DC838247FE4}" dt="2026-08-12T03:16:20.348" v="599" actId="14100"/>
          <ac:cxnSpMkLst>
            <pc:docMk/>
            <pc:sldMk cId="2715902601" sldId="647"/>
            <ac:cxnSpMk id="18" creationId="{4CDCDBEF-E4D7-4BD3-FF57-A582142F50BF}"/>
          </ac:cxnSpMkLst>
        </pc:cxnChg>
      </pc:sldChg>
      <pc:sldChg chg="addSp modSp new mod modAnim">
        <pc:chgData name="Naimish Vadodariya" userId="d2e325c0593a319e" providerId="LiveId" clId="{E1748CB8-6BF5-4F7F-80E7-7DC838247FE4}" dt="2026-08-12T04:58:21.921" v="1463"/>
        <pc:sldMkLst>
          <pc:docMk/>
          <pc:sldMk cId="2802147367" sldId="648"/>
        </pc:sldMkLst>
        <pc:spChg chg="mod">
          <ac:chgData name="Naimish Vadodariya" userId="d2e325c0593a319e" providerId="LiveId" clId="{E1748CB8-6BF5-4F7F-80E7-7DC838247FE4}" dt="2026-08-12T03:19:07.079" v="723" actId="20577"/>
          <ac:spMkLst>
            <pc:docMk/>
            <pc:sldMk cId="2802147367" sldId="648"/>
            <ac:spMk id="2" creationId="{F1CEB7D8-9956-865F-FC9E-7113FB7C1F45}"/>
          </ac:spMkLst>
        </pc:spChg>
        <pc:spChg chg="mod">
          <ac:chgData name="Naimish Vadodariya" userId="d2e325c0593a319e" providerId="LiveId" clId="{E1748CB8-6BF5-4F7F-80E7-7DC838247FE4}" dt="2026-08-12T03:18:34.973" v="639" actId="20577"/>
          <ac:spMkLst>
            <pc:docMk/>
            <pc:sldMk cId="2802147367" sldId="648"/>
            <ac:spMk id="3" creationId="{2CEEAE24-ABCA-19ED-9744-EAD259E6C642}"/>
          </ac:spMkLst>
        </pc:spChg>
        <pc:graphicFrameChg chg="add mod modGraphic">
          <ac:chgData name="Naimish Vadodariya" userId="d2e325c0593a319e" providerId="LiveId" clId="{E1748CB8-6BF5-4F7F-80E7-7DC838247FE4}" dt="2026-08-12T03:23:00.200" v="1042" actId="14100"/>
          <ac:graphicFrameMkLst>
            <pc:docMk/>
            <pc:sldMk cId="2802147367" sldId="648"/>
            <ac:graphicFrameMk id="4" creationId="{2994A8BD-0BD4-664C-5A5B-446873C5B188}"/>
          </ac:graphicFrameMkLst>
        </pc:graphicFrameChg>
      </pc:sldChg>
      <pc:sldChg chg="addSp modSp new mod modAnim">
        <pc:chgData name="Naimish Vadodariya" userId="d2e325c0593a319e" providerId="LiveId" clId="{E1748CB8-6BF5-4F7F-80E7-7DC838247FE4}" dt="2026-08-12T06:19:09.942" v="1581" actId="20577"/>
        <pc:sldMkLst>
          <pc:docMk/>
          <pc:sldMk cId="1224715789" sldId="649"/>
        </pc:sldMkLst>
        <pc:spChg chg="mod">
          <ac:chgData name="Naimish Vadodariya" userId="d2e325c0593a319e" providerId="LiveId" clId="{E1748CB8-6BF5-4F7F-80E7-7DC838247FE4}" dt="2026-08-12T06:09:07.494" v="1499" actId="20577"/>
          <ac:spMkLst>
            <pc:docMk/>
            <pc:sldMk cId="1224715789" sldId="649"/>
            <ac:spMk id="2" creationId="{C22CE454-B42E-3ECB-B383-03799BCEEEF5}"/>
          </ac:spMkLst>
        </pc:spChg>
        <pc:spChg chg="mod">
          <ac:chgData name="Naimish Vadodariya" userId="d2e325c0593a319e" providerId="LiveId" clId="{E1748CB8-6BF5-4F7F-80E7-7DC838247FE4}" dt="2026-08-12T06:19:01.824" v="1575" actId="6549"/>
          <ac:spMkLst>
            <pc:docMk/>
            <pc:sldMk cId="1224715789" sldId="649"/>
            <ac:spMk id="3" creationId="{9F52E583-0737-5939-B981-7A87ABFABF8C}"/>
          </ac:spMkLst>
        </pc:spChg>
        <pc:spChg chg="add mod">
          <ac:chgData name="Naimish Vadodariya" userId="d2e325c0593a319e" providerId="LiveId" clId="{E1748CB8-6BF5-4F7F-80E7-7DC838247FE4}" dt="2026-08-12T03:43:56.305" v="1230" actId="1076"/>
          <ac:spMkLst>
            <pc:docMk/>
            <pc:sldMk cId="1224715789" sldId="649"/>
            <ac:spMk id="6" creationId="{2937B858-A9D6-91A1-9660-037CFD44385E}"/>
          </ac:spMkLst>
        </pc:spChg>
        <pc:spChg chg="add mod">
          <ac:chgData name="Naimish Vadodariya" userId="d2e325c0593a319e" providerId="LiveId" clId="{E1748CB8-6BF5-4F7F-80E7-7DC838247FE4}" dt="2026-08-12T06:19:09.942" v="1581" actId="20577"/>
          <ac:spMkLst>
            <pc:docMk/>
            <pc:sldMk cId="1224715789" sldId="649"/>
            <ac:spMk id="8" creationId="{C3222C19-2150-490F-BBA9-9E82BBB9B825}"/>
          </ac:spMkLst>
        </pc:spChg>
        <pc:picChg chg="add mod">
          <ac:chgData name="Naimish Vadodariya" userId="d2e325c0593a319e" providerId="LiveId" clId="{E1748CB8-6BF5-4F7F-80E7-7DC838247FE4}" dt="2026-08-12T03:43:50.144" v="1229" actId="1076"/>
          <ac:picMkLst>
            <pc:docMk/>
            <pc:sldMk cId="1224715789" sldId="649"/>
            <ac:picMk id="5" creationId="{3148860E-B059-EA2B-5CCE-84E211745500}"/>
          </ac:picMkLst>
        </pc:picChg>
      </pc:sldChg>
      <pc:sldChg chg="addSp delSp modSp add mod modAnim">
        <pc:chgData name="Naimish Vadodariya" userId="d2e325c0593a319e" providerId="LiveId" clId="{E1748CB8-6BF5-4F7F-80E7-7DC838247FE4}" dt="2026-08-12T06:18:27.919" v="1564" actId="14100"/>
        <pc:sldMkLst>
          <pc:docMk/>
          <pc:sldMk cId="4033869071" sldId="650"/>
        </pc:sldMkLst>
        <pc:spChg chg="mod">
          <ac:chgData name="Naimish Vadodariya" userId="d2e325c0593a319e" providerId="LiveId" clId="{E1748CB8-6BF5-4F7F-80E7-7DC838247FE4}" dt="2026-08-12T06:09:03.898" v="1498" actId="20577"/>
          <ac:spMkLst>
            <pc:docMk/>
            <pc:sldMk cId="4033869071" sldId="650"/>
            <ac:spMk id="2" creationId="{A37657BE-037F-CA3B-BA0C-47F87EAA4FAC}"/>
          </ac:spMkLst>
        </pc:spChg>
        <pc:spChg chg="mod">
          <ac:chgData name="Naimish Vadodariya" userId="d2e325c0593a319e" providerId="LiveId" clId="{E1748CB8-6BF5-4F7F-80E7-7DC838247FE4}" dt="2026-08-12T03:44:27.598" v="1233" actId="20577"/>
          <ac:spMkLst>
            <pc:docMk/>
            <pc:sldMk cId="4033869071" sldId="650"/>
            <ac:spMk id="3" creationId="{3FA0103C-4093-4DBA-318A-708562979577}"/>
          </ac:spMkLst>
        </pc:spChg>
        <pc:spChg chg="add mod">
          <ac:chgData name="Naimish Vadodariya" userId="d2e325c0593a319e" providerId="LiveId" clId="{E1748CB8-6BF5-4F7F-80E7-7DC838247FE4}" dt="2026-08-12T03:38:49.039" v="1197" actId="1076"/>
          <ac:spMkLst>
            <pc:docMk/>
            <pc:sldMk cId="4033869071" sldId="650"/>
            <ac:spMk id="7" creationId="{4848F227-007D-91AF-CEF9-4276EBE85CB9}"/>
          </ac:spMkLst>
        </pc:spChg>
        <pc:spChg chg="add mod">
          <ac:chgData name="Naimish Vadodariya" userId="d2e325c0593a319e" providerId="LiveId" clId="{E1748CB8-6BF5-4F7F-80E7-7DC838247FE4}" dt="2026-08-12T03:44:04.427" v="1232" actId="1076"/>
          <ac:spMkLst>
            <pc:docMk/>
            <pc:sldMk cId="4033869071" sldId="650"/>
            <ac:spMk id="11" creationId="{BE7D34DA-D814-5971-EED0-5440C2624FFA}"/>
          </ac:spMkLst>
        </pc:spChg>
        <pc:spChg chg="add mod">
          <ac:chgData name="Naimish Vadodariya" userId="d2e325c0593a319e" providerId="LiveId" clId="{E1748CB8-6BF5-4F7F-80E7-7DC838247FE4}" dt="2026-08-12T06:18:27.919" v="1564" actId="14100"/>
          <ac:spMkLst>
            <pc:docMk/>
            <pc:sldMk cId="4033869071" sldId="650"/>
            <ac:spMk id="13" creationId="{4CEB327D-7F89-5DEA-974E-259DB54D6F68}"/>
          </ac:spMkLst>
        </pc:spChg>
        <pc:picChg chg="add mod">
          <ac:chgData name="Naimish Vadodariya" userId="d2e325c0593a319e" providerId="LiveId" clId="{E1748CB8-6BF5-4F7F-80E7-7DC838247FE4}" dt="2026-08-12T03:43:46.567" v="1228" actId="1076"/>
          <ac:picMkLst>
            <pc:docMk/>
            <pc:sldMk cId="4033869071" sldId="650"/>
            <ac:picMk id="9" creationId="{2386940D-8358-DCCE-2A6C-80C9B8E0B7AA}"/>
          </ac:picMkLst>
        </pc:picChg>
        <pc:cxnChg chg="add mod">
          <ac:chgData name="Naimish Vadodariya" userId="d2e325c0593a319e" providerId="LiveId" clId="{E1748CB8-6BF5-4F7F-80E7-7DC838247FE4}" dt="2026-08-12T03:37:59.663" v="1175" actId="1036"/>
          <ac:cxnSpMkLst>
            <pc:docMk/>
            <pc:sldMk cId="4033869071" sldId="650"/>
            <ac:cxnSpMk id="6" creationId="{05546868-1BD2-14D7-DBC5-D37D6A0AA114}"/>
          </ac:cxnSpMkLst>
        </pc:cxnChg>
      </pc:sldChg>
      <pc:sldChg chg="addSp modSp new mod modAnim">
        <pc:chgData name="Naimish Vadodariya" userId="d2e325c0593a319e" providerId="LiveId" clId="{E1748CB8-6BF5-4F7F-80E7-7DC838247FE4}" dt="2026-08-12T06:20:08.572" v="1586" actId="20577"/>
        <pc:sldMkLst>
          <pc:docMk/>
          <pc:sldMk cId="4230040695" sldId="651"/>
        </pc:sldMkLst>
        <pc:spChg chg="mod">
          <ac:chgData name="Naimish Vadodariya" userId="d2e325c0593a319e" providerId="LiveId" clId="{E1748CB8-6BF5-4F7F-80E7-7DC838247FE4}" dt="2026-08-12T03:46:28.883" v="1257" actId="14100"/>
          <ac:spMkLst>
            <pc:docMk/>
            <pc:sldMk cId="4230040695" sldId="651"/>
            <ac:spMk id="2" creationId="{56E70C22-8F61-06E0-AC04-F0954D9991E0}"/>
          </ac:spMkLst>
        </pc:spChg>
        <pc:spChg chg="mod">
          <ac:chgData name="Naimish Vadodariya" userId="d2e325c0593a319e" providerId="LiveId" clId="{E1748CB8-6BF5-4F7F-80E7-7DC838247FE4}" dt="2026-08-12T03:45:18.517" v="1246" actId="20577"/>
          <ac:spMkLst>
            <pc:docMk/>
            <pc:sldMk cId="4230040695" sldId="651"/>
            <ac:spMk id="3" creationId="{27BE4FCA-98A6-4F00-4956-827139D455A1}"/>
          </ac:spMkLst>
        </pc:spChg>
        <pc:spChg chg="add mod">
          <ac:chgData name="Naimish Vadodariya" userId="d2e325c0593a319e" providerId="LiveId" clId="{E1748CB8-6BF5-4F7F-80E7-7DC838247FE4}" dt="2026-08-12T03:46:08.677" v="1254" actId="1076"/>
          <ac:spMkLst>
            <pc:docMk/>
            <pc:sldMk cId="4230040695" sldId="651"/>
            <ac:spMk id="4" creationId="{CA02E8C7-BD13-F92A-B2EE-6F60F3F6D178}"/>
          </ac:spMkLst>
        </pc:spChg>
        <pc:spChg chg="add mod">
          <ac:chgData name="Naimish Vadodariya" userId="d2e325c0593a319e" providerId="LiveId" clId="{E1748CB8-6BF5-4F7F-80E7-7DC838247FE4}" dt="2026-08-12T03:46:43.705" v="1264" actId="20577"/>
          <ac:spMkLst>
            <pc:docMk/>
            <pc:sldMk cId="4230040695" sldId="651"/>
            <ac:spMk id="5" creationId="{C22A1C7D-EB77-6DC9-0014-737E7D81F2B5}"/>
          </ac:spMkLst>
        </pc:spChg>
        <pc:spChg chg="add mod">
          <ac:chgData name="Naimish Vadodariya" userId="d2e325c0593a319e" providerId="LiveId" clId="{E1748CB8-6BF5-4F7F-80E7-7DC838247FE4}" dt="2026-08-12T03:47:14.796" v="1271" actId="14100"/>
          <ac:spMkLst>
            <pc:docMk/>
            <pc:sldMk cId="4230040695" sldId="651"/>
            <ac:spMk id="6" creationId="{4C93F5BA-0233-886B-53A2-DD1D2044256C}"/>
          </ac:spMkLst>
        </pc:spChg>
        <pc:spChg chg="add mod">
          <ac:chgData name="Naimish Vadodariya" userId="d2e325c0593a319e" providerId="LiveId" clId="{E1748CB8-6BF5-4F7F-80E7-7DC838247FE4}" dt="2026-08-12T03:47:31.814" v="1283" actId="20577"/>
          <ac:spMkLst>
            <pc:docMk/>
            <pc:sldMk cId="4230040695" sldId="651"/>
            <ac:spMk id="7" creationId="{772540CE-7219-69D8-1287-2117A735758F}"/>
          </ac:spMkLst>
        </pc:spChg>
        <pc:spChg chg="add mod">
          <ac:chgData name="Naimish Vadodariya" userId="d2e325c0593a319e" providerId="LiveId" clId="{E1748CB8-6BF5-4F7F-80E7-7DC838247FE4}" dt="2026-08-12T03:48:46.929" v="1292" actId="13926"/>
          <ac:spMkLst>
            <pc:docMk/>
            <pc:sldMk cId="4230040695" sldId="651"/>
            <ac:spMk id="8" creationId="{5DB2CBE2-6FB0-85EC-18AE-E7A3DF30AB91}"/>
          </ac:spMkLst>
        </pc:spChg>
        <pc:spChg chg="add mod">
          <ac:chgData name="Naimish Vadodariya" userId="d2e325c0593a319e" providerId="LiveId" clId="{E1748CB8-6BF5-4F7F-80E7-7DC838247FE4}" dt="2026-08-12T06:06:17.698" v="1497" actId="1076"/>
          <ac:spMkLst>
            <pc:docMk/>
            <pc:sldMk cId="4230040695" sldId="651"/>
            <ac:spMk id="12" creationId="{9F5C100C-E4B5-14DA-44DF-4CACDD126914}"/>
          </ac:spMkLst>
        </pc:spChg>
        <pc:spChg chg="add mod">
          <ac:chgData name="Naimish Vadodariya" userId="d2e325c0593a319e" providerId="LiveId" clId="{E1748CB8-6BF5-4F7F-80E7-7DC838247FE4}" dt="2026-08-12T06:20:08.572" v="1586" actId="20577"/>
          <ac:spMkLst>
            <pc:docMk/>
            <pc:sldMk cId="4230040695" sldId="651"/>
            <ac:spMk id="14" creationId="{CDC00F7E-839D-7057-8D87-30BE0D211722}"/>
          </ac:spMkLst>
        </pc:spChg>
        <pc:picChg chg="add mod">
          <ac:chgData name="Naimish Vadodariya" userId="d2e325c0593a319e" providerId="LiveId" clId="{E1748CB8-6BF5-4F7F-80E7-7DC838247FE4}" dt="2026-08-12T06:06:11.697" v="1496" actId="1076"/>
          <ac:picMkLst>
            <pc:docMk/>
            <pc:sldMk cId="4230040695" sldId="651"/>
            <ac:picMk id="10" creationId="{7BC14F4C-234C-5565-86AF-84AF1EE58B55}"/>
          </ac:picMkLst>
        </pc:picChg>
      </pc:sldChg>
      <pc:sldChg chg="addSp modSp new mod modAnim">
        <pc:chgData name="Naimish Vadodariya" userId="d2e325c0593a319e" providerId="LiveId" clId="{E1748CB8-6BF5-4F7F-80E7-7DC838247FE4}" dt="2026-08-12T06:20:25.417" v="1594" actId="14100"/>
        <pc:sldMkLst>
          <pc:docMk/>
          <pc:sldMk cId="2009417799" sldId="652"/>
        </pc:sldMkLst>
        <pc:spChg chg="mod">
          <ac:chgData name="Naimish Vadodariya" userId="d2e325c0593a319e" providerId="LiveId" clId="{E1748CB8-6BF5-4F7F-80E7-7DC838247FE4}" dt="2026-08-12T06:05:50.898" v="1495" actId="20577"/>
          <ac:spMkLst>
            <pc:docMk/>
            <pc:sldMk cId="2009417799" sldId="652"/>
            <ac:spMk id="2" creationId="{E8FA43A6-C0F9-F761-BB06-72AF4021CF2A}"/>
          </ac:spMkLst>
        </pc:spChg>
        <pc:spChg chg="mod">
          <ac:chgData name="Naimish Vadodariya" userId="d2e325c0593a319e" providerId="LiveId" clId="{E1748CB8-6BF5-4F7F-80E7-7DC838247FE4}" dt="2026-08-12T03:52:59.273" v="1312" actId="20577"/>
          <ac:spMkLst>
            <pc:docMk/>
            <pc:sldMk cId="2009417799" sldId="652"/>
            <ac:spMk id="3" creationId="{27B853F1-7A13-1E04-D05C-58E58EA3E6BE}"/>
          </ac:spMkLst>
        </pc:spChg>
        <pc:spChg chg="add mod">
          <ac:chgData name="Naimish Vadodariya" userId="d2e325c0593a319e" providerId="LiveId" clId="{E1748CB8-6BF5-4F7F-80E7-7DC838247FE4}" dt="2026-08-12T04:51:16.876" v="1456" actId="14100"/>
          <ac:spMkLst>
            <pc:docMk/>
            <pc:sldMk cId="2009417799" sldId="652"/>
            <ac:spMk id="7" creationId="{001E8291-DC91-BBE0-86B5-CC336D662BCB}"/>
          </ac:spMkLst>
        </pc:spChg>
        <pc:spChg chg="add mod">
          <ac:chgData name="Naimish Vadodariya" userId="d2e325c0593a319e" providerId="LiveId" clId="{E1748CB8-6BF5-4F7F-80E7-7DC838247FE4}" dt="2026-08-12T06:20:25.417" v="1594" actId="14100"/>
          <ac:spMkLst>
            <pc:docMk/>
            <pc:sldMk cId="2009417799" sldId="652"/>
            <ac:spMk id="9" creationId="{FE193860-0B9E-5B42-B122-98F7C7FE6A06}"/>
          </ac:spMkLst>
        </pc:spChg>
        <pc:picChg chg="add mod">
          <ac:chgData name="Naimish Vadodariya" userId="d2e325c0593a319e" providerId="LiveId" clId="{E1748CB8-6BF5-4F7F-80E7-7DC838247FE4}" dt="2026-08-12T03:57:04.162" v="1340" actId="1076"/>
          <ac:picMkLst>
            <pc:docMk/>
            <pc:sldMk cId="2009417799" sldId="652"/>
            <ac:picMk id="5" creationId="{AF71A4BD-D01A-9E82-420D-D8DBC86F748D}"/>
          </ac:picMkLst>
        </pc:picChg>
      </pc:sldChg>
      <pc:sldChg chg="addSp modSp new mod modAnim">
        <pc:chgData name="Naimish Vadodariya" userId="d2e325c0593a319e" providerId="LiveId" clId="{E1748CB8-6BF5-4F7F-80E7-7DC838247FE4}" dt="2026-08-12T06:20:44.528" v="1600" actId="14100"/>
        <pc:sldMkLst>
          <pc:docMk/>
          <pc:sldMk cId="940110404" sldId="653"/>
        </pc:sldMkLst>
        <pc:spChg chg="mod">
          <ac:chgData name="Naimish Vadodariya" userId="d2e325c0593a319e" providerId="LiveId" clId="{E1748CB8-6BF5-4F7F-80E7-7DC838247FE4}" dt="2026-08-12T04:52:27.752" v="1461" actId="13926"/>
          <ac:spMkLst>
            <pc:docMk/>
            <pc:sldMk cId="940110404" sldId="653"/>
            <ac:spMk id="2" creationId="{B5256115-470C-7B45-51DD-774BDD9D252E}"/>
          </ac:spMkLst>
        </pc:spChg>
        <pc:spChg chg="mod">
          <ac:chgData name="Naimish Vadodariya" userId="d2e325c0593a319e" providerId="LiveId" clId="{E1748CB8-6BF5-4F7F-80E7-7DC838247FE4}" dt="2026-08-12T03:58:18.813" v="1359" actId="20577"/>
          <ac:spMkLst>
            <pc:docMk/>
            <pc:sldMk cId="940110404" sldId="653"/>
            <ac:spMk id="3" creationId="{79443954-2037-92B9-11B8-C5FA3112564A}"/>
          </ac:spMkLst>
        </pc:spChg>
        <pc:spChg chg="add mod">
          <ac:chgData name="Naimish Vadodariya" userId="d2e325c0593a319e" providerId="LiveId" clId="{E1748CB8-6BF5-4F7F-80E7-7DC838247FE4}" dt="2026-08-12T04:51:40.399" v="1460" actId="14100"/>
          <ac:spMkLst>
            <pc:docMk/>
            <pc:sldMk cId="940110404" sldId="653"/>
            <ac:spMk id="7" creationId="{05D3F94C-3799-E7B0-4C1B-3F9E910F9C12}"/>
          </ac:spMkLst>
        </pc:spChg>
        <pc:spChg chg="add mod">
          <ac:chgData name="Naimish Vadodariya" userId="d2e325c0593a319e" providerId="LiveId" clId="{E1748CB8-6BF5-4F7F-80E7-7DC838247FE4}" dt="2026-08-12T06:20:44.528" v="1600" actId="14100"/>
          <ac:spMkLst>
            <pc:docMk/>
            <pc:sldMk cId="940110404" sldId="653"/>
            <ac:spMk id="9" creationId="{39AA8859-91E2-C9E0-DF4B-F086DC31A1CF}"/>
          </ac:spMkLst>
        </pc:spChg>
        <pc:picChg chg="add mod">
          <ac:chgData name="Naimish Vadodariya" userId="d2e325c0593a319e" providerId="LiveId" clId="{E1748CB8-6BF5-4F7F-80E7-7DC838247FE4}" dt="2026-08-12T04:50:19.291" v="1450" actId="1076"/>
          <ac:picMkLst>
            <pc:docMk/>
            <pc:sldMk cId="940110404" sldId="653"/>
            <ac:picMk id="5" creationId="{C704BBF7-1310-C31F-E684-F799512215A2}"/>
          </ac:picMkLst>
        </pc:picChg>
      </pc:sldChg>
      <pc:sldChg chg="addSp delSp modSp new mod">
        <pc:chgData name="Naimish Vadodariya" userId="d2e325c0593a319e" providerId="LiveId" clId="{E1748CB8-6BF5-4F7F-80E7-7DC838247FE4}" dt="2026-08-12T07:03:40.401" v="1668" actId="208"/>
        <pc:sldMkLst>
          <pc:docMk/>
          <pc:sldMk cId="2244567036" sldId="655"/>
        </pc:sldMkLst>
        <pc:spChg chg="mod">
          <ac:chgData name="Naimish Vadodariya" userId="d2e325c0593a319e" providerId="LiveId" clId="{E1748CB8-6BF5-4F7F-80E7-7DC838247FE4}" dt="2026-08-12T07:00:31.087" v="1652" actId="20577"/>
          <ac:spMkLst>
            <pc:docMk/>
            <pc:sldMk cId="2244567036" sldId="655"/>
            <ac:spMk id="3" creationId="{40B60BF5-7881-498A-9DFA-46E61E095B64}"/>
          </ac:spMkLst>
        </pc:spChg>
        <pc:spChg chg="add mod">
          <ac:chgData name="Naimish Vadodariya" userId="d2e325c0593a319e" providerId="LiveId" clId="{E1748CB8-6BF5-4F7F-80E7-7DC838247FE4}" dt="2026-08-12T07:03:40.401" v="1668" actId="208"/>
          <ac:spMkLst>
            <pc:docMk/>
            <pc:sldMk cId="2244567036" sldId="655"/>
            <ac:spMk id="6" creationId="{CDB780CD-4B65-1AB0-CF94-B1645CFE23B2}"/>
          </ac:spMkLst>
        </pc:spChg>
        <pc:picChg chg="add mod ord modCrop">
          <ac:chgData name="Naimish Vadodariya" userId="d2e325c0593a319e" providerId="LiveId" clId="{E1748CB8-6BF5-4F7F-80E7-7DC838247FE4}" dt="2026-08-12T07:03:12.549" v="1664" actId="14100"/>
          <ac:picMkLst>
            <pc:docMk/>
            <pc:sldMk cId="2244567036" sldId="655"/>
            <ac:picMk id="5" creationId="{79AB1CB3-012F-93DF-1FB8-16983A971B9B}"/>
          </ac:picMkLst>
        </pc:picChg>
      </pc:sldChg>
      <pc:sldChg chg="addSp delSp modSp new mod modAnim">
        <pc:chgData name="Naimish Vadodariya" userId="d2e325c0593a319e" providerId="LiveId" clId="{E1748CB8-6BF5-4F7F-80E7-7DC838247FE4}" dt="2026-08-19T06:50:23.493" v="2507" actId="14100"/>
        <pc:sldMkLst>
          <pc:docMk/>
          <pc:sldMk cId="3494275739" sldId="656"/>
        </pc:sldMkLst>
        <pc:spChg chg="del">
          <ac:chgData name="Naimish Vadodariya" userId="d2e325c0593a319e" providerId="LiveId" clId="{E1748CB8-6BF5-4F7F-80E7-7DC838247FE4}" dt="2026-08-18T07:58:16.384" v="2193" actId="22"/>
          <ac:spMkLst>
            <pc:docMk/>
            <pc:sldMk cId="3494275739" sldId="656"/>
            <ac:spMk id="2" creationId="{E6FA0359-FBC6-EB59-65E4-F14A2CB131BD}"/>
          </ac:spMkLst>
        </pc:spChg>
        <pc:spChg chg="mod">
          <ac:chgData name="Naimish Vadodariya" userId="d2e325c0593a319e" providerId="LiveId" clId="{E1748CB8-6BF5-4F7F-80E7-7DC838247FE4}" dt="2026-08-18T08:00:40.273" v="2210"/>
          <ac:spMkLst>
            <pc:docMk/>
            <pc:sldMk cId="3494275739" sldId="656"/>
            <ac:spMk id="3" creationId="{29F91018-456B-8FF3-0C4E-97C37C64E67C}"/>
          </ac:spMkLst>
        </pc:spChg>
        <pc:spChg chg="add mod">
          <ac:chgData name="Naimish Vadodariya" userId="d2e325c0593a319e" providerId="LiveId" clId="{E1748CB8-6BF5-4F7F-80E7-7DC838247FE4}" dt="2026-08-18T07:58:54.141" v="2199" actId="14100"/>
          <ac:spMkLst>
            <pc:docMk/>
            <pc:sldMk cId="3494275739" sldId="656"/>
            <ac:spMk id="6" creationId="{D92F4324-A1DD-0228-0C8E-2F328DCE1E45}"/>
          </ac:spMkLst>
        </pc:spChg>
        <pc:spChg chg="add mod">
          <ac:chgData name="Naimish Vadodariya" userId="d2e325c0593a319e" providerId="LiveId" clId="{E1748CB8-6BF5-4F7F-80E7-7DC838247FE4}" dt="2026-08-18T08:16:28.438" v="2360" actId="1076"/>
          <ac:spMkLst>
            <pc:docMk/>
            <pc:sldMk cId="3494275739" sldId="656"/>
            <ac:spMk id="7" creationId="{55802D51-AF17-5FEA-E9D6-A69D121FEBD9}"/>
          </ac:spMkLst>
        </pc:spChg>
        <pc:spChg chg="add mod">
          <ac:chgData name="Naimish Vadodariya" userId="d2e325c0593a319e" providerId="LiveId" clId="{E1748CB8-6BF5-4F7F-80E7-7DC838247FE4}" dt="2026-08-19T06:50:23.493" v="2507" actId="14100"/>
          <ac:spMkLst>
            <pc:docMk/>
            <pc:sldMk cId="3494275739" sldId="656"/>
            <ac:spMk id="8" creationId="{9E22555B-2F7A-EE75-C0D1-1AB8D7FA2D9E}"/>
          </ac:spMkLst>
        </pc:spChg>
        <pc:spChg chg="add mod">
          <ac:chgData name="Naimish Vadodariya" userId="d2e325c0593a319e" providerId="LiveId" clId="{E1748CB8-6BF5-4F7F-80E7-7DC838247FE4}" dt="2026-08-18T08:16:35.624" v="2361" actId="14100"/>
          <ac:spMkLst>
            <pc:docMk/>
            <pc:sldMk cId="3494275739" sldId="656"/>
            <ac:spMk id="9" creationId="{F3E576BB-63F0-9D83-3188-CE2F6C9C31DC}"/>
          </ac:spMkLst>
        </pc:spChg>
        <pc:picChg chg="add mod ord">
          <ac:chgData name="Naimish Vadodariya" userId="d2e325c0593a319e" providerId="LiveId" clId="{E1748CB8-6BF5-4F7F-80E7-7DC838247FE4}" dt="2026-08-19T06:49:44.065" v="2505" actId="208"/>
          <ac:picMkLst>
            <pc:docMk/>
            <pc:sldMk cId="3494275739" sldId="656"/>
            <ac:picMk id="5" creationId="{E6020FDF-DE46-8695-0EDB-096AEC6EE733}"/>
          </ac:picMkLst>
        </pc:picChg>
      </pc:sldChg>
      <pc:sldChg chg="addSp delSp modSp new mod modAnim">
        <pc:chgData name="Naimish Vadodariya" userId="d2e325c0593a319e" providerId="LiveId" clId="{E1748CB8-6BF5-4F7F-80E7-7DC838247FE4}" dt="2026-08-19T06:55:00.194" v="2548"/>
        <pc:sldMkLst>
          <pc:docMk/>
          <pc:sldMk cId="522480900" sldId="657"/>
        </pc:sldMkLst>
        <pc:spChg chg="del">
          <ac:chgData name="Naimish Vadodariya" userId="d2e325c0593a319e" providerId="LiveId" clId="{E1748CB8-6BF5-4F7F-80E7-7DC838247FE4}" dt="2026-08-18T08:21:03.632" v="2396" actId="22"/>
          <ac:spMkLst>
            <pc:docMk/>
            <pc:sldMk cId="522480900" sldId="657"/>
            <ac:spMk id="2" creationId="{3D9C0E2A-8C57-0707-D556-6571BBDC6423}"/>
          </ac:spMkLst>
        </pc:spChg>
        <pc:spChg chg="mod">
          <ac:chgData name="Naimish Vadodariya" userId="d2e325c0593a319e" providerId="LiveId" clId="{E1748CB8-6BF5-4F7F-80E7-7DC838247FE4}" dt="2026-08-18T08:20:23.442" v="2395" actId="27636"/>
          <ac:spMkLst>
            <pc:docMk/>
            <pc:sldMk cId="522480900" sldId="657"/>
            <ac:spMk id="3" creationId="{A2B633AC-AFB9-36CD-DEE4-6FD269E232DD}"/>
          </ac:spMkLst>
        </pc:spChg>
        <pc:spChg chg="add mod">
          <ac:chgData name="Naimish Vadodariya" userId="d2e325c0593a319e" providerId="LiveId" clId="{E1748CB8-6BF5-4F7F-80E7-7DC838247FE4}" dt="2026-08-18T08:21:39.783" v="2404" actId="1036"/>
          <ac:spMkLst>
            <pc:docMk/>
            <pc:sldMk cId="522480900" sldId="657"/>
            <ac:spMk id="6" creationId="{D62689FC-2074-B3FB-3510-1C7A331BBEED}"/>
          </ac:spMkLst>
        </pc:spChg>
        <pc:spChg chg="add mod">
          <ac:chgData name="Naimish Vadodariya" userId="d2e325c0593a319e" providerId="LiveId" clId="{E1748CB8-6BF5-4F7F-80E7-7DC838247FE4}" dt="2026-08-18T08:22:08.471" v="2411" actId="14100"/>
          <ac:spMkLst>
            <pc:docMk/>
            <pc:sldMk cId="522480900" sldId="657"/>
            <ac:spMk id="7" creationId="{205B504F-C6E6-955D-A313-CAA20465C20A}"/>
          </ac:spMkLst>
        </pc:spChg>
        <pc:spChg chg="add mod">
          <ac:chgData name="Naimish Vadodariya" userId="d2e325c0593a319e" providerId="LiveId" clId="{E1748CB8-6BF5-4F7F-80E7-7DC838247FE4}" dt="2026-08-18T08:22:59.755" v="2427" actId="14100"/>
          <ac:spMkLst>
            <pc:docMk/>
            <pc:sldMk cId="522480900" sldId="657"/>
            <ac:spMk id="8" creationId="{50B3984C-9E97-1948-E2DF-AA53E95E08EA}"/>
          </ac:spMkLst>
        </pc:spChg>
        <pc:spChg chg="add mod">
          <ac:chgData name="Naimish Vadodariya" userId="d2e325c0593a319e" providerId="LiveId" clId="{E1748CB8-6BF5-4F7F-80E7-7DC838247FE4}" dt="2026-08-19T06:54:03.103" v="2544" actId="1076"/>
          <ac:spMkLst>
            <pc:docMk/>
            <pc:sldMk cId="522480900" sldId="657"/>
            <ac:spMk id="9" creationId="{25667964-7E29-93F1-71CF-83B4DDE468D6}"/>
          </ac:spMkLst>
        </pc:spChg>
        <pc:picChg chg="add mod ord">
          <ac:chgData name="Naimish Vadodariya" userId="d2e325c0593a319e" providerId="LiveId" clId="{E1748CB8-6BF5-4F7F-80E7-7DC838247FE4}" dt="2026-08-19T06:54:09.645" v="2545" actId="208"/>
          <ac:picMkLst>
            <pc:docMk/>
            <pc:sldMk cId="522480900" sldId="657"/>
            <ac:picMk id="5" creationId="{87E8BBB8-A9C2-88C4-2ED9-6C36592A0996}"/>
          </ac:picMkLst>
        </pc:picChg>
      </pc:sldChg>
      <pc:sldChg chg="addSp delSp modSp new mod modAnim">
        <pc:chgData name="Naimish Vadodariya" userId="d2e325c0593a319e" providerId="LiveId" clId="{E1748CB8-6BF5-4F7F-80E7-7DC838247FE4}" dt="2026-08-19T07:04:03.088" v="2597"/>
        <pc:sldMkLst>
          <pc:docMk/>
          <pc:sldMk cId="1612617798" sldId="658"/>
        </pc:sldMkLst>
        <pc:spChg chg="del">
          <ac:chgData name="Naimish Vadodariya" userId="d2e325c0593a319e" providerId="LiveId" clId="{E1748CB8-6BF5-4F7F-80E7-7DC838247FE4}" dt="2026-08-19T07:02:18.612" v="2584" actId="478"/>
          <ac:spMkLst>
            <pc:docMk/>
            <pc:sldMk cId="1612617798" sldId="658"/>
            <ac:spMk id="2" creationId="{294D87E7-5A9E-D91A-3986-2CCD2452A669}"/>
          </ac:spMkLst>
        </pc:spChg>
        <pc:spChg chg="mod">
          <ac:chgData name="Naimish Vadodariya" userId="d2e325c0593a319e" providerId="LiveId" clId="{E1748CB8-6BF5-4F7F-80E7-7DC838247FE4}" dt="2026-08-19T07:02:28.037" v="2585"/>
          <ac:spMkLst>
            <pc:docMk/>
            <pc:sldMk cId="1612617798" sldId="658"/>
            <ac:spMk id="3" creationId="{FC38BF47-62BB-5A7E-B9EC-AFD4A1768057}"/>
          </ac:spMkLst>
        </pc:spChg>
        <pc:picChg chg="add mod">
          <ac:chgData name="Naimish Vadodariya" userId="d2e325c0593a319e" providerId="LiveId" clId="{E1748CB8-6BF5-4F7F-80E7-7DC838247FE4}" dt="2026-08-19T07:03:41.438" v="2594" actId="1076"/>
          <ac:picMkLst>
            <pc:docMk/>
            <pc:sldMk cId="1612617798" sldId="658"/>
            <ac:picMk id="5" creationId="{E601DF0D-51FE-1C65-EED8-C0CAEB17D9A3}"/>
          </ac:picMkLst>
        </pc:picChg>
        <pc:cxnChg chg="add mod">
          <ac:chgData name="Naimish Vadodariya" userId="d2e325c0593a319e" providerId="LiveId" clId="{E1748CB8-6BF5-4F7F-80E7-7DC838247FE4}" dt="2026-08-19T07:03:48.348" v="2595" actId="14100"/>
          <ac:cxnSpMkLst>
            <pc:docMk/>
            <pc:sldMk cId="1612617798" sldId="658"/>
            <ac:cxnSpMk id="7" creationId="{1BAAE5C0-134C-BCEF-8A27-95A86CF61C5A}"/>
          </ac:cxnSpMkLst>
        </pc:cxnChg>
      </pc:sldChg>
      <pc:sldChg chg="addSp delSp modSp new mod modAnim">
        <pc:chgData name="Naimish Vadodariya" userId="d2e325c0593a319e" providerId="LiveId" clId="{E1748CB8-6BF5-4F7F-80E7-7DC838247FE4}" dt="2026-08-19T07:07:50.361" v="2625" actId="1035"/>
        <pc:sldMkLst>
          <pc:docMk/>
          <pc:sldMk cId="2155512484" sldId="659"/>
        </pc:sldMkLst>
        <pc:spChg chg="del">
          <ac:chgData name="Naimish Vadodariya" userId="d2e325c0593a319e" providerId="LiveId" clId="{E1748CB8-6BF5-4F7F-80E7-7DC838247FE4}" dt="2026-08-19T07:03:26.505" v="2591" actId="22"/>
          <ac:spMkLst>
            <pc:docMk/>
            <pc:sldMk cId="2155512484" sldId="659"/>
            <ac:spMk id="2" creationId="{7D8AB45D-6D21-0BF0-5D6B-1A76736D2467}"/>
          </ac:spMkLst>
        </pc:spChg>
        <pc:spChg chg="mod">
          <ac:chgData name="Naimish Vadodariya" userId="d2e325c0593a319e" providerId="LiveId" clId="{E1748CB8-6BF5-4F7F-80E7-7DC838247FE4}" dt="2026-08-19T07:03:03.945" v="2590"/>
          <ac:spMkLst>
            <pc:docMk/>
            <pc:sldMk cId="2155512484" sldId="659"/>
            <ac:spMk id="3" creationId="{1B91F529-9564-DFC1-2B29-722EB1CF27C6}"/>
          </ac:spMkLst>
        </pc:spChg>
        <pc:picChg chg="add mod ord">
          <ac:chgData name="Naimish Vadodariya" userId="d2e325c0593a319e" providerId="LiveId" clId="{E1748CB8-6BF5-4F7F-80E7-7DC838247FE4}" dt="2026-08-19T07:03:32.450" v="2593" actId="208"/>
          <ac:picMkLst>
            <pc:docMk/>
            <pc:sldMk cId="2155512484" sldId="659"/>
            <ac:picMk id="5" creationId="{624FACBD-8F8C-10E0-A7AD-9D8C6D6D24FB}"/>
          </ac:picMkLst>
        </pc:picChg>
        <pc:cxnChg chg="add mod">
          <ac:chgData name="Naimish Vadodariya" userId="d2e325c0593a319e" providerId="LiveId" clId="{E1748CB8-6BF5-4F7F-80E7-7DC838247FE4}" dt="2026-08-19T07:07:50.361" v="2625" actId="1035"/>
          <ac:cxnSpMkLst>
            <pc:docMk/>
            <pc:sldMk cId="2155512484" sldId="659"/>
            <ac:cxnSpMk id="7" creationId="{F20C8440-998D-AFB6-18B8-CEF909673B5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18.jpeg"/></Relationships>
</file>

<file path=ppt/slideLayouts/_rels/slideLayout2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10150094" y="861192"/>
            <a:ext cx="1910727" cy="74136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Firoz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Sherasiya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21CS05101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Madhuresh R Fichadiya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7064023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#2505CS311 (Building RESTful APIs using .NET Core)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Routing, Model Binding &amp; Validation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131180" y="5712647"/>
            <a:ext cx="1910727" cy="74136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Firoz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Sherasiya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21CS05101(DBMS)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105840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27313" y="5993448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3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27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3" r:id="rId10"/>
    <p:sldLayoutId id="2147483692" r:id="rId11"/>
    <p:sldLayoutId id="2147483691" r:id="rId12"/>
    <p:sldLayoutId id="2147483674" r:id="rId13"/>
    <p:sldLayoutId id="2147483676" r:id="rId14"/>
    <p:sldLayoutId id="2147483677" r:id="rId15"/>
    <p:sldLayoutId id="2147483678" r:id="rId16"/>
    <p:sldLayoutId id="2147483679" r:id="rId17"/>
    <p:sldLayoutId id="2147483681" r:id="rId18"/>
    <p:sldLayoutId id="2147483683" r:id="rId19"/>
    <p:sldLayoutId id="2147483682" r:id="rId20"/>
    <p:sldLayoutId id="2147483684" r:id="rId21"/>
    <p:sldLayoutId id="2147483685" r:id="rId22"/>
    <p:sldLayoutId id="2147483686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F305CB-DBE2-45D5-8D0B-92106F27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8484922" cy="2992436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Unit-3</a:t>
            </a:r>
            <a:r>
              <a:rPr lang="en-US" dirty="0"/>
              <a:t> </a:t>
            </a:r>
            <a:br>
              <a:rPr lang="en-US" dirty="0"/>
            </a:br>
            <a:r>
              <a:rPr lang="en-IN" sz="6000" dirty="0"/>
              <a:t>Routing, Model Binding &amp; Validation</a:t>
            </a:r>
            <a:endParaRPr lang="en-US" sz="6000" dirty="0">
              <a:effectLst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Madhuresh.fichadiya@darshan.ac.in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8866961282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840480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gradFill>
                  <a:gsLst>
                    <a:gs pos="10000">
                      <a:srgbClr val="5C2321"/>
                    </a:gs>
                    <a:gs pos="100000">
                      <a:srgbClr val="B84742"/>
                    </a:gs>
                  </a:gsLst>
                  <a:lin ang="0" scaled="1"/>
                </a:gradFill>
                <a:latin typeface="Roboto Condensed" panose="02000000000000000000" pitchFamily="2" charset="0"/>
              </a:rPr>
              <a:t>Prof. Madhuresh R Fichadiya</a:t>
            </a:r>
            <a:endParaRPr lang="en-IN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Building RESTful APIs using .NET Core</a:t>
            </a:r>
          </a:p>
          <a:p>
            <a:r>
              <a:rPr lang="en-US" dirty="0"/>
              <a:t>#2505CS311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11251"/>
            <a:ext cx="1353599" cy="1353599"/>
          </a:xfrm>
        </p:spPr>
      </p:pic>
      <p:pic>
        <p:nvPicPr>
          <p:cNvPr id="4" name="Picture Placeholder 1">
            <a:extLst>
              <a:ext uri="{FF2B5EF4-FFF2-40B4-BE49-F238E27FC236}">
                <a16:creationId xmlns:a16="http://schemas.microsoft.com/office/drawing/2014/main" id="{2EB2759D-A27D-2A43-E078-20109FC82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638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0057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612648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 to Routing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Types of Routing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Route Constraints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Model Binding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API Versioning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Data Annotations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Fluent Validation</a:t>
            </a:r>
          </a:p>
        </p:txBody>
      </p:sp>
    </p:spTree>
    <p:extLst>
      <p:ext uri="{BB962C8B-B14F-4D97-AF65-F5344CB8AC3E}">
        <p14:creationId xmlns:p14="http://schemas.microsoft.com/office/powerpoint/2010/main" val="123237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CDBF1-4F09-DFA1-6B8A-272111C8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6229BD-8EE7-58E1-F103-B04B0C4C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Introduction to Routing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C6F3E9-4D38-C5EA-FD34-44ED8ECF9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1.1</a:t>
            </a:r>
          </a:p>
        </p:txBody>
      </p:sp>
    </p:spTree>
    <p:extLst>
      <p:ext uri="{BB962C8B-B14F-4D97-AF65-F5344CB8AC3E}">
        <p14:creationId xmlns:p14="http://schemas.microsoft.com/office/powerpoint/2010/main" val="2638523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3315-9D79-EC0F-91FD-98063DE6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0DE9D7-CFFE-3EBB-40F4-E66B77E2B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3"/>
          <a:stretch>
            <a:fillRect/>
          </a:stretch>
        </p:blipFill>
        <p:spPr>
          <a:xfrm>
            <a:off x="147196" y="824089"/>
            <a:ext cx="9250803" cy="57562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02DE363-7EEF-513C-C8DA-6E46025F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Routing - [Example]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4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6565B-17A5-C870-D2CC-D1261C0B6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393D39-7E3D-05AD-9CBC-778AA5C19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72823"/>
          </a:xfrm>
        </p:spPr>
        <p:txBody>
          <a:bodyPr/>
          <a:lstStyle/>
          <a:p>
            <a:r>
              <a:rPr lang="en-IN" dirty="0"/>
              <a:t>Routing is the </a:t>
            </a:r>
            <a:r>
              <a:rPr lang="en-IN" b="1" dirty="0"/>
              <a:t>process of mapping an incoming HTTP request </a:t>
            </a:r>
            <a:r>
              <a:rPr lang="en-IN" dirty="0"/>
              <a:t>to the </a:t>
            </a:r>
            <a:r>
              <a:rPr lang="en-IN" b="1" dirty="0"/>
              <a:t>appropriate controller’s action</a:t>
            </a:r>
            <a:r>
              <a:rPr lang="en-IN" dirty="0"/>
              <a:t>.</a:t>
            </a:r>
          </a:p>
          <a:p>
            <a:r>
              <a:rPr lang="en-IN" dirty="0"/>
              <a:t>The routing system relies on </a:t>
            </a:r>
            <a:r>
              <a:rPr lang="en-IN" b="1" dirty="0"/>
              <a:t>Endpoint Routing</a:t>
            </a:r>
            <a:r>
              <a:rPr lang="en-IN" dirty="0"/>
              <a:t>, processing requests in two distinct middleware phases:</a:t>
            </a:r>
          </a:p>
          <a:p>
            <a:pPr lvl="1"/>
            <a:r>
              <a:rPr lang="en-IN" b="1" dirty="0" err="1"/>
              <a:t>UseRouting</a:t>
            </a:r>
            <a:r>
              <a:rPr lang="en-IN" b="1" dirty="0"/>
              <a:t>()</a:t>
            </a:r>
            <a:r>
              <a:rPr lang="en-IN" dirty="0"/>
              <a:t>: Matches the URL path to an endpoint configuration.</a:t>
            </a:r>
          </a:p>
          <a:p>
            <a:pPr lvl="1"/>
            <a:r>
              <a:rPr lang="en-IN" b="1" dirty="0" err="1"/>
              <a:t>UseEndpoints</a:t>
            </a:r>
            <a:r>
              <a:rPr lang="en-IN" b="1" dirty="0"/>
              <a:t>() / </a:t>
            </a:r>
            <a:r>
              <a:rPr lang="en-IN" b="1" dirty="0" err="1"/>
              <a:t>MapControllers</a:t>
            </a:r>
            <a:r>
              <a:rPr lang="en-IN" b="1" dirty="0"/>
              <a:t>()</a:t>
            </a:r>
            <a:r>
              <a:rPr lang="en-IN" dirty="0"/>
              <a:t>: Executes the matched endpoint handler.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CF0162-86D9-73EE-90A4-1A5C02D2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Routing?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C5A598-2CF1-4466-A282-606E03E47312}"/>
              </a:ext>
            </a:extLst>
          </p:cNvPr>
          <p:cNvSpPr/>
          <p:nvPr/>
        </p:nvSpPr>
        <p:spPr>
          <a:xfrm>
            <a:off x="716844" y="3429000"/>
            <a:ext cx="10018889" cy="1205089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Use [</a:t>
            </a:r>
            <a:r>
              <a:rPr lang="en-US" b="1" dirty="0" err="1">
                <a:solidFill>
                  <a:schemeClr val="tx1"/>
                </a:solidFill>
              </a:rPr>
              <a:t>ApiController</a:t>
            </a:r>
            <a:r>
              <a:rPr lang="en-US" b="1" dirty="0">
                <a:solidFill>
                  <a:schemeClr val="tx1"/>
                </a:solidFill>
              </a:rPr>
              <a:t>]</a:t>
            </a:r>
            <a:r>
              <a:rPr lang="en-US" dirty="0">
                <a:solidFill>
                  <a:schemeClr val="tx1"/>
                </a:solidFill>
              </a:rPr>
              <a:t>: It forces attribute routing and automates HTTP 400 responses for bad inputs.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Avoid Ambiguity</a:t>
            </a:r>
            <a:r>
              <a:rPr lang="en-US" dirty="0">
                <a:solidFill>
                  <a:schemeClr val="tx1"/>
                </a:solidFill>
              </a:rPr>
              <a:t>: Never create two endpoints with identical HTTP verbs and URL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Use Tokens</a:t>
            </a:r>
            <a:r>
              <a:rPr lang="en-US" dirty="0">
                <a:solidFill>
                  <a:schemeClr val="tx1"/>
                </a:solidFill>
              </a:rPr>
              <a:t>: Use [controller] tokens in your route templates to prevent broken links when renaming files.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295744-93A8-28DD-D363-05336FAFB9E3}"/>
              </a:ext>
            </a:extLst>
          </p:cNvPr>
          <p:cNvSpPr/>
          <p:nvPr/>
        </p:nvSpPr>
        <p:spPr>
          <a:xfrm>
            <a:off x="965201" y="3273778"/>
            <a:ext cx="1580444" cy="32173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Best Practices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75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AB804-BE21-A86E-5ADD-2C3D8570F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71C97A-EB71-FB11-6149-B131A66FD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530198" cy="5590565"/>
          </a:xfrm>
        </p:spPr>
        <p:txBody>
          <a:bodyPr/>
          <a:lstStyle/>
          <a:p>
            <a:r>
              <a:rPr lang="en-IN" b="1" dirty="0"/>
              <a:t>HTTP Request</a:t>
            </a:r>
          </a:p>
          <a:p>
            <a:pPr lvl="1"/>
            <a:r>
              <a:rPr lang="en-US" dirty="0"/>
              <a:t>An incoming request from a client (e.g., browser, app) containing a URL, HTTP method, headers, and data.</a:t>
            </a:r>
          </a:p>
          <a:p>
            <a:r>
              <a:rPr lang="en-IN" b="1" dirty="0"/>
              <a:t>Routing Middleware </a:t>
            </a:r>
          </a:p>
          <a:p>
            <a:pPr lvl="1"/>
            <a:r>
              <a:rPr lang="en-US" dirty="0"/>
              <a:t>ASP.NET Core middleware that analyzes the request and matches it to a defined route. (</a:t>
            </a:r>
            <a:r>
              <a:rPr lang="en-US" dirty="0" err="1"/>
              <a:t>Program.cs</a:t>
            </a:r>
            <a:r>
              <a:rPr lang="en-US" dirty="0"/>
              <a:t>)</a:t>
            </a:r>
          </a:p>
          <a:p>
            <a:r>
              <a:rPr lang="en-IN" b="1" dirty="0"/>
              <a:t>Route Templates</a:t>
            </a:r>
          </a:p>
          <a:p>
            <a:pPr lvl="1"/>
            <a:r>
              <a:rPr lang="en-US" dirty="0"/>
              <a:t>Patterns defined with placeholders (e.g., {controller}, {action}, {id}) that match parts of the URL.</a:t>
            </a:r>
          </a:p>
          <a:p>
            <a:r>
              <a:rPr lang="en-IN" b="1" dirty="0"/>
              <a:t>Route Values</a:t>
            </a:r>
          </a:p>
          <a:p>
            <a:pPr lvl="1"/>
            <a:r>
              <a:rPr lang="en-US" dirty="0"/>
              <a:t>Extracted from the URL based on the route template (e.g., if the URL is /products/123, the id route value will be 123).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11B7D-0902-76CD-A971-E4A7B13DA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: Key Concepts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F28F9-39E2-0D99-1EFA-FA7D3FD0464E}"/>
              </a:ext>
            </a:extLst>
          </p:cNvPr>
          <p:cNvSpPr txBox="1"/>
          <p:nvPr/>
        </p:nvSpPr>
        <p:spPr>
          <a:xfrm>
            <a:off x="6180666" y="1207194"/>
            <a:ext cx="194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GET</a:t>
            </a:r>
            <a:r>
              <a:rPr lang="en-US" b="1" dirty="0"/>
              <a:t>  |  api/student 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269A1-4D7E-0EA3-BA24-08802D770BDD}"/>
              </a:ext>
            </a:extLst>
          </p:cNvPr>
          <p:cNvSpPr txBox="1"/>
          <p:nvPr/>
        </p:nvSpPr>
        <p:spPr>
          <a:xfrm>
            <a:off x="6180666" y="1590257"/>
            <a:ext cx="226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GET</a:t>
            </a:r>
            <a:r>
              <a:rPr lang="en-US" b="1" dirty="0"/>
              <a:t>  |  api/student/{id} 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99FF3-D2A7-4479-0430-974FBDAE20A1}"/>
              </a:ext>
            </a:extLst>
          </p:cNvPr>
          <p:cNvSpPr txBox="1"/>
          <p:nvPr/>
        </p:nvSpPr>
        <p:spPr>
          <a:xfrm>
            <a:off x="8444088" y="1207194"/>
            <a:ext cx="226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PUT</a:t>
            </a:r>
            <a:r>
              <a:rPr lang="en-US" b="1" dirty="0"/>
              <a:t>  |  api/student/{id} 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152E5B-6BA9-483E-35D4-144D02FB8A09}"/>
              </a:ext>
            </a:extLst>
          </p:cNvPr>
          <p:cNvSpPr txBox="1"/>
          <p:nvPr/>
        </p:nvSpPr>
        <p:spPr>
          <a:xfrm>
            <a:off x="8444087" y="1590257"/>
            <a:ext cx="2681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DELETE</a:t>
            </a:r>
            <a:r>
              <a:rPr lang="en-US" b="1" dirty="0"/>
              <a:t>  |  api/student/{id} 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575A65-6C34-2B2E-35E6-323A30130944}"/>
              </a:ext>
            </a:extLst>
          </p:cNvPr>
          <p:cNvSpPr txBox="1"/>
          <p:nvPr/>
        </p:nvSpPr>
        <p:spPr>
          <a:xfrm>
            <a:off x="6180667" y="2598908"/>
            <a:ext cx="5964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1600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app</a:t>
            </a:r>
            <a:r>
              <a:rPr lang="en-IN" sz="16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IN" sz="160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UseRouting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();      </a:t>
            </a:r>
            <a:r>
              <a:rPr lang="en-IN" sz="1600" dirty="0"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// Routing Middleware</a:t>
            </a:r>
            <a:endParaRPr lang="en-IN" sz="16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IN" sz="1600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app</a:t>
            </a:r>
            <a:r>
              <a:rPr lang="en-IN" sz="16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IN" sz="160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MapControllers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();  </a:t>
            </a:r>
            <a:r>
              <a:rPr lang="en-IN" sz="1600" dirty="0"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// Maps Controllers</a:t>
            </a:r>
            <a:endParaRPr lang="en-IN" sz="16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4CB52-5FD9-A616-E79A-294B2479BFBA}"/>
              </a:ext>
            </a:extLst>
          </p:cNvPr>
          <p:cNvSpPr txBox="1"/>
          <p:nvPr/>
        </p:nvSpPr>
        <p:spPr>
          <a:xfrm>
            <a:off x="6340853" y="162485"/>
            <a:ext cx="5475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GET</a:t>
            </a:r>
            <a:r>
              <a:rPr lang="en-US" sz="2000" b="1" dirty="0"/>
              <a:t>  |  </a:t>
            </a:r>
            <a:r>
              <a:rPr lang="en-IN" sz="2000" dirty="0">
                <a:solidFill>
                  <a:schemeClr val="tx2">
                    <a:lumMod val="75000"/>
                  </a:schemeClr>
                </a:solidFill>
              </a:rPr>
              <a:t>https://localhost:5001/api/students/101</a:t>
            </a:r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9C49FD-A47A-8369-E9B5-544CF0C79652}"/>
              </a:ext>
            </a:extLst>
          </p:cNvPr>
          <p:cNvSpPr txBox="1"/>
          <p:nvPr/>
        </p:nvSpPr>
        <p:spPr>
          <a:xfrm>
            <a:off x="6180666" y="3876034"/>
            <a:ext cx="5964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dirty="0" err="1"/>
              <a:t>api</a:t>
            </a:r>
            <a:r>
              <a:rPr lang="en-IN" dirty="0"/>
              <a:t>/students/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101 | </a:t>
            </a:r>
            <a:r>
              <a:rPr lang="en-US" dirty="0"/>
              <a:t>api/student</a:t>
            </a:r>
            <a:r>
              <a:rPr lang="en-US" b="1" dirty="0"/>
              <a:t>/{id}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IN" dirty="0" err="1"/>
              <a:t>api</a:t>
            </a:r>
            <a:r>
              <a:rPr lang="en-IN" dirty="0"/>
              <a:t>/students/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Computer</a:t>
            </a:r>
            <a:r>
              <a:rPr lang="en-IN" dirty="0"/>
              <a:t>/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101 | </a:t>
            </a:r>
            <a:r>
              <a:rPr lang="en-US" dirty="0"/>
              <a:t>api/student</a:t>
            </a:r>
            <a:r>
              <a:rPr lang="en-US" b="1" dirty="0"/>
              <a:t>/{Course}/{id} </a:t>
            </a:r>
            <a:endParaRPr lang="en-IN" b="1" dirty="0">
              <a:solidFill>
                <a:schemeClr val="accent6">
                  <a:lumMod val="50000"/>
                </a:schemeClr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7C3DE-8F44-1FE2-9780-10D95AF77584}"/>
              </a:ext>
            </a:extLst>
          </p:cNvPr>
          <p:cNvSpPr txBox="1"/>
          <p:nvPr/>
        </p:nvSpPr>
        <p:spPr>
          <a:xfrm>
            <a:off x="6096000" y="5214716"/>
            <a:ext cx="5964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dirty="0"/>
              <a:t>Id = 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101</a:t>
            </a:r>
          </a:p>
          <a:p>
            <a:pPr>
              <a:buNone/>
            </a:pPr>
            <a:r>
              <a:rPr lang="en-IN" dirty="0"/>
              <a:t>Department = 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Computer</a:t>
            </a:r>
            <a:r>
              <a:rPr lang="en-IN" dirty="0"/>
              <a:t>,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N" dirty="0"/>
              <a:t>Id =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 101 </a:t>
            </a:r>
            <a:r>
              <a:rPr lang="en-IN" dirty="0"/>
              <a:t>(Multiple Values/Parameters)</a:t>
            </a:r>
            <a:endParaRPr lang="en-IN" dirty="0"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01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Types of Routing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1.2</a:t>
            </a:r>
          </a:p>
        </p:txBody>
      </p:sp>
    </p:spTree>
    <p:extLst>
      <p:ext uri="{BB962C8B-B14F-4D97-AF65-F5344CB8AC3E}">
        <p14:creationId xmlns:p14="http://schemas.microsoft.com/office/powerpoint/2010/main" val="4084840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230EE0-1D44-5EA9-68D6-1955446DD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733397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Convention-Based/Conventional Routing</a:t>
            </a:r>
          </a:p>
          <a:p>
            <a:pPr lvl="1"/>
            <a:r>
              <a:rPr lang="en-IN" dirty="0"/>
              <a:t>Routes are defined once, centrally, using a URL pattern with placeholders.</a:t>
            </a:r>
          </a:p>
          <a:p>
            <a:pPr lvl="1"/>
            <a:r>
              <a:rPr lang="en-IN" dirty="0"/>
              <a:t>The framework matches any URL that fits the pattern and infers the controller/action from it.</a:t>
            </a:r>
          </a:p>
          <a:p>
            <a:pPr lvl="1"/>
            <a:r>
              <a:rPr lang="en-IN" dirty="0"/>
              <a:t>Defined centrally in Program.cs</a:t>
            </a:r>
          </a:p>
          <a:p>
            <a:pPr lvl="1"/>
            <a:r>
              <a:rPr lang="en-IN" dirty="0"/>
              <a:t>Good fit for MVC apps with predictable, uniform URLs.</a:t>
            </a:r>
          </a:p>
          <a:p>
            <a:pPr lvl="1"/>
            <a:r>
              <a:rPr lang="en-IN" dirty="0"/>
              <a:t>In Program.cs..</a:t>
            </a:r>
          </a:p>
          <a:p>
            <a:pPr lvl="2">
              <a:lnSpc>
                <a:spcPct val="100000"/>
              </a:lnSpc>
              <a:buNone/>
            </a:pPr>
            <a:r>
              <a:rPr lang="en-IN" sz="1600" dirty="0" err="1">
                <a:solidFill>
                  <a:srgbClr val="1F377F"/>
                </a:solidFill>
                <a:latin typeface="Cascadia Mono" panose="020B0609020000020004" pitchFamily="49" charset="0"/>
              </a:rPr>
              <a:t>app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</a:t>
            </a:r>
            <a:r>
              <a:rPr lang="en-IN" sz="16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MapControllerRoute</a:t>
            </a:r>
            <a:endParaRPr lang="en-IN" sz="1600" dirty="0">
              <a:solidFill>
                <a:srgbClr val="74531F"/>
              </a:solidFill>
              <a:latin typeface="Cascadia Mono" panose="020B0609020000020004" pitchFamily="49" charset="0"/>
            </a:endParaRPr>
          </a:p>
          <a:p>
            <a:pPr lvl="2">
              <a:lnSpc>
                <a:spcPct val="10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pPr lvl="2">
              <a:lnSpc>
                <a:spcPct val="100000"/>
              </a:lnSpc>
              <a:buNone/>
            </a:pPr>
            <a:r>
              <a:rPr lang="en-IN" sz="1600" dirty="0">
                <a:solidFill>
                  <a:srgbClr val="1F377F"/>
                </a:solidFill>
                <a:latin typeface="Cascadia Mono" panose="020B0609020000020004" pitchFamily="49" charset="0"/>
              </a:rPr>
              <a:t>	name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"default"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2">
              <a:lnSpc>
                <a:spcPct val="100000"/>
              </a:lnSpc>
              <a:buNone/>
            </a:pPr>
            <a:r>
              <a:rPr lang="en-IN" sz="1600" dirty="0">
                <a:solidFill>
                  <a:srgbClr val="1F377F"/>
                </a:solidFill>
                <a:latin typeface="Cascadia Mono" panose="020B0609020000020004" pitchFamily="49" charset="0"/>
              </a:rPr>
              <a:t>	pattern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: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>
                <a:solidFill>
                  <a:srgbClr val="0073FF"/>
                </a:solidFill>
                <a:latin typeface="Cascadia Mono" panose="020B0609020000020004" pitchFamily="49" charset="0"/>
              </a:rPr>
              <a:t>{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controller</a:t>
            </a:r>
            <a:r>
              <a:rPr lang="en-IN" sz="1600" dirty="0">
                <a:solidFill>
                  <a:srgbClr val="0073FF"/>
                </a:solidFill>
                <a:latin typeface="Cascadia Mono" panose="020B06090200000200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Home</a:t>
            </a:r>
            <a:r>
              <a:rPr lang="en-IN" sz="1600" dirty="0">
                <a:solidFill>
                  <a:srgbClr val="0073FF"/>
                </a:solidFill>
                <a:latin typeface="Cascadia Mono" panose="020B0609020000020004" pitchFamily="49" charset="0"/>
              </a:rPr>
              <a:t>}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/</a:t>
            </a:r>
          </a:p>
          <a:p>
            <a:pPr lvl="2">
              <a:lnSpc>
                <a:spcPct val="100000"/>
              </a:lnSpc>
              <a:buNone/>
            </a:pP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           </a:t>
            </a:r>
            <a:r>
              <a:rPr lang="en-IN" sz="1600" dirty="0">
                <a:solidFill>
                  <a:srgbClr val="0073FF"/>
                </a:solidFill>
                <a:latin typeface="Cascadia Mono" panose="020B0609020000020004" pitchFamily="49" charset="0"/>
              </a:rPr>
              <a:t>{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action</a:t>
            </a:r>
            <a:r>
              <a:rPr lang="en-IN" sz="1600" dirty="0">
                <a:solidFill>
                  <a:srgbClr val="0073FF"/>
                </a:solidFill>
                <a:latin typeface="Cascadia Mono" panose="020B06090200000200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Index</a:t>
            </a:r>
            <a:r>
              <a:rPr lang="en-IN" sz="1600" dirty="0">
                <a:solidFill>
                  <a:srgbClr val="0073FF"/>
                </a:solidFill>
                <a:latin typeface="Cascadia Mono" panose="020B0609020000020004" pitchFamily="49" charset="0"/>
              </a:rPr>
              <a:t>}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/</a:t>
            </a:r>
            <a:r>
              <a:rPr lang="en-IN" sz="1600" dirty="0">
                <a:solidFill>
                  <a:srgbClr val="0073FF"/>
                </a:solidFill>
                <a:latin typeface="Cascadia Mono" panose="020B0609020000020004" pitchFamily="49" charset="0"/>
              </a:rPr>
              <a:t>{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id</a:t>
            </a:r>
            <a:r>
              <a:rPr lang="en-IN" sz="1600" dirty="0">
                <a:solidFill>
                  <a:srgbClr val="FF00C1"/>
                </a:solidFill>
                <a:latin typeface="Cascadia Mono" panose="020B0609020000020004" pitchFamily="49" charset="0"/>
              </a:rPr>
              <a:t>?</a:t>
            </a:r>
            <a:r>
              <a:rPr lang="en-IN" sz="1600" dirty="0">
                <a:solidFill>
                  <a:srgbClr val="0073FF"/>
                </a:solidFill>
                <a:latin typeface="Cascadia Mono" panose="020B0609020000020004" pitchFamily="49" charset="0"/>
              </a:rPr>
              <a:t>}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</a:p>
          <a:p>
            <a:pPr lvl="2">
              <a:lnSpc>
                <a:spcPct val="10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74F7E4-C689-3CAC-7D28-FD77EFFF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Routing </a:t>
            </a:r>
            <a:endParaRPr lang="en-IN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C03B8A2-45AA-54EB-7D27-F811309B8F2E}"/>
              </a:ext>
            </a:extLst>
          </p:cNvPr>
          <p:cNvSpPr txBox="1">
            <a:spLocks/>
          </p:cNvSpPr>
          <p:nvPr/>
        </p:nvSpPr>
        <p:spPr>
          <a:xfrm>
            <a:off x="6096000" y="863443"/>
            <a:ext cx="589844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Attribute Routing (Majorly Used in APIs)</a:t>
            </a:r>
          </a:p>
          <a:p>
            <a:pPr lvl="1"/>
            <a:r>
              <a:rPr lang="en-IN" dirty="0"/>
              <a:t>Routes are declared directly above the controller or action using [Route], [</a:t>
            </a:r>
            <a:r>
              <a:rPr lang="en-IN" dirty="0" err="1"/>
              <a:t>HttpGet</a:t>
            </a:r>
            <a:r>
              <a:rPr lang="en-IN" dirty="0"/>
              <a:t>], etc. </a:t>
            </a:r>
          </a:p>
          <a:p>
            <a:pPr lvl="1"/>
            <a:r>
              <a:rPr lang="en-IN" dirty="0"/>
              <a:t>Each action owns </a:t>
            </a:r>
            <a:r>
              <a:rPr lang="en-IN" b="1" dirty="0"/>
              <a:t>its exact URL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Defined next to the code it routes to.</a:t>
            </a:r>
          </a:p>
          <a:p>
            <a:pPr lvl="1"/>
            <a:r>
              <a:rPr lang="en-IN" dirty="0"/>
              <a:t>Standard choice for Web APIs.</a:t>
            </a:r>
          </a:p>
          <a:p>
            <a:pPr lvl="1"/>
            <a:r>
              <a:rPr lang="en-IN" dirty="0"/>
              <a:t>Full control over each endpoint's URL shape.</a:t>
            </a:r>
          </a:p>
          <a:p>
            <a:pPr lvl="1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5243EB-B8A1-49C6-6B9A-4D51A57BF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730" y="3228800"/>
            <a:ext cx="5111090" cy="3262030"/>
          </a:xfrm>
          <a:prstGeom prst="rect">
            <a:avLst/>
          </a:prstGeom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069CC55-8E4B-2DE7-2685-51D90E825BA7}"/>
              </a:ext>
            </a:extLst>
          </p:cNvPr>
          <p:cNvSpPr/>
          <p:nvPr/>
        </p:nvSpPr>
        <p:spPr>
          <a:xfrm>
            <a:off x="7284515" y="4166964"/>
            <a:ext cx="902127" cy="25161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B12892-9575-67BD-A37A-70EC997DB929}"/>
              </a:ext>
            </a:extLst>
          </p:cNvPr>
          <p:cNvSpPr/>
          <p:nvPr/>
        </p:nvSpPr>
        <p:spPr>
          <a:xfrm>
            <a:off x="7284514" y="4933055"/>
            <a:ext cx="1933129" cy="25161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1DDE01-5CDA-5775-1B48-E15F00FCE245}"/>
              </a:ext>
            </a:extLst>
          </p:cNvPr>
          <p:cNvSpPr/>
          <p:nvPr/>
        </p:nvSpPr>
        <p:spPr>
          <a:xfrm>
            <a:off x="7284515" y="5693531"/>
            <a:ext cx="975770" cy="25161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7B9C63-93DB-80B8-F1AC-0E72136C97C0}"/>
              </a:ext>
            </a:extLst>
          </p:cNvPr>
          <p:cNvSpPr/>
          <p:nvPr/>
        </p:nvSpPr>
        <p:spPr>
          <a:xfrm>
            <a:off x="6949730" y="3430514"/>
            <a:ext cx="2452020" cy="24038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F7DD00A-D5E9-F49A-DF1D-86A67BE005D7}"/>
              </a:ext>
            </a:extLst>
          </p:cNvPr>
          <p:cNvCxnSpPr/>
          <p:nvPr/>
        </p:nvCxnSpPr>
        <p:spPr>
          <a:xfrm>
            <a:off x="6096000" y="938948"/>
            <a:ext cx="0" cy="551506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86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AB6A-347C-6BA3-8CFC-477873A9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4F3D66-74B0-5941-D20B-12FFC00D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Route/Routing Constraints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E8984A-94B7-D7D3-2C4D-9735C2E09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1.3</a:t>
            </a:r>
          </a:p>
        </p:txBody>
      </p:sp>
    </p:spTree>
    <p:extLst>
      <p:ext uri="{BB962C8B-B14F-4D97-AF65-F5344CB8AC3E}">
        <p14:creationId xmlns:p14="http://schemas.microsoft.com/office/powerpoint/2010/main" val="785824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31BB-B9B1-786D-F60D-D172B0746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D0ADC3-7F73-6E16-701D-3F4611798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route constraint </a:t>
            </a:r>
            <a:r>
              <a:rPr lang="en-IN" b="1" dirty="0"/>
              <a:t>restricts what values a route parameter will accept</a:t>
            </a:r>
            <a:r>
              <a:rPr lang="en-IN" dirty="0"/>
              <a:t>, so that </a:t>
            </a:r>
            <a:r>
              <a:rPr lang="en-IN" b="1" dirty="0"/>
              <a:t>only URLs matching a certain shape</a:t>
            </a:r>
            <a:r>
              <a:rPr lang="en-IN" dirty="0"/>
              <a:t> or type reach an action. </a:t>
            </a:r>
          </a:p>
          <a:p>
            <a:r>
              <a:rPr lang="en-IN" b="1" dirty="0"/>
              <a:t>If the constraint fails</a:t>
            </a:r>
            <a:r>
              <a:rPr lang="en-IN" dirty="0"/>
              <a:t>, routing simply </a:t>
            </a:r>
            <a:r>
              <a:rPr lang="en-IN" b="1" dirty="0"/>
              <a:t>treats the URL as not matching that route </a:t>
            </a:r>
            <a:r>
              <a:rPr lang="en-IN" dirty="0"/>
              <a:t>(usually resulting in a 404, or falling through to another matching route).</a:t>
            </a:r>
          </a:p>
          <a:p>
            <a:r>
              <a:rPr lang="en-IN" dirty="0"/>
              <a:t>Constraints are written after the parameter name, separated by a colon: {</a:t>
            </a:r>
            <a:r>
              <a:rPr lang="en-IN" dirty="0" err="1"/>
              <a:t>id:int</a:t>
            </a:r>
            <a:r>
              <a:rPr lang="en-IN" dirty="0"/>
              <a:t>}.</a:t>
            </a:r>
          </a:p>
          <a:p>
            <a:pPr lvl="1"/>
            <a:r>
              <a:rPr lang="en-IN" dirty="0" err="1"/>
              <a:t>E.g</a:t>
            </a:r>
            <a:r>
              <a:rPr lang="en-IN" dirty="0"/>
              <a:t> [</a:t>
            </a:r>
            <a:r>
              <a:rPr lang="en-IN" dirty="0" err="1"/>
              <a:t>HttpGet</a:t>
            </a:r>
            <a:r>
              <a:rPr lang="en-IN" dirty="0"/>
              <a:t>("{</a:t>
            </a:r>
            <a:r>
              <a:rPr lang="en-IN" dirty="0" err="1"/>
              <a:t>id:int</a:t>
            </a:r>
            <a:r>
              <a:rPr lang="en-IN" dirty="0"/>
              <a:t>}")] , [</a:t>
            </a:r>
            <a:r>
              <a:rPr lang="en-IN" dirty="0" err="1"/>
              <a:t>HttpGet</a:t>
            </a:r>
            <a:r>
              <a:rPr lang="en-IN" dirty="0"/>
              <a:t>("product/{</a:t>
            </a:r>
            <a:r>
              <a:rPr lang="en-IN" dirty="0" err="1"/>
              <a:t>productId:int</a:t>
            </a:r>
            <a:r>
              <a:rPr lang="en-IN" dirty="0"/>
              <a:t>}")]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57C9D4-1794-99E6-38E1-18D7042E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Route/Routing Constraints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490B40-3731-E8C2-CCEE-AB8FC7225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41" y="3237938"/>
            <a:ext cx="6522797" cy="321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09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696601-C824-5E75-6EFC-5D4E8D393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Route/Routing Constraints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4CE6C-AFC7-10E2-2C41-73F998000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8" y="863444"/>
            <a:ext cx="10031549" cy="54344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3666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F14BB-1434-A340-D4CC-94B955A3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20C8FB-04D4-A623-0FE9-845777E64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31" y="778707"/>
            <a:ext cx="6668125" cy="57632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B4CB35-7207-E4D8-BCB5-73F5F030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Routing Constraints - Token Replacement &amp; Prefixes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D8DC84-770B-DF18-FFE5-27D4A40C23BF}"/>
              </a:ext>
            </a:extLst>
          </p:cNvPr>
          <p:cNvSpPr/>
          <p:nvPr/>
        </p:nvSpPr>
        <p:spPr>
          <a:xfrm>
            <a:off x="935555" y="2737042"/>
            <a:ext cx="4170355" cy="93283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0D228E-FEB9-EB03-BD77-4E1FFBED711A}"/>
              </a:ext>
            </a:extLst>
          </p:cNvPr>
          <p:cNvSpPr/>
          <p:nvPr/>
        </p:nvSpPr>
        <p:spPr>
          <a:xfrm>
            <a:off x="935554" y="3859074"/>
            <a:ext cx="5882302" cy="93283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BB9932-19E2-BA12-2697-8F43C6906DB9}"/>
              </a:ext>
            </a:extLst>
          </p:cNvPr>
          <p:cNvSpPr/>
          <p:nvPr/>
        </p:nvSpPr>
        <p:spPr>
          <a:xfrm>
            <a:off x="935554" y="4981106"/>
            <a:ext cx="4170356" cy="114353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38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225A4-62C3-15E4-150C-D4E5857F9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E65AA9-1088-F264-2955-04813B1D3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Model Binding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23C9D-2805-11D0-6E72-0525DCF8C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3748742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30F65-B598-D249-C2C8-E51D686DF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D580EA-09DA-BFC9-0BD6-D79568423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Model Binding</a:t>
            </a:r>
            <a:r>
              <a:rPr lang="en-IN" dirty="0"/>
              <a:t> is the process by which ASP.NET Core automatically takes data from an HTTP request and converts it into </a:t>
            </a:r>
            <a:r>
              <a:rPr lang="en-IN" b="1" dirty="0"/>
              <a:t>C# objects or parameters </a:t>
            </a:r>
            <a:r>
              <a:rPr lang="en-IN" dirty="0"/>
              <a:t>used by a controller action.</a:t>
            </a:r>
          </a:p>
          <a:p>
            <a:pPr lvl="0"/>
            <a:r>
              <a:rPr lang="en-IN" dirty="0"/>
              <a:t>For example, if a client sends: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r>
              <a:rPr lang="en-IN" dirty="0"/>
              <a:t>ASP.NET Core </a:t>
            </a:r>
            <a:r>
              <a:rPr lang="en-IN" b="1" dirty="0"/>
              <a:t>Automatically bind this JSON data to a C# model</a:t>
            </a:r>
            <a:r>
              <a:rPr lang="en-IN" dirty="0"/>
              <a:t>.</a:t>
            </a:r>
          </a:p>
          <a:p>
            <a:pPr lvl="0"/>
            <a:endParaRPr lang="en-IN" dirty="0"/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AB4923-7F51-C50E-CDEC-C3C4F828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Binding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DBB463-C1E1-7F52-C763-B932D3442493}"/>
              </a:ext>
            </a:extLst>
          </p:cNvPr>
          <p:cNvSpPr/>
          <p:nvPr/>
        </p:nvSpPr>
        <p:spPr>
          <a:xfrm>
            <a:off x="497090" y="2105378"/>
            <a:ext cx="3188732" cy="172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4"/>
                </a:solidFill>
              </a:rPr>
              <a:t>POST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/api/products</a:t>
            </a:r>
          </a:p>
          <a:p>
            <a:r>
              <a:rPr lang="en-US" dirty="0">
                <a:solidFill>
                  <a:schemeClr val="tx1"/>
                </a:solidFill>
              </a:rPr>
              <a:t>Content-Type: application/</a:t>
            </a:r>
            <a:r>
              <a:rPr lang="en-US" dirty="0" err="1">
                <a:solidFill>
                  <a:schemeClr val="tx1"/>
                </a:solidFill>
              </a:rPr>
              <a:t>json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{</a:t>
            </a:r>
          </a:p>
          <a:p>
            <a:r>
              <a:rPr lang="en-US" b="1" dirty="0">
                <a:solidFill>
                  <a:schemeClr val="tx1"/>
                </a:solidFill>
              </a:rPr>
              <a:t>	“name”: “Laptop”,</a:t>
            </a:r>
          </a:p>
          <a:p>
            <a:r>
              <a:rPr lang="en-US" b="1" dirty="0">
                <a:solidFill>
                  <a:schemeClr val="tx1"/>
                </a:solidFill>
              </a:rPr>
              <a:t>	“price”: 50000</a:t>
            </a: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3128E2-B0CB-1F89-1530-5E8461B8F3DC}"/>
              </a:ext>
            </a:extLst>
          </p:cNvPr>
          <p:cNvSpPr/>
          <p:nvPr/>
        </p:nvSpPr>
        <p:spPr>
          <a:xfrm>
            <a:off x="497090" y="4419107"/>
            <a:ext cx="5288466" cy="20776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Product</a:t>
            </a:r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buNone/>
            </a:pP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Name {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;}</a:t>
            </a:r>
          </a:p>
          <a:p>
            <a:pPr>
              <a:buNone/>
            </a:pP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decimal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Price {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;}</a:t>
            </a:r>
          </a:p>
          <a:p>
            <a:pPr>
              <a:buNone/>
            </a:pP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B3A2B5-9794-DC1A-6D1A-7A0AA60C3E1C}"/>
              </a:ext>
            </a:extLst>
          </p:cNvPr>
          <p:cNvSpPr/>
          <p:nvPr/>
        </p:nvSpPr>
        <p:spPr>
          <a:xfrm>
            <a:off x="5898824" y="4419108"/>
            <a:ext cx="6161996" cy="20776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IN" sz="16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ProductController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ControllerBase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HttpPost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74531F"/>
                </a:solidFill>
                <a:latin typeface="Cascadia Mono" panose="020B0609020000020004" pitchFamily="49" charset="0"/>
              </a:rPr>
              <a:t>Create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Product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1F377F"/>
                </a:solidFill>
                <a:latin typeface="Cascadia Mono" panose="020B0609020000020004" pitchFamily="49" charset="0"/>
              </a:rPr>
              <a:t>product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8F08C4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74531F"/>
                </a:solidFill>
                <a:latin typeface="Cascadia Mono" panose="020B0609020000020004" pitchFamily="49" charset="0"/>
              </a:rPr>
              <a:t>Ok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1F377F"/>
                </a:solidFill>
                <a:latin typeface="Cascadia Mono" panose="020B0609020000020004" pitchFamily="49" charset="0"/>
              </a:rPr>
              <a:t>product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>
              <a:buNone/>
            </a:pPr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4C8403-5853-6E5E-A242-6AAB1CAC7F5A}"/>
              </a:ext>
            </a:extLst>
          </p:cNvPr>
          <p:cNvSpPr/>
          <p:nvPr/>
        </p:nvSpPr>
        <p:spPr>
          <a:xfrm>
            <a:off x="2484424" y="6187181"/>
            <a:ext cx="970845" cy="288202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A275850-70C2-63E6-CF64-BBED4D7C9C36}"/>
              </a:ext>
            </a:extLst>
          </p:cNvPr>
          <p:cNvSpPr/>
          <p:nvPr/>
        </p:nvSpPr>
        <p:spPr>
          <a:xfrm>
            <a:off x="8628997" y="6187181"/>
            <a:ext cx="1162757" cy="288202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CDCDBEF-E4D7-4BD3-FF57-A582142F50BF}"/>
              </a:ext>
            </a:extLst>
          </p:cNvPr>
          <p:cNvCxnSpPr>
            <a:cxnSpLocks/>
          </p:cNvCxnSpPr>
          <p:nvPr/>
        </p:nvCxnSpPr>
        <p:spPr>
          <a:xfrm>
            <a:off x="3335867" y="4896712"/>
            <a:ext cx="6455887" cy="392132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90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CEB7D8-9956-865F-FC9E-7113FB7C1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ASP.NET Core can obtain values from several parts of an HTTP request: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EEAE24-ABCA-19ED-9744-EAD259E6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Model Binding Sources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94A8BD-0BD4-664C-5A5B-446873C5B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814715"/>
              </p:ext>
            </p:extLst>
          </p:nvPr>
        </p:nvGraphicFramePr>
        <p:xfrm>
          <a:off x="460951" y="1321083"/>
          <a:ext cx="87075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400">
                  <a:extLst>
                    <a:ext uri="{9D8B030D-6E8A-4147-A177-3AD203B41FA5}">
                      <a16:colId xmlns:a16="http://schemas.microsoft.com/office/drawing/2014/main" val="2938759701"/>
                    </a:ext>
                  </a:extLst>
                </a:gridCol>
                <a:gridCol w="1870328">
                  <a:extLst>
                    <a:ext uri="{9D8B030D-6E8A-4147-A177-3AD203B41FA5}">
                      <a16:colId xmlns:a16="http://schemas.microsoft.com/office/drawing/2014/main" val="3910706914"/>
                    </a:ext>
                  </a:extLst>
                </a:gridCol>
                <a:gridCol w="5103869">
                  <a:extLst>
                    <a:ext uri="{9D8B030D-6E8A-4147-A177-3AD203B41FA5}">
                      <a16:colId xmlns:a16="http://schemas.microsoft.com/office/drawing/2014/main" val="2710885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Route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[</a:t>
                      </a:r>
                      <a:r>
                        <a:rPr lang="en-US" b="1" dirty="0" err="1"/>
                        <a:t>FromRoute</a:t>
                      </a:r>
                      <a:r>
                        <a:rPr lang="en-US" b="1" dirty="0"/>
                        <a:t>]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/api/products/10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6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Query 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[</a:t>
                      </a:r>
                      <a:r>
                        <a:rPr lang="en-US" b="1" dirty="0" err="1"/>
                        <a:t>FromQuery</a:t>
                      </a:r>
                      <a:r>
                        <a:rPr lang="en-US" b="1" dirty="0"/>
                        <a:t>]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</a:t>
                      </a:r>
                      <a:r>
                        <a:rPr lang="en-US" dirty="0" err="1"/>
                        <a:t>products?id</a:t>
                      </a:r>
                      <a:r>
                        <a:rPr lang="en-US" dirty="0"/>
                        <a:t>=10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02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Request Body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[</a:t>
                      </a:r>
                      <a:r>
                        <a:rPr lang="en-US" b="1" dirty="0" err="1"/>
                        <a:t>FromBody</a:t>
                      </a:r>
                      <a:r>
                        <a:rPr lang="en-US" b="1" dirty="0"/>
                        <a:t>]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JSON/XML body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308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HTTP Header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[</a:t>
                      </a:r>
                      <a:r>
                        <a:rPr lang="en-US" b="1" dirty="0" err="1"/>
                        <a:t>FromHeader</a:t>
                      </a:r>
                      <a:r>
                        <a:rPr lang="en-US" b="1" dirty="0"/>
                        <a:t>]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X-API-Key: </a:t>
                      </a:r>
                      <a:r>
                        <a:rPr lang="en-US" dirty="0" err="1"/>
                        <a:t>abc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211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Form Data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[</a:t>
                      </a:r>
                      <a:r>
                        <a:rPr lang="en-US" b="1" dirty="0" err="1"/>
                        <a:t>FromForm</a:t>
                      </a:r>
                      <a:r>
                        <a:rPr lang="en-US" b="1" dirty="0"/>
                        <a:t>]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HTML form/ Multipart form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01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Services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[</a:t>
                      </a:r>
                      <a:r>
                        <a:rPr lang="en-US" b="1" dirty="0" err="1"/>
                        <a:t>FromServices</a:t>
                      </a:r>
                      <a:r>
                        <a:rPr lang="en-US" b="1" dirty="0"/>
                        <a:t>]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Dependency Injection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487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14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2CE454-B42E-3ECB-B383-03799BCEE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Request: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GET</a:t>
            </a:r>
            <a:r>
              <a:rPr lang="en-US" dirty="0"/>
              <a:t>  </a:t>
            </a:r>
            <a:r>
              <a:rPr lang="en-US" b="1" dirty="0"/>
              <a:t>/api/products/10</a:t>
            </a:r>
          </a:p>
          <a:p>
            <a:r>
              <a:rPr lang="en-US" dirty="0"/>
              <a:t>Controller:</a:t>
            </a:r>
          </a:p>
          <a:p>
            <a:pPr lvl="1">
              <a:buNone/>
            </a:pPr>
            <a:r>
              <a:rPr lang="en-IN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ProductController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: </a:t>
            </a:r>
            <a:r>
              <a:rPr lang="en-IN" sz="18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ControllerBase</a:t>
            </a:r>
            <a:endParaRPr lang="en-IN" sz="18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[</a:t>
            </a:r>
            <a:r>
              <a:rPr lang="en-IN" sz="18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HttpGet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IN" sz="1800" dirty="0">
                <a:solidFill>
                  <a:srgbClr val="0073FF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id</a:t>
            </a:r>
            <a:r>
              <a:rPr lang="en-IN" sz="1800" dirty="0">
                <a:solidFill>
                  <a:srgbClr val="0073FF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IN" sz="18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)]</a:t>
            </a: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en-IN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IActionResult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GetProductByID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[</a:t>
            </a:r>
            <a:r>
              <a:rPr lang="en-IN" sz="180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FromRoute</a:t>
            </a:r>
            <a:r>
              <a:rPr lang="en-IN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]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id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</a:t>
            </a: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{</a:t>
            </a: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Ok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$"The value of id is: 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IN" sz="1800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id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IN" sz="18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}</a:t>
            </a: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</a:p>
          <a:p>
            <a:r>
              <a:rPr lang="en-IN" dirty="0"/>
              <a:t>Output: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52E583-0737-5939-B981-7A87ABFAB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From Route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8860E-B059-EA2B-5CCE-84E211745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23" y="4668790"/>
            <a:ext cx="9750441" cy="16935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37B858-A9D6-91A1-9660-037CFD44385E}"/>
              </a:ext>
            </a:extLst>
          </p:cNvPr>
          <p:cNvSpPr/>
          <p:nvPr/>
        </p:nvSpPr>
        <p:spPr>
          <a:xfrm>
            <a:off x="5669484" y="5118185"/>
            <a:ext cx="853031" cy="2884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222C19-2150-490F-BBA9-9E82BBB9B825}"/>
              </a:ext>
            </a:extLst>
          </p:cNvPr>
          <p:cNvSpPr txBox="1"/>
          <p:nvPr/>
        </p:nvSpPr>
        <p:spPr>
          <a:xfrm>
            <a:off x="9279012" y="0"/>
            <a:ext cx="28352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3200" b="1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FromRoute</a:t>
            </a:r>
            <a:r>
              <a:rPr lang="en-IN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  <a:r>
              <a:rPr lang="en-IN" sz="3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71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641D0-CECF-2302-1A80-43FB09D32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7657BE-037F-CA3B-BA0C-47F87EAA4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Request: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GET</a:t>
            </a:r>
            <a:r>
              <a:rPr lang="en-US" dirty="0"/>
              <a:t>  </a:t>
            </a:r>
            <a:r>
              <a:rPr lang="en-US" b="1" dirty="0"/>
              <a:t>/api/products</a:t>
            </a:r>
            <a:r>
              <a:rPr lang="en-US" b="1" u="sng" dirty="0">
                <a:solidFill>
                  <a:schemeClr val="accent6"/>
                </a:solidFill>
              </a:rPr>
              <a:t>?page=2&amp;pageSize=10</a:t>
            </a:r>
          </a:p>
          <a:p>
            <a:r>
              <a:rPr lang="en-US" dirty="0"/>
              <a:t>Controller:</a:t>
            </a:r>
          </a:p>
          <a:p>
            <a:pPr lvl="1">
              <a:buNone/>
            </a:pPr>
            <a:r>
              <a:rPr lang="en-IN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ProductController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: </a:t>
            </a:r>
            <a:r>
              <a:rPr lang="en-IN" sz="18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ControllerBase</a:t>
            </a:r>
            <a:endParaRPr lang="en-IN" sz="18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[</a:t>
            </a:r>
            <a:r>
              <a:rPr lang="en-IN" sz="18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HttpGet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]</a:t>
            </a: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IActionResult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GetProductByID</a:t>
            </a:r>
            <a:r>
              <a:rPr lang="en-IN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([</a:t>
            </a:r>
            <a:r>
              <a:rPr lang="en-IN" sz="180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FromQuery</a:t>
            </a:r>
            <a:r>
              <a:rPr lang="en-IN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]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page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IN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[</a:t>
            </a:r>
            <a:r>
              <a:rPr lang="en-IN" sz="180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FromQuery</a:t>
            </a:r>
            <a:r>
              <a:rPr lang="en-IN" sz="1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]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pageSize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</a:t>
            </a: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{</a:t>
            </a: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Ok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$"The value of page is: 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IN" sz="1800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page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IN" sz="18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IN" sz="18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pageSize</a:t>
            </a:r>
            <a:r>
              <a:rPr lang="en-IN" sz="18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is: 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IN" sz="1800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pageSize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IN" sz="18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}</a:t>
            </a:r>
          </a:p>
          <a:p>
            <a:pPr lvl="1"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</a:p>
          <a:p>
            <a:r>
              <a:rPr lang="en-IN" dirty="0"/>
              <a:t>Output: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A0103C-4093-4DBA-318A-708562979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From Query String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546868-1BD2-14D7-DBC5-D37D6A0AA114}"/>
              </a:ext>
            </a:extLst>
          </p:cNvPr>
          <p:cNvCxnSpPr/>
          <p:nvPr/>
        </p:nvCxnSpPr>
        <p:spPr>
          <a:xfrm flipH="1">
            <a:off x="6744468" y="1043275"/>
            <a:ext cx="63823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848F227-007D-91AF-CEF9-4276EBE85CB9}"/>
              </a:ext>
            </a:extLst>
          </p:cNvPr>
          <p:cNvSpPr txBox="1"/>
          <p:nvPr/>
        </p:nvSpPr>
        <p:spPr>
          <a:xfrm>
            <a:off x="7382707" y="858609"/>
            <a:ext cx="243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 Parameter(s)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86940D-8358-DCCE-2A6C-80C9B8E0B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05" y="4671579"/>
            <a:ext cx="9720805" cy="17824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E7D34DA-D814-5971-EED0-5440C2624FFA}"/>
              </a:ext>
            </a:extLst>
          </p:cNvPr>
          <p:cNvSpPr/>
          <p:nvPr/>
        </p:nvSpPr>
        <p:spPr>
          <a:xfrm>
            <a:off x="5669484" y="5167281"/>
            <a:ext cx="853031" cy="2884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EB327D-7F89-5DEA-974E-259DB54D6F68}"/>
              </a:ext>
            </a:extLst>
          </p:cNvPr>
          <p:cNvSpPr txBox="1"/>
          <p:nvPr/>
        </p:nvSpPr>
        <p:spPr>
          <a:xfrm>
            <a:off x="9279012" y="0"/>
            <a:ext cx="28352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3200" b="1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FromQuery</a:t>
            </a:r>
            <a:r>
              <a:rPr lang="en-IN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  <a:r>
              <a:rPr lang="en-IN" sz="3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86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E70C22-8F61-06E0-AC04-F0954D999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4109427" cy="2254108"/>
          </a:xfrm>
        </p:spPr>
        <p:txBody>
          <a:bodyPr/>
          <a:lstStyle/>
          <a:p>
            <a:r>
              <a:rPr lang="en-US" dirty="0"/>
              <a:t>Request: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BE4FCA-98A6-4F00-4956-827139D45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From Body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02E8C7-BD13-F92A-B2EE-6F60F3F6D178}"/>
              </a:ext>
            </a:extLst>
          </p:cNvPr>
          <p:cNvSpPr/>
          <p:nvPr/>
        </p:nvSpPr>
        <p:spPr>
          <a:xfrm>
            <a:off x="484816" y="1270758"/>
            <a:ext cx="3188732" cy="172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4"/>
                </a:solidFill>
              </a:rPr>
              <a:t>POST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/api/products</a:t>
            </a:r>
          </a:p>
          <a:p>
            <a:r>
              <a:rPr lang="en-US" dirty="0">
                <a:solidFill>
                  <a:schemeClr val="tx1"/>
                </a:solidFill>
              </a:rPr>
              <a:t>Content-Type: application/</a:t>
            </a:r>
            <a:r>
              <a:rPr lang="en-US" dirty="0" err="1">
                <a:solidFill>
                  <a:schemeClr val="tx1"/>
                </a:solidFill>
              </a:rPr>
              <a:t>json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{</a:t>
            </a:r>
          </a:p>
          <a:p>
            <a:r>
              <a:rPr lang="en-US" b="1" dirty="0">
                <a:solidFill>
                  <a:schemeClr val="tx1"/>
                </a:solidFill>
              </a:rPr>
              <a:t>	“name”: “Laptop”,</a:t>
            </a:r>
          </a:p>
          <a:p>
            <a:r>
              <a:rPr lang="en-US" b="1" dirty="0">
                <a:solidFill>
                  <a:schemeClr val="tx1"/>
                </a:solidFill>
              </a:rPr>
              <a:t>	“price”: 50000</a:t>
            </a: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22A1C7D-EB77-6DC9-0014-737E7D81F2B5}"/>
              </a:ext>
            </a:extLst>
          </p:cNvPr>
          <p:cNvSpPr txBox="1">
            <a:spLocks/>
          </p:cNvSpPr>
          <p:nvPr/>
        </p:nvSpPr>
        <p:spPr>
          <a:xfrm>
            <a:off x="4162109" y="863445"/>
            <a:ext cx="4109427" cy="2254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Model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93F5BA-0233-886B-53A2-DD1D2044256C}"/>
              </a:ext>
            </a:extLst>
          </p:cNvPr>
          <p:cNvSpPr/>
          <p:nvPr/>
        </p:nvSpPr>
        <p:spPr>
          <a:xfrm>
            <a:off x="4501634" y="1270758"/>
            <a:ext cx="5894296" cy="172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2B91AF"/>
                </a:solidFill>
                <a:latin typeface="Cascadia Mono" panose="020B0609020000020004" pitchFamily="49" charset="0"/>
              </a:rPr>
              <a:t>Product</a:t>
            </a:r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buNone/>
            </a:pP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pPr>
              <a:buNone/>
            </a:pP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decimal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Price {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pPr>
              <a:buNone/>
            </a:pP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772540CE-7219-69D8-1287-2117A735758F}"/>
              </a:ext>
            </a:extLst>
          </p:cNvPr>
          <p:cNvSpPr txBox="1">
            <a:spLocks/>
          </p:cNvSpPr>
          <p:nvPr/>
        </p:nvSpPr>
        <p:spPr>
          <a:xfrm>
            <a:off x="131180" y="3269797"/>
            <a:ext cx="4109427" cy="2254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Controller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B2CBE2-6FB0-85EC-18AE-E7A3DF30AB91}"/>
              </a:ext>
            </a:extLst>
          </p:cNvPr>
          <p:cNvSpPr/>
          <p:nvPr/>
        </p:nvSpPr>
        <p:spPr>
          <a:xfrm>
            <a:off x="470704" y="3677110"/>
            <a:ext cx="9925225" cy="20854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ProductController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ControllerBase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HttpPost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74531F"/>
                </a:solidFill>
                <a:latin typeface="Cascadia Mono" panose="020B0609020000020004" pitchFamily="49" charset="0"/>
              </a:rPr>
              <a:t>Create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[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FromBody</a:t>
            </a:r>
            <a:r>
              <a:rPr lang="en-IN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]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Product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1F377F"/>
                </a:solidFill>
                <a:latin typeface="Cascadia Mono" panose="020B0609020000020004" pitchFamily="49" charset="0"/>
              </a:rPr>
              <a:t>product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8F08C4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74531F"/>
                </a:solidFill>
                <a:latin typeface="Cascadia Mono" panose="020B0609020000020004" pitchFamily="49" charset="0"/>
              </a:rPr>
              <a:t>Ok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1F377F"/>
                </a:solidFill>
                <a:latin typeface="Cascadia Mono" panose="020B0609020000020004" pitchFamily="49" charset="0"/>
              </a:rPr>
              <a:t>product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C00F7E-839D-7057-8D87-30BE0D211722}"/>
              </a:ext>
            </a:extLst>
          </p:cNvPr>
          <p:cNvSpPr txBox="1"/>
          <p:nvPr/>
        </p:nvSpPr>
        <p:spPr>
          <a:xfrm>
            <a:off x="9279012" y="0"/>
            <a:ext cx="28352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3200" b="1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FromBody</a:t>
            </a:r>
            <a:r>
              <a:rPr lang="en-IN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  <a:r>
              <a:rPr lang="en-IN" sz="3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04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0F110A-6D09-C110-57AF-85750B79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From Body Cont..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011DBC-3CE9-93D8-1093-71A43A485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69" y="845057"/>
            <a:ext cx="11320862" cy="465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327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FA43A6-C0F9-F761-BB06-72AF4021C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Request: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GET</a:t>
            </a:r>
            <a:r>
              <a:rPr lang="en-US" dirty="0"/>
              <a:t>  </a:t>
            </a:r>
            <a:r>
              <a:rPr lang="en-US" b="1" dirty="0"/>
              <a:t>/api/products</a:t>
            </a:r>
          </a:p>
          <a:p>
            <a:r>
              <a:rPr lang="en-US" dirty="0"/>
              <a:t>Controller:</a:t>
            </a:r>
          </a:p>
          <a:p>
            <a:pPr lvl="1">
              <a:buNone/>
            </a:pPr>
            <a:r>
              <a:rPr lang="en-IN" sz="16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ProductController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: </a:t>
            </a:r>
            <a:r>
              <a:rPr lang="en-IN" sz="16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ControllerBase</a:t>
            </a:r>
            <a:endParaRPr lang="en-IN" sz="16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[</a:t>
            </a:r>
            <a:r>
              <a:rPr lang="en-IN" sz="16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HttpGet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]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GetProducts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[</a:t>
            </a:r>
            <a:r>
              <a:rPr lang="en-IN" sz="160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FromHeader</a:t>
            </a:r>
            <a:r>
              <a:rPr lang="en-IN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(Name = </a:t>
            </a:r>
            <a:r>
              <a:rPr lang="en-IN" sz="160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"My-Api-Key"</a:t>
            </a:r>
            <a:r>
              <a:rPr lang="en-IN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)]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string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ApiKey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{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Ok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$"The value of </a:t>
            </a:r>
            <a:r>
              <a:rPr lang="en-IN" sz="160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ApiKey</a:t>
            </a:r>
            <a:r>
              <a:rPr lang="en-IN" sz="16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 is: 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IN" sz="1600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ApiKey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}</a:t>
            </a:r>
            <a:r>
              <a:rPr lang="en-IN" sz="1600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}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</a:p>
          <a:p>
            <a:r>
              <a:rPr lang="en-IN" dirty="0"/>
              <a:t>Output: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B853F1-7A13-1E04-D05C-58E58EA3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From Header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1A4BD-D01A-9E82-420D-D8DBC86F7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217" y="4147361"/>
            <a:ext cx="7919554" cy="24091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01E8291-DC91-BBE0-86B5-CC336D662BCB}"/>
              </a:ext>
            </a:extLst>
          </p:cNvPr>
          <p:cNvSpPr/>
          <p:nvPr/>
        </p:nvSpPr>
        <p:spPr>
          <a:xfrm>
            <a:off x="5641869" y="4499530"/>
            <a:ext cx="611645" cy="2933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193860-0B9E-5B42-B122-98F7C7FE6A06}"/>
              </a:ext>
            </a:extLst>
          </p:cNvPr>
          <p:cNvSpPr txBox="1"/>
          <p:nvPr/>
        </p:nvSpPr>
        <p:spPr>
          <a:xfrm>
            <a:off x="9064220" y="0"/>
            <a:ext cx="3050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3200" b="1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FromHeader</a:t>
            </a:r>
            <a:r>
              <a:rPr lang="en-IN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  <a:r>
              <a:rPr lang="en-IN" sz="3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41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256115-470C-7B45-51DD-774BDD9D2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widely used for form submissions or file uploads.</a:t>
            </a:r>
          </a:p>
          <a:p>
            <a:r>
              <a:rPr lang="en-US" dirty="0"/>
              <a:t>Controller:</a:t>
            </a:r>
          </a:p>
          <a:p>
            <a:pPr lvl="1">
              <a:buNone/>
            </a:pPr>
            <a:r>
              <a:rPr lang="en-IN" sz="16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ProductController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: </a:t>
            </a:r>
            <a:r>
              <a:rPr lang="en-IN" sz="16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ControllerBase</a:t>
            </a:r>
            <a:endParaRPr lang="en-IN" sz="16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[</a:t>
            </a:r>
            <a:r>
              <a:rPr lang="en-IN" sz="16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HttpPost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]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Create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[</a:t>
            </a:r>
            <a:r>
              <a:rPr lang="en-IN" sz="160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FromForm</a:t>
            </a:r>
            <a:r>
              <a:rPr lang="en-IN" sz="16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scadia Mono" panose="020B0609020000020004" pitchFamily="49" charset="0"/>
              </a:rPr>
              <a:t>]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Product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product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{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8F08C4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Ok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product</a:t>
            </a: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}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</a:p>
          <a:p>
            <a:r>
              <a:rPr lang="en-IN" dirty="0"/>
              <a:t>Output: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443954-2037-92B9-11B8-C5FA31125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From Form Data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A8859-91E2-C9E0-DF4B-F086DC31A1CF}"/>
              </a:ext>
            </a:extLst>
          </p:cNvPr>
          <p:cNvSpPr txBox="1"/>
          <p:nvPr/>
        </p:nvSpPr>
        <p:spPr>
          <a:xfrm>
            <a:off x="9530626" y="0"/>
            <a:ext cx="2583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3200" b="1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FromForm</a:t>
            </a:r>
            <a:r>
              <a:rPr lang="en-IN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  <a:r>
              <a:rPr lang="en-IN" sz="3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C14F4C-234C-5565-86AF-84AF1EE58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289" y="3623628"/>
            <a:ext cx="9729272" cy="23709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F5C100C-E4B5-14DA-44DF-4CACDD126914}"/>
              </a:ext>
            </a:extLst>
          </p:cNvPr>
          <p:cNvSpPr/>
          <p:nvPr/>
        </p:nvSpPr>
        <p:spPr>
          <a:xfrm>
            <a:off x="7182085" y="4741235"/>
            <a:ext cx="454131" cy="3271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11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2F44EE-EAFE-0E21-2884-0731E8037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B84742"/>
              </a:buClr>
              <a:defRPr/>
            </a:pPr>
            <a:r>
              <a:rPr lang="en-IN" dirty="0" err="1"/>
              <a:t>FromService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 is used for Method Injection. It is used when only single method requires any service.</a:t>
            </a:r>
          </a:p>
          <a:p>
            <a:pPr lvl="0">
              <a:buClr>
                <a:srgbClr val="B84742"/>
              </a:buClr>
              <a:defRPr/>
            </a:pPr>
            <a:r>
              <a:rPr lang="en-IN" b="1" dirty="0"/>
              <a:t>Method Injection</a:t>
            </a:r>
            <a:r>
              <a:rPr lang="en-IN" dirty="0"/>
              <a:t> is a technique of Dependency Injection in which a dependency is provided directly to a </a:t>
            </a:r>
            <a:r>
              <a:rPr lang="en-IN" b="1" dirty="0"/>
              <a:t>method/action</a:t>
            </a:r>
            <a:r>
              <a:rPr lang="en-IN" dirty="0"/>
              <a:t> as a parameter instead of being injected through the class constructor.</a:t>
            </a:r>
          </a:p>
          <a:p>
            <a:pPr lvl="0">
              <a:buClr>
                <a:srgbClr val="B84742"/>
              </a:buClr>
              <a:defRPr/>
            </a:pPr>
            <a:r>
              <a:rPr lang="en-IN" dirty="0"/>
              <a:t>Controller:</a:t>
            </a:r>
          </a:p>
          <a:p>
            <a:pPr lvl="0">
              <a:buClr>
                <a:srgbClr val="B84742"/>
              </a:buClr>
              <a:defRPr/>
            </a:pPr>
            <a:endParaRPr lang="en-IN" dirty="0"/>
          </a:p>
          <a:p>
            <a:pPr lvl="1">
              <a:buNone/>
            </a:pPr>
            <a:r>
              <a:rPr lang="en-IN" sz="1600" dirty="0">
                <a:latin typeface="Cascadia Mono" panose="020B0609020000020004" pitchFamily="49" charset="0"/>
              </a:rPr>
              <a:t>[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HttpGet</a:t>
            </a:r>
            <a:r>
              <a:rPr lang="en-IN" sz="1600" dirty="0">
                <a:latin typeface="Cascadia Mono" panose="020B0609020000020004" pitchFamily="49" charset="0"/>
              </a:rPr>
              <a:t>]</a:t>
            </a:r>
          </a:p>
          <a:p>
            <a:pPr lvl="1">
              <a:buNone/>
            </a:pP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Task</a:t>
            </a:r>
            <a:r>
              <a:rPr lang="en-IN" sz="1600" dirty="0">
                <a:latin typeface="Cascadia Mono" panose="020B0609020000020004" pitchFamily="49" charset="0"/>
              </a:rPr>
              <a:t>&lt;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latin typeface="Cascadia Mono" panose="020B0609020000020004" pitchFamily="49" charset="0"/>
              </a:rPr>
              <a:t>&gt;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GetAll</a:t>
            </a:r>
            <a:r>
              <a:rPr lang="en-IN" sz="1600" dirty="0">
                <a:latin typeface="Cascadia Mono" panose="020B0609020000020004" pitchFamily="49" charset="0"/>
              </a:rPr>
              <a:t>(</a:t>
            </a:r>
            <a:r>
              <a:rPr lang="en-IN" sz="1600" dirty="0">
                <a:highlight>
                  <a:srgbClr val="FFFF00"/>
                </a:highlight>
                <a:latin typeface="Cascadia Mono" panose="020B0609020000020004" pitchFamily="49" charset="0"/>
              </a:rPr>
              <a:t>[</a:t>
            </a:r>
            <a:r>
              <a:rPr lang="en-IN" sz="1600" dirty="0" err="1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FromServices</a:t>
            </a:r>
            <a:r>
              <a:rPr lang="en-IN" sz="1600" dirty="0">
                <a:highlight>
                  <a:srgbClr val="FFFF00"/>
                </a:highlight>
                <a:latin typeface="Cascadia Mono" panose="020B0609020000020004" pitchFamily="49" charset="0"/>
              </a:rPr>
              <a:t>]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1F377F"/>
                </a:solidFill>
                <a:latin typeface="Cascadia Mono" panose="020B0609020000020004" pitchFamily="49" charset="0"/>
              </a:rPr>
              <a:t>contextDb</a:t>
            </a:r>
            <a:r>
              <a:rPr lang="en-IN" sz="1600" dirty="0">
                <a:latin typeface="Cascadia Mono" panose="020B0609020000020004" pitchFamily="49" charset="0"/>
              </a:rPr>
              <a:t>)</a:t>
            </a:r>
          </a:p>
          <a:p>
            <a:pPr lvl="1">
              <a:buNone/>
            </a:pPr>
            <a:r>
              <a:rPr lang="en-IN" sz="1600" dirty="0">
                <a:latin typeface="Cascadia Mono" panose="020B0609020000020004" pitchFamily="49" charset="0"/>
              </a:rPr>
              <a:t>{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1F377F"/>
                </a:solidFill>
                <a:latin typeface="Cascadia Mono" panose="020B0609020000020004" pitchFamily="49" charset="0"/>
              </a:rPr>
              <a:t>res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600" dirty="0" err="1">
                <a:solidFill>
                  <a:srgbClr val="1F377F"/>
                </a:solidFill>
                <a:latin typeface="Cascadia Mono" panose="020B0609020000020004" pitchFamily="49" charset="0"/>
              </a:rPr>
              <a:t>contextDb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.Students.</a:t>
            </a:r>
            <a:r>
              <a:rPr lang="en-IN" sz="16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ToList</a:t>
            </a:r>
            <a:r>
              <a:rPr lang="en-IN" sz="1600" dirty="0">
                <a:solidFill>
                  <a:srgbClr val="1A94FF"/>
                </a:solidFill>
                <a:latin typeface="Cascadia Mono" panose="020B0609020000020004" pitchFamily="49" charset="0"/>
              </a:rPr>
              <a:t>()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lvl="1"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8F08C4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74531F"/>
                </a:solidFill>
                <a:latin typeface="Cascadia Mono" panose="020B0609020000020004" pitchFamily="49" charset="0"/>
              </a:rPr>
              <a:t>Ok</a:t>
            </a:r>
            <a:r>
              <a:rPr lang="en-IN" sz="1600" dirty="0">
                <a:solidFill>
                  <a:srgbClr val="1A94FF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1F377F"/>
                </a:solidFill>
                <a:latin typeface="Cascadia Mono" panose="020B0609020000020004" pitchFamily="49" charset="0"/>
              </a:rPr>
              <a:t>res</a:t>
            </a:r>
            <a:r>
              <a:rPr lang="en-IN" sz="1600" dirty="0">
                <a:solidFill>
                  <a:srgbClr val="1A94FF"/>
                </a:solidFill>
                <a:latin typeface="Cascadia Mono" panose="020B0609020000020004" pitchFamily="49" charset="0"/>
              </a:rPr>
              <a:t>)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lvl="1">
              <a:buNone/>
            </a:pPr>
            <a:r>
              <a:rPr lang="en-IN" sz="1600" dirty="0">
                <a:latin typeface="Cascadia Mono" panose="020B0609020000020004" pitchFamily="49" charset="0"/>
              </a:rPr>
              <a:t>}</a:t>
            </a:r>
          </a:p>
          <a:p>
            <a:pPr marL="0" lvl="0" indent="0">
              <a:buClr>
                <a:srgbClr val="B84742"/>
              </a:buClr>
              <a:buNone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6AC399-17A5-0A1D-63CF-1AF32D46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</a:t>
            </a:r>
            <a:r>
              <a:rPr lang="en-IN" dirty="0" err="1"/>
              <a:t>FromService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215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API Versioning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2706188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>
                <a:solidFill>
                  <a:schemeClr val="accent6"/>
                </a:solidFill>
              </a:rPr>
              <a:t>API Versioning = Managing API changes safely.</a:t>
            </a:r>
            <a:r>
              <a:rPr lang="en-IN" dirty="0">
                <a:solidFill>
                  <a:schemeClr val="accent6"/>
                </a:solidFill>
              </a:rPr>
              <a:t> </a:t>
            </a:r>
          </a:p>
          <a:p>
            <a:pPr lvl="0"/>
            <a:r>
              <a:rPr lang="en-IN" dirty="0"/>
              <a:t>It </a:t>
            </a:r>
            <a:r>
              <a:rPr lang="en-IN" b="1" dirty="0"/>
              <a:t>tracks and communicates</a:t>
            </a:r>
            <a:r>
              <a:rPr lang="en-IN" dirty="0"/>
              <a:t> API changes to consumers/end-users. </a:t>
            </a:r>
          </a:p>
          <a:p>
            <a:pPr lvl="0"/>
            <a:r>
              <a:rPr lang="en-IN" dirty="0"/>
              <a:t>Changes may include </a:t>
            </a:r>
            <a:r>
              <a:rPr lang="en-IN" b="1" dirty="0"/>
              <a:t>bug fixes, security updates, and new features releases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Breaking changes</a:t>
            </a:r>
            <a:r>
              <a:rPr lang="en-IN" dirty="0"/>
              <a:t> can cause problems for existing clients. </a:t>
            </a:r>
          </a:p>
          <a:p>
            <a:pPr lvl="0"/>
            <a:r>
              <a:rPr lang="en-IN" dirty="0"/>
              <a:t>Versioning maintains </a:t>
            </a:r>
            <a:r>
              <a:rPr lang="en-IN" b="1" dirty="0"/>
              <a:t>backward compatibility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Multiple API versions allow </a:t>
            </a:r>
            <a:r>
              <a:rPr lang="en-IN" b="1" dirty="0"/>
              <a:t>old and new clients to work together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It protects </a:t>
            </a:r>
            <a:r>
              <a:rPr lang="en-IN" b="1" dirty="0"/>
              <a:t>data availability and integrity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It builds </a:t>
            </a:r>
            <a:r>
              <a:rPr lang="en-IN" b="1" dirty="0"/>
              <a:t>consumer trust</a:t>
            </a:r>
            <a:r>
              <a:rPr lang="en-IN" dirty="0"/>
              <a:t> while allowing the API to evolve.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What is API Versioning?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E55D03-BDCF-C730-45C1-3B3317B13889}"/>
              </a:ext>
            </a:extLst>
          </p:cNvPr>
          <p:cNvSpPr/>
          <p:nvPr/>
        </p:nvSpPr>
        <p:spPr>
          <a:xfrm>
            <a:off x="497090" y="4774518"/>
            <a:ext cx="1847211" cy="472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Change API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A6915-681F-B85A-C52E-391C099CA473}"/>
              </a:ext>
            </a:extLst>
          </p:cNvPr>
          <p:cNvSpPr/>
          <p:nvPr/>
        </p:nvSpPr>
        <p:spPr>
          <a:xfrm>
            <a:off x="3226993" y="4774518"/>
            <a:ext cx="1847211" cy="472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Create Version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1FFECD-26FD-D304-7ED7-CE90E2EBC281}"/>
              </a:ext>
            </a:extLst>
          </p:cNvPr>
          <p:cNvSpPr/>
          <p:nvPr/>
        </p:nvSpPr>
        <p:spPr>
          <a:xfrm>
            <a:off x="5956896" y="4774518"/>
            <a:ext cx="1965858" cy="472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Protect Old Clients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BE30A3-F041-02C1-B94C-D2EC6D945937}"/>
              </a:ext>
            </a:extLst>
          </p:cNvPr>
          <p:cNvSpPr/>
          <p:nvPr/>
        </p:nvSpPr>
        <p:spPr>
          <a:xfrm>
            <a:off x="8805446" y="4774518"/>
            <a:ext cx="2144852" cy="472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Support New Clients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3B0ADC-92FB-9A82-A7A3-0905F32CA565}"/>
              </a:ext>
            </a:extLst>
          </p:cNvPr>
          <p:cNvCxnSpPr>
            <a:stCxn id="4" idx="3"/>
          </p:cNvCxnSpPr>
          <p:nvPr/>
        </p:nvCxnSpPr>
        <p:spPr>
          <a:xfrm>
            <a:off x="2344301" y="5010789"/>
            <a:ext cx="8223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368238-6AE7-D837-6368-35BBA4432EA8}"/>
              </a:ext>
            </a:extLst>
          </p:cNvPr>
          <p:cNvCxnSpPr/>
          <p:nvPr/>
        </p:nvCxnSpPr>
        <p:spPr>
          <a:xfrm>
            <a:off x="5074204" y="5010789"/>
            <a:ext cx="8223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6FE8CC-DA48-6D3D-FA05-147E9DA415DB}"/>
              </a:ext>
            </a:extLst>
          </p:cNvPr>
          <p:cNvCxnSpPr/>
          <p:nvPr/>
        </p:nvCxnSpPr>
        <p:spPr>
          <a:xfrm>
            <a:off x="7922754" y="5010789"/>
            <a:ext cx="8223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34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API Versioning? Cont..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FB7EFF-9D7A-6203-6015-7E0714CCA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5"/>
          <a:stretch>
            <a:fillRect/>
          </a:stretch>
        </p:blipFill>
        <p:spPr>
          <a:xfrm>
            <a:off x="42958" y="818371"/>
            <a:ext cx="9690185" cy="570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68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A2880-0570-2D90-A5F4-8BCD6B377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2887E9-DDD8-C89E-AFCB-259A1A88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Types of API Versioning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B0284-607C-DB6B-0024-0EFFCD51B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1739C9-C3CF-906A-B343-CF5E63A55ACC}"/>
              </a:ext>
            </a:extLst>
          </p:cNvPr>
          <p:cNvSpPr/>
          <p:nvPr/>
        </p:nvSpPr>
        <p:spPr>
          <a:xfrm>
            <a:off x="8763511" y="3264705"/>
            <a:ext cx="1673671" cy="32859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URL Versioning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E6664EF-779F-82DC-DA3A-4A9CF8186A41}"/>
              </a:ext>
            </a:extLst>
          </p:cNvPr>
          <p:cNvSpPr/>
          <p:nvPr/>
        </p:nvSpPr>
        <p:spPr>
          <a:xfrm>
            <a:off x="8763511" y="3699403"/>
            <a:ext cx="2902759" cy="3285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Query Parameter Versioning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7DE74B-5825-9B35-F72E-9DCF61CBC307}"/>
              </a:ext>
            </a:extLst>
          </p:cNvPr>
          <p:cNvSpPr/>
          <p:nvPr/>
        </p:nvSpPr>
        <p:spPr>
          <a:xfrm>
            <a:off x="8763510" y="4134101"/>
            <a:ext cx="1939265" cy="3285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Header Versioning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758CFC-24B5-203A-3F08-D25A8BC5ABC4}"/>
              </a:ext>
            </a:extLst>
          </p:cNvPr>
          <p:cNvSpPr/>
          <p:nvPr/>
        </p:nvSpPr>
        <p:spPr>
          <a:xfrm>
            <a:off x="8763510" y="4568799"/>
            <a:ext cx="2902759" cy="3285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Consumer-Based Versioning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976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44B6CB-E59D-73F5-5992-0CA11A43B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URL Versioning</a:t>
            </a:r>
            <a:endParaRPr lang="en-US" dirty="0"/>
          </a:p>
          <a:p>
            <a:pPr lvl="1"/>
            <a:r>
              <a:rPr lang="en-US" dirty="0"/>
              <a:t>With this approach, the </a:t>
            </a:r>
            <a:r>
              <a:rPr lang="en-US" b="1" dirty="0">
                <a:solidFill>
                  <a:schemeClr val="accent6"/>
                </a:solidFill>
              </a:rPr>
              <a:t>version number is included in the URL of the API endpoint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For instance, consumers who are interested in viewing all of the products in a database would send a request to the </a:t>
            </a:r>
            <a:r>
              <a:rPr lang="en-US" b="1" i="1" dirty="0">
                <a:solidFill>
                  <a:schemeClr val="accent4"/>
                </a:solidFill>
              </a:rPr>
              <a:t>https://example-api.com/v1/products</a:t>
            </a:r>
            <a:r>
              <a:rPr lang="en-US" i="1" dirty="0"/>
              <a:t> </a:t>
            </a:r>
            <a:r>
              <a:rPr lang="en-US" dirty="0"/>
              <a:t>endpoint. </a:t>
            </a:r>
          </a:p>
          <a:p>
            <a:pPr lvl="1"/>
            <a:r>
              <a:rPr lang="en-US" dirty="0"/>
              <a:t>This is the most popular type of API versioning.</a:t>
            </a:r>
          </a:p>
          <a:p>
            <a:pPr lvl="1"/>
            <a:r>
              <a:rPr lang="en-IN" dirty="0"/>
              <a:t>This is also called </a:t>
            </a:r>
            <a:r>
              <a:rPr lang="en-IN" b="1" dirty="0"/>
              <a:t>URL Segment Versioning</a:t>
            </a:r>
            <a:r>
              <a:rPr lang="en-IN" dirty="0"/>
              <a:t>.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Query Parameter Versioning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This strategy requires users to include the version number as a query parameter in the API request. </a:t>
            </a:r>
          </a:p>
          <a:p>
            <a:pPr lvl="1"/>
            <a:r>
              <a:rPr lang="en-US" dirty="0"/>
              <a:t>For instance, they might send a request to </a:t>
            </a:r>
            <a:r>
              <a:rPr lang="en-US" b="1" i="1" dirty="0">
                <a:solidFill>
                  <a:schemeClr val="accent4"/>
                </a:solidFill>
              </a:rPr>
              <a:t>https://example-api.com/products?version=1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sz="1800" dirty="0"/>
          </a:p>
          <a:p>
            <a:pPr lvl="1"/>
            <a:endParaRPr lang="en-US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US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5721AF-46B3-B745-0DB6-42F53B5F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API Versioning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269E2-C587-C9DC-F728-393E101B09AA}"/>
              </a:ext>
            </a:extLst>
          </p:cNvPr>
          <p:cNvSpPr txBox="1"/>
          <p:nvPr/>
        </p:nvSpPr>
        <p:spPr>
          <a:xfrm>
            <a:off x="945880" y="2854463"/>
            <a:ext cx="2263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GET</a:t>
            </a:r>
            <a:r>
              <a:rPr lang="en-IN" dirty="0"/>
              <a:t> </a:t>
            </a:r>
            <a:r>
              <a:rPr lang="en-IN" b="1" dirty="0"/>
              <a:t>|</a:t>
            </a:r>
            <a:r>
              <a:rPr lang="en-IN" dirty="0"/>
              <a:t> /</a:t>
            </a:r>
            <a:r>
              <a:rPr lang="en-IN" dirty="0" err="1"/>
              <a:t>api</a:t>
            </a:r>
            <a:r>
              <a:rPr lang="en-IN" dirty="0"/>
              <a:t>/</a:t>
            </a:r>
            <a:r>
              <a:rPr lang="en-IN" b="1" dirty="0"/>
              <a:t>v1</a:t>
            </a:r>
            <a:r>
              <a:rPr lang="en-IN" dirty="0"/>
              <a:t>/products </a:t>
            </a:r>
            <a:r>
              <a:rPr lang="en-IN" b="1" dirty="0"/>
              <a:t>GET</a:t>
            </a:r>
            <a:r>
              <a:rPr lang="en-IN" dirty="0"/>
              <a:t> </a:t>
            </a:r>
            <a:r>
              <a:rPr lang="en-IN" b="1" dirty="0"/>
              <a:t>|</a:t>
            </a:r>
            <a:r>
              <a:rPr lang="en-IN" dirty="0"/>
              <a:t> /</a:t>
            </a:r>
            <a:r>
              <a:rPr lang="en-IN" dirty="0" err="1"/>
              <a:t>api</a:t>
            </a:r>
            <a:r>
              <a:rPr lang="en-IN" dirty="0"/>
              <a:t>/</a:t>
            </a:r>
            <a:r>
              <a:rPr lang="en-IN" b="1" dirty="0"/>
              <a:t>v2</a:t>
            </a:r>
            <a:r>
              <a:rPr lang="en-IN" dirty="0"/>
              <a:t>/products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5314F-1FF9-87E2-0B4A-F807947171AB}"/>
              </a:ext>
            </a:extLst>
          </p:cNvPr>
          <p:cNvSpPr txBox="1"/>
          <p:nvPr/>
        </p:nvSpPr>
        <p:spPr>
          <a:xfrm>
            <a:off x="3936904" y="2854463"/>
            <a:ext cx="4887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GET |</a:t>
            </a:r>
            <a:r>
              <a:rPr lang="en-IN" dirty="0"/>
              <a:t> https://localhost:7000/api/</a:t>
            </a:r>
            <a:r>
              <a:rPr lang="en-IN" b="1" dirty="0"/>
              <a:t>v1</a:t>
            </a:r>
            <a:r>
              <a:rPr lang="en-IN" dirty="0"/>
              <a:t>/products</a:t>
            </a:r>
          </a:p>
          <a:p>
            <a:r>
              <a:rPr lang="en-IN" b="1" dirty="0"/>
              <a:t>GET</a:t>
            </a:r>
            <a:r>
              <a:rPr lang="en-IN" dirty="0"/>
              <a:t> </a:t>
            </a:r>
            <a:r>
              <a:rPr lang="en-IN" b="1" dirty="0"/>
              <a:t>|</a:t>
            </a:r>
            <a:r>
              <a:rPr lang="en-IN" dirty="0"/>
              <a:t> https://localhost:7000/api/</a:t>
            </a:r>
            <a:r>
              <a:rPr lang="en-IN" b="1" dirty="0"/>
              <a:t>v2</a:t>
            </a:r>
            <a:r>
              <a:rPr lang="en-IN" dirty="0"/>
              <a:t>/products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DDB834-A291-E0AF-732D-3FC4EEF7D924}"/>
              </a:ext>
            </a:extLst>
          </p:cNvPr>
          <p:cNvSpPr txBox="1"/>
          <p:nvPr/>
        </p:nvSpPr>
        <p:spPr>
          <a:xfrm>
            <a:off x="945879" y="4745351"/>
            <a:ext cx="3315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GET |</a:t>
            </a:r>
            <a:r>
              <a:rPr lang="en-IN" dirty="0"/>
              <a:t>  /</a:t>
            </a:r>
            <a:r>
              <a:rPr lang="en-IN" dirty="0" err="1"/>
              <a:t>api</a:t>
            </a:r>
            <a:r>
              <a:rPr lang="en-IN" dirty="0"/>
              <a:t>/</a:t>
            </a:r>
            <a:r>
              <a:rPr lang="en-IN" dirty="0" err="1"/>
              <a:t>products</a:t>
            </a:r>
            <a:r>
              <a:rPr lang="en-IN" b="1" dirty="0" err="1"/>
              <a:t>?</a:t>
            </a:r>
            <a:r>
              <a:rPr lang="en-IN" b="1" u="sng" dirty="0" err="1"/>
              <a:t>version</a:t>
            </a:r>
            <a:r>
              <a:rPr lang="en-IN" b="1" u="sng" dirty="0"/>
              <a:t>=1.0 </a:t>
            </a:r>
          </a:p>
          <a:p>
            <a:r>
              <a:rPr lang="en-IN" b="1" dirty="0"/>
              <a:t>GET |</a:t>
            </a:r>
            <a:r>
              <a:rPr lang="en-IN" dirty="0"/>
              <a:t> /</a:t>
            </a:r>
            <a:r>
              <a:rPr lang="en-IN" dirty="0" err="1"/>
              <a:t>api</a:t>
            </a:r>
            <a:r>
              <a:rPr lang="en-IN" dirty="0"/>
              <a:t>/</a:t>
            </a:r>
            <a:r>
              <a:rPr lang="en-IN" dirty="0" err="1"/>
              <a:t>products</a:t>
            </a:r>
            <a:r>
              <a:rPr lang="en-IN" b="1" dirty="0" err="1"/>
              <a:t>?</a:t>
            </a:r>
            <a:r>
              <a:rPr lang="en-IN" b="1" u="sng" dirty="0" err="1"/>
              <a:t>version</a:t>
            </a:r>
            <a:r>
              <a:rPr lang="en-IN" b="1" u="sng" dirty="0"/>
              <a:t>=2.0</a:t>
            </a:r>
          </a:p>
        </p:txBody>
      </p:sp>
    </p:spTree>
    <p:extLst>
      <p:ext uri="{BB962C8B-B14F-4D97-AF65-F5344CB8AC3E}">
        <p14:creationId xmlns:p14="http://schemas.microsoft.com/office/powerpoint/2010/main" val="294944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Header Versioning</a:t>
            </a:r>
            <a:endParaRPr lang="en-US" dirty="0"/>
          </a:p>
          <a:p>
            <a:pPr lvl="1"/>
            <a:r>
              <a:rPr lang="en-US" dirty="0"/>
              <a:t>This approach allows consumers </a:t>
            </a:r>
            <a:r>
              <a:rPr lang="en-US" b="1" dirty="0">
                <a:solidFill>
                  <a:schemeClr val="accent6"/>
                </a:solidFill>
              </a:rPr>
              <a:t>to pass the version number as a header </a:t>
            </a:r>
            <a:r>
              <a:rPr lang="en-US" dirty="0"/>
              <a:t>in the API request, which decouples the API version from the URL structure.</a:t>
            </a:r>
          </a:p>
          <a:p>
            <a:pPr lvl="1"/>
            <a:r>
              <a:rPr lang="en-IN" dirty="0"/>
              <a:t>This is particularly useful when you don't want the version visible in the URL.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Consumer-based Versioning</a:t>
            </a:r>
            <a:endParaRPr lang="en-US" dirty="0"/>
          </a:p>
          <a:p>
            <a:pPr lvl="1"/>
            <a:r>
              <a:rPr lang="en-IN" dirty="0"/>
              <a:t>It is not the same type of built-in version reader as URL, query-string, or header versioning.</a:t>
            </a:r>
          </a:p>
          <a:p>
            <a:pPr lvl="1"/>
            <a:r>
              <a:rPr lang="en-IN" dirty="0"/>
              <a:t>In URL/query/header versioning, the </a:t>
            </a:r>
            <a:r>
              <a:rPr lang="en-IN" b="1" dirty="0"/>
              <a:t>client explicitly tells the API which version it wants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In consumer-based versioning, server maintains the consumer &amp; versions.</a:t>
            </a:r>
          </a:p>
          <a:p>
            <a:pPr lvl="1"/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API Versioning Cont..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7B520-11CE-4E2B-984F-ADAA5B4F4108}"/>
              </a:ext>
            </a:extLst>
          </p:cNvPr>
          <p:cNvSpPr txBox="1"/>
          <p:nvPr/>
        </p:nvSpPr>
        <p:spPr>
          <a:xfrm>
            <a:off x="939743" y="2185539"/>
            <a:ext cx="2042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GET</a:t>
            </a:r>
            <a:r>
              <a:rPr lang="en-IN" dirty="0"/>
              <a:t> </a:t>
            </a:r>
            <a:r>
              <a:rPr lang="en-IN" b="1" dirty="0"/>
              <a:t>|</a:t>
            </a:r>
            <a:r>
              <a:rPr lang="en-IN" dirty="0"/>
              <a:t> /</a:t>
            </a:r>
            <a:r>
              <a:rPr lang="en-IN" dirty="0" err="1"/>
              <a:t>api</a:t>
            </a:r>
            <a:r>
              <a:rPr lang="en-IN" dirty="0"/>
              <a:t>/products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5001F-CDED-4712-5CC5-AF4285FDAA27}"/>
              </a:ext>
            </a:extLst>
          </p:cNvPr>
          <p:cNvSpPr txBox="1"/>
          <p:nvPr/>
        </p:nvSpPr>
        <p:spPr>
          <a:xfrm>
            <a:off x="3203165" y="2185539"/>
            <a:ext cx="6290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But the client sends(Header): </a:t>
            </a:r>
            <a:r>
              <a:rPr lang="en-IN" b="1" dirty="0" err="1"/>
              <a:t>api</a:t>
            </a:r>
            <a:r>
              <a:rPr lang="en-IN" b="1" dirty="0"/>
              <a:t>-version: 1.0 </a:t>
            </a:r>
            <a:r>
              <a:rPr lang="en-IN" b="1" dirty="0">
                <a:solidFill>
                  <a:schemeClr val="accent6"/>
                </a:solidFill>
              </a:rPr>
              <a:t>or</a:t>
            </a:r>
            <a:r>
              <a:rPr lang="en-IN" b="1" dirty="0"/>
              <a:t> </a:t>
            </a:r>
            <a:r>
              <a:rPr lang="en-IN" b="1" dirty="0" err="1"/>
              <a:t>api</a:t>
            </a:r>
            <a:r>
              <a:rPr lang="en-IN" b="1" dirty="0"/>
              <a:t>-version: 2.0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33EB57-BCCC-701A-9BA3-E95FD442B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49938"/>
              </p:ext>
            </p:extLst>
          </p:nvPr>
        </p:nvGraphicFramePr>
        <p:xfrm>
          <a:off x="994862" y="4407951"/>
          <a:ext cx="378579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41">
                  <a:extLst>
                    <a:ext uri="{9D8B030D-6E8A-4147-A177-3AD203B41FA5}">
                      <a16:colId xmlns:a16="http://schemas.microsoft.com/office/drawing/2014/main" val="3174541318"/>
                    </a:ext>
                  </a:extLst>
                </a:gridCol>
                <a:gridCol w="1898952">
                  <a:extLst>
                    <a:ext uri="{9D8B030D-6E8A-4147-A177-3AD203B41FA5}">
                      <a16:colId xmlns:a16="http://schemas.microsoft.com/office/drawing/2014/main" val="4116862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Consumer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 Version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24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Client-A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941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Client-B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94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Mobile App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79769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1D9264E-7A57-A2F8-E5AC-D2785748B70A}"/>
              </a:ext>
            </a:extLst>
          </p:cNvPr>
          <p:cNvSpPr txBox="1"/>
          <p:nvPr/>
        </p:nvSpPr>
        <p:spPr>
          <a:xfrm>
            <a:off x="5501505" y="4484072"/>
            <a:ext cx="3566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Client A → registered in 2025 → V1 Client B → registered in 2026 → V2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D0D15-15FE-A113-BCCC-1A3324A4949E}"/>
              </a:ext>
            </a:extLst>
          </p:cNvPr>
          <p:cNvSpPr txBox="1"/>
          <p:nvPr/>
        </p:nvSpPr>
        <p:spPr>
          <a:xfrm>
            <a:off x="4964289" y="5206525"/>
            <a:ext cx="2320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GET /</a:t>
            </a:r>
            <a:r>
              <a:rPr lang="en-IN" dirty="0" err="1"/>
              <a:t>api</a:t>
            </a:r>
            <a:r>
              <a:rPr lang="en-IN" dirty="0"/>
              <a:t>/products </a:t>
            </a:r>
          </a:p>
          <a:p>
            <a:r>
              <a:rPr lang="en-IN" b="1" dirty="0"/>
              <a:t>Consumer-Id</a:t>
            </a:r>
            <a:r>
              <a:rPr lang="en-IN" dirty="0"/>
              <a:t>: </a:t>
            </a:r>
            <a:r>
              <a:rPr lang="en-IN" dirty="0">
                <a:solidFill>
                  <a:schemeClr val="accent6"/>
                </a:solidFill>
              </a:rPr>
              <a:t>Client-A</a:t>
            </a:r>
          </a:p>
          <a:p>
            <a:r>
              <a:rPr lang="en-IN" dirty="0"/>
              <a:t>The server looks up:</a:t>
            </a:r>
          </a:p>
          <a:p>
            <a:r>
              <a:rPr lang="en-IN" b="1" dirty="0">
                <a:solidFill>
                  <a:schemeClr val="accent6"/>
                </a:solidFill>
              </a:rPr>
              <a:t>Client-A</a:t>
            </a:r>
            <a:r>
              <a:rPr lang="en-IN" b="1" dirty="0"/>
              <a:t> </a:t>
            </a:r>
            <a:r>
              <a:rPr lang="en-IN" b="1" dirty="0">
                <a:sym typeface="Wingdings" panose="05000000000000000000" pitchFamily="2" charset="2"/>
              </a:rPr>
              <a:t> </a:t>
            </a:r>
            <a:r>
              <a:rPr lang="en-IN" b="1" dirty="0">
                <a:highlight>
                  <a:srgbClr val="FFFF00"/>
                </a:highlight>
                <a:sym typeface="Wingdings" panose="05000000000000000000" pitchFamily="2" charset="2"/>
              </a:rPr>
              <a:t>V1</a:t>
            </a:r>
            <a:endParaRPr lang="en-IN" b="1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B9257-EADB-443E-63AB-03D437A92815}"/>
              </a:ext>
            </a:extLst>
          </p:cNvPr>
          <p:cNvSpPr txBox="1"/>
          <p:nvPr/>
        </p:nvSpPr>
        <p:spPr>
          <a:xfrm>
            <a:off x="7468149" y="5206525"/>
            <a:ext cx="2320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GET /</a:t>
            </a:r>
            <a:r>
              <a:rPr lang="en-IN" dirty="0" err="1"/>
              <a:t>api</a:t>
            </a:r>
            <a:r>
              <a:rPr lang="en-IN" dirty="0"/>
              <a:t>/products </a:t>
            </a:r>
          </a:p>
          <a:p>
            <a:r>
              <a:rPr lang="en-IN" b="1" dirty="0"/>
              <a:t>Consumer-Id</a:t>
            </a:r>
            <a:r>
              <a:rPr lang="en-IN" dirty="0"/>
              <a:t>: </a:t>
            </a:r>
            <a:r>
              <a:rPr lang="en-IN" dirty="0">
                <a:solidFill>
                  <a:schemeClr val="accent6"/>
                </a:solidFill>
              </a:rPr>
              <a:t>Client-B</a:t>
            </a:r>
          </a:p>
          <a:p>
            <a:r>
              <a:rPr lang="en-IN" dirty="0"/>
              <a:t>The server looks up:</a:t>
            </a:r>
          </a:p>
          <a:p>
            <a:r>
              <a:rPr lang="en-IN" b="1" dirty="0">
                <a:solidFill>
                  <a:schemeClr val="accent6"/>
                </a:solidFill>
              </a:rPr>
              <a:t>Client-B</a:t>
            </a:r>
            <a:r>
              <a:rPr lang="en-IN" b="1" dirty="0"/>
              <a:t> </a:t>
            </a:r>
            <a:r>
              <a:rPr lang="en-IN" b="1" dirty="0">
                <a:sym typeface="Wingdings" panose="05000000000000000000" pitchFamily="2" charset="2"/>
              </a:rPr>
              <a:t> </a:t>
            </a:r>
            <a:r>
              <a:rPr lang="en-IN" b="1" dirty="0">
                <a:highlight>
                  <a:srgbClr val="FFFF00"/>
                </a:highlight>
                <a:sym typeface="Wingdings" panose="05000000000000000000" pitchFamily="2" charset="2"/>
              </a:rPr>
              <a:t>V2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5316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F78DF6-B5D6-E516-2B01-F5CA89BD88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2858062"/>
              </p:ext>
            </p:extLst>
          </p:nvPr>
        </p:nvGraphicFramePr>
        <p:xfrm>
          <a:off x="131763" y="863597"/>
          <a:ext cx="811624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416">
                  <a:extLst>
                    <a:ext uri="{9D8B030D-6E8A-4147-A177-3AD203B41FA5}">
                      <a16:colId xmlns:a16="http://schemas.microsoft.com/office/drawing/2014/main" val="2474466774"/>
                    </a:ext>
                  </a:extLst>
                </a:gridCol>
                <a:gridCol w="2705416">
                  <a:extLst>
                    <a:ext uri="{9D8B030D-6E8A-4147-A177-3AD203B41FA5}">
                      <a16:colId xmlns:a16="http://schemas.microsoft.com/office/drawing/2014/main" val="2758486404"/>
                    </a:ext>
                  </a:extLst>
                </a:gridCol>
                <a:gridCol w="2705416">
                  <a:extLst>
                    <a:ext uri="{9D8B030D-6E8A-4147-A177-3AD203B41FA5}">
                      <a16:colId xmlns:a16="http://schemas.microsoft.com/office/drawing/2014/main" val="226513096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Versioning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Request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</a:t>
                      </a:r>
                      <a:r>
                        <a:rPr lang="en-IN" dirty="0" err="1"/>
                        <a:t>ersion</a:t>
                      </a:r>
                      <a:r>
                        <a:rPr lang="en-IN" dirty="0"/>
                        <a:t>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28320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b="1" dirty="0"/>
                        <a:t>URL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/</a:t>
                      </a:r>
                      <a:r>
                        <a:rPr lang="en-IN" dirty="0" err="1"/>
                        <a:t>api</a:t>
                      </a:r>
                      <a:r>
                        <a:rPr lang="en-IN" dirty="0"/>
                        <a:t>/</a:t>
                      </a:r>
                      <a:r>
                        <a:rPr lang="en-IN" b="1" dirty="0"/>
                        <a:t>v1</a:t>
                      </a:r>
                      <a:r>
                        <a:rPr lang="en-IN" dirty="0"/>
                        <a:t>/products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URL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2233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b="1" dirty="0"/>
                        <a:t>Query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/</a:t>
                      </a:r>
                      <a:r>
                        <a:rPr lang="en-IN" dirty="0" err="1"/>
                        <a:t>api</a:t>
                      </a:r>
                      <a:r>
                        <a:rPr lang="en-IN" dirty="0"/>
                        <a:t>/</a:t>
                      </a:r>
                      <a:r>
                        <a:rPr lang="en-IN" dirty="0" err="1"/>
                        <a:t>products?</a:t>
                      </a:r>
                      <a:r>
                        <a:rPr lang="en-IN" b="1" dirty="0" err="1"/>
                        <a:t>version</a:t>
                      </a:r>
                      <a:r>
                        <a:rPr lang="en-IN" b="1" dirty="0"/>
                        <a:t>=1.0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Query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09507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b="1" dirty="0"/>
                        <a:t>Header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err="1"/>
                        <a:t>api</a:t>
                      </a:r>
                      <a:r>
                        <a:rPr lang="en-IN" b="1" dirty="0"/>
                        <a:t>-version: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 Header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7355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b="1" dirty="0"/>
                        <a:t>Consumer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Consumer-Id: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Consumer configuration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68841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0337C30-0B16-E6A4-FBE1-BDCC80CF0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API Versioning Cont..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18788B-7BA1-3B38-093A-8A5BB7DA4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096" y="2939581"/>
            <a:ext cx="5113581" cy="340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4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Fluent Validation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1050952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Conditional validation is required on multiple properties, when compared to data annotation, it’s much easier to use fluent validation with multiple properties.</a:t>
            </a:r>
          </a:p>
          <a:p>
            <a:r>
              <a:rPr lang="en-US" dirty="0"/>
              <a:t>View models must be separated from validation models.</a:t>
            </a:r>
          </a:p>
          <a:p>
            <a:r>
              <a:rPr lang="en-US" dirty="0"/>
              <a:t>Standard validation rules benefit from additional support. Fluent validation has much better client-side support than data annotation.</a:t>
            </a:r>
          </a:p>
          <a:p>
            <a:r>
              <a:rPr lang="en-US" dirty="0"/>
              <a:t>You need more control over </a:t>
            </a:r>
            <a:r>
              <a:rPr lang="en-US" b="1" dirty="0"/>
              <a:t>validation rules</a:t>
            </a:r>
            <a:r>
              <a:rPr lang="en-US" dirty="0"/>
              <a:t>.</a:t>
            </a:r>
          </a:p>
          <a:p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Fluent Validation is a .NET library for building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strongly-typed validation rules.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Fluent Validation?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2796" y="4028792"/>
            <a:ext cx="10918480" cy="160246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just"/>
            <a:r>
              <a:rPr lang="en-US" sz="2000" b="1" dirty="0">
                <a:solidFill>
                  <a:schemeClr val="accent6"/>
                </a:solidFill>
              </a:rPr>
              <a:t>The fact is that both data annotation and fluent validation have their own unique strengths that make them viable under specific scenarios. </a:t>
            </a:r>
          </a:p>
          <a:p>
            <a:pPr algn="just"/>
            <a:r>
              <a:rPr lang="en-US" sz="2000" b="1" dirty="0">
                <a:solidFill>
                  <a:schemeClr val="accent6"/>
                </a:solidFill>
              </a:rPr>
              <a:t>Both are superb validation tools for MVC, .NET, and ASP but fluent validation does provide more control over validation rules since it uses more advanced API to solve specific validations.</a:t>
            </a:r>
          </a:p>
        </p:txBody>
      </p:sp>
    </p:spTree>
    <p:extLst>
      <p:ext uri="{BB962C8B-B14F-4D97-AF65-F5344CB8AC3E}">
        <p14:creationId xmlns:p14="http://schemas.microsoft.com/office/powerpoint/2010/main" val="326812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4978" y="863444"/>
            <a:ext cx="5503333" cy="5590565"/>
          </a:xfrm>
        </p:spPr>
        <p:txBody>
          <a:bodyPr/>
          <a:lstStyle/>
          <a:p>
            <a:r>
              <a:rPr lang="en-US" b="1" u="sng" dirty="0"/>
              <a:t>Steps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100" dirty="0"/>
              <a:t>First install packages from </a:t>
            </a:r>
            <a:r>
              <a:rPr lang="en-US" sz="2100" dirty="0" err="1"/>
              <a:t>nuget</a:t>
            </a:r>
            <a:endParaRPr lang="en-US" sz="2100" b="1" dirty="0"/>
          </a:p>
          <a:p>
            <a:pPr lvl="2"/>
            <a:r>
              <a:rPr lang="en-IN" b="1" dirty="0" err="1"/>
              <a:t>FluentValidation</a:t>
            </a:r>
            <a:endParaRPr lang="en-IN" b="1" dirty="0"/>
          </a:p>
          <a:p>
            <a:pPr lvl="2"/>
            <a:r>
              <a:rPr lang="en-IN" b="1" dirty="0" err="1"/>
              <a:t>FluentValidation.DependencyInjectionExtensions</a:t>
            </a:r>
            <a:endParaRPr lang="en-IN" b="1" dirty="0"/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Create a new folder named </a:t>
            </a:r>
            <a:r>
              <a:rPr lang="en-IN" b="1" dirty="0"/>
              <a:t>Validators </a:t>
            </a:r>
            <a:r>
              <a:rPr lang="en-IN" dirty="0"/>
              <a:t>&amp; Inside validators folder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create a validator classes for models or DTOs. </a:t>
            </a:r>
            <a:r>
              <a:rPr lang="en-IN" i="1" dirty="0"/>
              <a:t>(if you are using DTOs in your project so create validators for it because in request and response we using it.)</a:t>
            </a:r>
            <a:endParaRPr lang="en-IN" b="1" i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100" dirty="0"/>
              <a:t>Add your logic/validation rules in newly created class.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Register validator in </a:t>
            </a:r>
            <a:r>
              <a:rPr lang="en-IN" dirty="0" err="1"/>
              <a:t>Program.cs</a:t>
            </a:r>
            <a:endParaRPr lang="en-IN" dirty="0"/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Call Validator Manually in Controller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After that run the project and check for validations.</a:t>
            </a:r>
          </a:p>
          <a:p>
            <a:pPr lvl="1"/>
            <a:endParaRPr lang="en-US" sz="2100" dirty="0"/>
          </a:p>
          <a:p>
            <a:pPr lvl="1"/>
            <a:endParaRPr lang="en-US" dirty="0"/>
          </a:p>
          <a:p>
            <a:pPr lvl="1"/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Fluent Validation in Our Project?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928" y="3032866"/>
            <a:ext cx="871292" cy="871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1082EB-CB06-6F6C-C188-B29AAA138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911" y="953635"/>
            <a:ext cx="4078982" cy="55003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0CA1C1-A488-2CA5-7F6C-09CF054BEB19}"/>
              </a:ext>
            </a:extLst>
          </p:cNvPr>
          <p:cNvSpPr/>
          <p:nvPr/>
        </p:nvSpPr>
        <p:spPr>
          <a:xfrm>
            <a:off x="6361289" y="2974622"/>
            <a:ext cx="3742267" cy="508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54EAAA-482F-0EAF-FECE-8759544EB33A}"/>
              </a:ext>
            </a:extLst>
          </p:cNvPr>
          <p:cNvSpPr/>
          <p:nvPr/>
        </p:nvSpPr>
        <p:spPr>
          <a:xfrm>
            <a:off x="6361288" y="4731248"/>
            <a:ext cx="3742267" cy="508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BBBBB6-297A-0B0B-2F9D-4892FFA107DA}"/>
              </a:ext>
            </a:extLst>
          </p:cNvPr>
          <p:cNvSpPr/>
          <p:nvPr/>
        </p:nvSpPr>
        <p:spPr>
          <a:xfrm>
            <a:off x="6361287" y="5481682"/>
            <a:ext cx="3742267" cy="508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5CE390-23B8-0E8D-93FE-D64F27FC0279}"/>
              </a:ext>
            </a:extLst>
          </p:cNvPr>
          <p:cNvSpPr/>
          <p:nvPr/>
        </p:nvSpPr>
        <p:spPr>
          <a:xfrm>
            <a:off x="6361287" y="4223248"/>
            <a:ext cx="3742267" cy="5080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28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6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– 1 | Install Packages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873B93-BEC9-8CA2-31A9-423A104C8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45" y="876829"/>
            <a:ext cx="11514666" cy="46815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632177" y="3755864"/>
            <a:ext cx="6739467" cy="173053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6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– 2 | </a:t>
            </a:r>
            <a:r>
              <a:rPr lang="en-US" sz="2700" dirty="0"/>
              <a:t>Add a new validator class for separate validation rules of particular </a:t>
            </a:r>
            <a:r>
              <a:rPr lang="en-US" sz="2700" dirty="0" err="1"/>
              <a:t>dtos</a:t>
            </a:r>
            <a:r>
              <a:rPr lang="en-US" sz="2700" dirty="0"/>
              <a:t>/model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37596" y="3880812"/>
            <a:ext cx="701964" cy="360218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6E67FE-1923-C5D9-01A0-569FAF1A6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802" y="1738306"/>
            <a:ext cx="6558156" cy="33023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591E06C-819A-24F1-8E45-9D4FF34AD77C}"/>
              </a:ext>
            </a:extLst>
          </p:cNvPr>
          <p:cNvSpPr/>
          <p:nvPr/>
        </p:nvSpPr>
        <p:spPr>
          <a:xfrm>
            <a:off x="5939330" y="3872602"/>
            <a:ext cx="2877292" cy="77842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79412F-19CC-91C5-2063-0EBEA30B4DBF}"/>
              </a:ext>
            </a:extLst>
          </p:cNvPr>
          <p:cNvSpPr/>
          <p:nvPr/>
        </p:nvSpPr>
        <p:spPr>
          <a:xfrm>
            <a:off x="8264840" y="3296356"/>
            <a:ext cx="2877292" cy="237066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733F55E-F439-B47A-FBA0-0E0FD49ED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62" y="887165"/>
            <a:ext cx="2928092" cy="415350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7F4FC59-17C3-9AF6-9074-8C5AAA1FCF86}"/>
              </a:ext>
            </a:extLst>
          </p:cNvPr>
          <p:cNvSpPr/>
          <p:nvPr/>
        </p:nvSpPr>
        <p:spPr>
          <a:xfrm>
            <a:off x="5335373" y="2211340"/>
            <a:ext cx="2064494" cy="17626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63936C-6768-701E-F1C3-228EEDFC2C54}"/>
              </a:ext>
            </a:extLst>
          </p:cNvPr>
          <p:cNvSpPr/>
          <p:nvPr/>
        </p:nvSpPr>
        <p:spPr>
          <a:xfrm>
            <a:off x="491662" y="3652469"/>
            <a:ext cx="2877292" cy="721975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CD0805-035B-7CF4-3863-B7F90DF0753E}"/>
              </a:ext>
            </a:extLst>
          </p:cNvPr>
          <p:cNvSpPr/>
          <p:nvPr/>
        </p:nvSpPr>
        <p:spPr>
          <a:xfrm>
            <a:off x="491662" y="2667513"/>
            <a:ext cx="2877292" cy="721975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CBF78A-61B7-51EE-CD38-C928E77DDF29}"/>
              </a:ext>
            </a:extLst>
          </p:cNvPr>
          <p:cNvCxnSpPr>
            <a:stCxn id="22" idx="3"/>
          </p:cNvCxnSpPr>
          <p:nvPr/>
        </p:nvCxnSpPr>
        <p:spPr>
          <a:xfrm>
            <a:off x="3394354" y="2963918"/>
            <a:ext cx="6878535" cy="3324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704A4F6-876E-4156-A799-63D0756BCD04}"/>
              </a:ext>
            </a:extLst>
          </p:cNvPr>
          <p:cNvSpPr/>
          <p:nvPr/>
        </p:nvSpPr>
        <p:spPr>
          <a:xfrm>
            <a:off x="5335373" y="2398010"/>
            <a:ext cx="2809560" cy="17626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4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18" grpId="0" animBg="1"/>
      <p:bldP spid="20" grpId="0" animBg="1"/>
      <p:bldP spid="24" grpId="0" animBg="1"/>
      <p:bldP spid="26" grpId="0" animBg="1"/>
      <p:bldP spid="3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020FDF-DE46-8695-0EDB-096AEC6EE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858" y="819805"/>
            <a:ext cx="8322364" cy="5590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9F91018-456B-8FF3-0C4E-97C37C64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– 3 | </a:t>
            </a:r>
            <a:r>
              <a:rPr lang="en-US" sz="3200" dirty="0"/>
              <a:t>Add validation rules in newly created class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2F4324-A1DD-0228-0C8E-2F328DCE1E45}"/>
              </a:ext>
            </a:extLst>
          </p:cNvPr>
          <p:cNvSpPr/>
          <p:nvPr/>
        </p:nvSpPr>
        <p:spPr>
          <a:xfrm>
            <a:off x="4201009" y="2472269"/>
            <a:ext cx="2611835" cy="369453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802D51-AF17-5FEA-E9D6-A69D121FEBD9}"/>
              </a:ext>
            </a:extLst>
          </p:cNvPr>
          <p:cNvSpPr/>
          <p:nvPr/>
        </p:nvSpPr>
        <p:spPr>
          <a:xfrm>
            <a:off x="8582250" y="1336119"/>
            <a:ext cx="360975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rgbClr val="000000"/>
                </a:solidFill>
                <a:latin typeface="+mj-lt"/>
              </a:rPr>
              <a:t>AbstractValidator</a:t>
            </a:r>
            <a:r>
              <a:rPr lang="en-US" b="1" dirty="0">
                <a:solidFill>
                  <a:srgbClr val="000000"/>
                </a:solidFill>
                <a:latin typeface="+mj-lt"/>
              </a:rPr>
              <a:t>&lt;T&gt;: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This is a class provided by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FluentValidation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It is the base class that we need to extend to define our validation rules for a specific model.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In the example, </a:t>
            </a:r>
            <a:r>
              <a:rPr lang="en-US" sz="1600" dirty="0" err="1">
                <a:solidFill>
                  <a:srgbClr val="000000"/>
                </a:solidFill>
                <a:latin typeface="+mj-lt"/>
              </a:rPr>
              <a:t>PersonModel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is the model being validated.</a:t>
            </a:r>
            <a:endParaRPr lang="en-US" sz="1600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22555B-2F7A-EE75-C0D1-1AB8D7FA2D9E}"/>
              </a:ext>
            </a:extLst>
          </p:cNvPr>
          <p:cNvSpPr/>
          <p:nvPr/>
        </p:nvSpPr>
        <p:spPr>
          <a:xfrm>
            <a:off x="2096654" y="3456116"/>
            <a:ext cx="6313568" cy="2442328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E576BB-63F0-9D83-3188-CE2F6C9C31DC}"/>
              </a:ext>
            </a:extLst>
          </p:cNvPr>
          <p:cNvSpPr/>
          <p:nvPr/>
        </p:nvSpPr>
        <p:spPr>
          <a:xfrm>
            <a:off x="8582250" y="3753950"/>
            <a:ext cx="3521892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+mj-lt"/>
              </a:rPr>
              <a:t>RuleFor</a:t>
            </a:r>
            <a:r>
              <a:rPr lang="en-US" b="1" dirty="0">
                <a:solidFill>
                  <a:srgbClr val="000000"/>
                </a:solidFill>
                <a:latin typeface="+mj-lt"/>
              </a:rPr>
              <a:t>(x =&gt; </a:t>
            </a:r>
            <a:r>
              <a:rPr lang="en-US" b="1" dirty="0" err="1">
                <a:solidFill>
                  <a:srgbClr val="000000"/>
                </a:solidFill>
                <a:latin typeface="+mj-lt"/>
              </a:rPr>
              <a:t>x.PropertyName</a:t>
            </a:r>
            <a:r>
              <a:rPr lang="en-US" b="1" dirty="0">
                <a:solidFill>
                  <a:srgbClr val="000000"/>
                </a:solidFill>
                <a:latin typeface="+mj-lt"/>
              </a:rPr>
              <a:t>):</a:t>
            </a:r>
            <a:endParaRPr lang="en-US" dirty="0">
              <a:solidFill>
                <a:srgbClr val="000000"/>
              </a:solidFill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This is the starting method to define a validation rule for a specific property on the model.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It sets the context for further chained methods determining how the property will be validated.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427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– 4 | </a:t>
            </a:r>
            <a:r>
              <a:rPr lang="en-US" sz="3200" dirty="0"/>
              <a:t>Register services of fluent validation in </a:t>
            </a:r>
            <a:r>
              <a:rPr lang="en-US" sz="3200" dirty="0" err="1"/>
              <a:t>program.cs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3A8A51-7BAE-F871-BD78-4C5CB51D5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69" y="859802"/>
            <a:ext cx="6151331" cy="55767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970844" y="2926900"/>
            <a:ext cx="5328356" cy="284789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8782F3-3CA5-E675-E798-17412DA65052}"/>
              </a:ext>
            </a:extLst>
          </p:cNvPr>
          <p:cNvSpPr/>
          <p:nvPr/>
        </p:nvSpPr>
        <p:spPr>
          <a:xfrm>
            <a:off x="920044" y="1534261"/>
            <a:ext cx="2856089" cy="36227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0FF543-137D-35C4-B604-F82F89B33ED4}"/>
              </a:ext>
            </a:extLst>
          </p:cNvPr>
          <p:cNvSpPr/>
          <p:nvPr/>
        </p:nvSpPr>
        <p:spPr>
          <a:xfrm>
            <a:off x="6479541" y="859802"/>
            <a:ext cx="541894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You can automatically register all </a:t>
            </a:r>
            <a:r>
              <a:rPr lang="en-IN" dirty="0" err="1"/>
              <a:t>FluentValidation</a:t>
            </a:r>
            <a:r>
              <a:rPr lang="en-IN" dirty="0"/>
              <a:t> validators in your application, you don't need to specify individually.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This already registers </a:t>
            </a:r>
            <a:r>
              <a:rPr lang="en-IN" b="1" dirty="0"/>
              <a:t>all validators in the same assembly</a:t>
            </a:r>
            <a:r>
              <a:rPr lang="en-IN" dirty="0"/>
              <a:t> as </a:t>
            </a:r>
            <a:r>
              <a:rPr lang="en-IN" dirty="0" err="1"/>
              <a:t>StudentValidator</a:t>
            </a:r>
            <a:r>
              <a:rPr lang="en-IN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5D5334-1547-33B1-84C6-7FC9A4EB547A}"/>
              </a:ext>
            </a:extLst>
          </p:cNvPr>
          <p:cNvSpPr txBox="1"/>
          <p:nvPr/>
        </p:nvSpPr>
        <p:spPr>
          <a:xfrm>
            <a:off x="6479541" y="2337130"/>
            <a:ext cx="47924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Validators</a:t>
            </a:r>
          </a:p>
          <a:p>
            <a:pPr lvl="1"/>
            <a:r>
              <a:rPr lang="en-IN" dirty="0"/>
              <a:t>│</a:t>
            </a:r>
          </a:p>
          <a:p>
            <a:pPr lvl="1"/>
            <a:r>
              <a:rPr lang="en-IN" dirty="0"/>
              <a:t>├── </a:t>
            </a:r>
            <a:r>
              <a:rPr lang="en-IN" dirty="0" err="1"/>
              <a:t>StudentValidator.cs</a:t>
            </a:r>
            <a:endParaRPr lang="en-IN" dirty="0"/>
          </a:p>
          <a:p>
            <a:pPr lvl="1"/>
            <a:r>
              <a:rPr lang="en-IN" dirty="0"/>
              <a:t>├── </a:t>
            </a:r>
            <a:r>
              <a:rPr lang="en-IN" dirty="0" err="1"/>
              <a:t>DepartmentValidator.cs</a:t>
            </a:r>
            <a:endParaRPr lang="en-IN" dirty="0"/>
          </a:p>
          <a:p>
            <a:pPr lvl="1"/>
            <a:r>
              <a:rPr lang="en-IN" dirty="0"/>
              <a:t>├── </a:t>
            </a:r>
            <a:r>
              <a:rPr lang="en-IN" dirty="0" err="1"/>
              <a:t>CourseValidator.cs</a:t>
            </a:r>
            <a:endParaRPr lang="en-IN" dirty="0"/>
          </a:p>
          <a:p>
            <a:pPr lvl="1"/>
            <a:r>
              <a:rPr lang="en-IN" dirty="0"/>
              <a:t>├── </a:t>
            </a:r>
            <a:r>
              <a:rPr lang="en-IN" dirty="0" err="1"/>
              <a:t>TeacherValidator.cs</a:t>
            </a:r>
            <a:endParaRPr lang="en-IN" dirty="0"/>
          </a:p>
          <a:p>
            <a:pPr lvl="1"/>
            <a:r>
              <a:rPr lang="en-IN" dirty="0"/>
              <a:t>└── </a:t>
            </a:r>
            <a:r>
              <a:rPr lang="en-IN" dirty="0" err="1"/>
              <a:t>ProductValidator.cs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B6CBC4-6EF3-F24B-3E64-14A95D69608F}"/>
              </a:ext>
            </a:extLst>
          </p:cNvPr>
          <p:cNvSpPr txBox="1"/>
          <p:nvPr/>
        </p:nvSpPr>
        <p:spPr>
          <a:xfrm>
            <a:off x="6581740" y="4343835"/>
            <a:ext cx="5564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If all of these are in the same project/assembly, this single line registers all of them</a:t>
            </a: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4C906994-644F-88EA-F17B-D0F1C913F64C}"/>
              </a:ext>
            </a:extLst>
          </p:cNvPr>
          <p:cNvSpPr/>
          <p:nvPr/>
        </p:nvSpPr>
        <p:spPr>
          <a:xfrm rot="3980452">
            <a:off x="5961177" y="3644160"/>
            <a:ext cx="1342351" cy="18250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55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E8BBB8-A9C2-88C4-2ED9-6C36592A0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694" y="835962"/>
            <a:ext cx="5652123" cy="53980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2B633AC-AFB9-36CD-DEE4-6FD269E2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– 5 | </a:t>
            </a:r>
            <a:r>
              <a:rPr lang="en-IN" dirty="0"/>
              <a:t>Call Validator Manually in Controller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689FC-2074-B3FB-3510-1C7A331BBEED}"/>
              </a:ext>
            </a:extLst>
          </p:cNvPr>
          <p:cNvSpPr/>
          <p:nvPr/>
        </p:nvSpPr>
        <p:spPr>
          <a:xfrm>
            <a:off x="1903720" y="2810935"/>
            <a:ext cx="1161213" cy="203198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5B504F-C6E6-955D-A313-CAA20465C20A}"/>
              </a:ext>
            </a:extLst>
          </p:cNvPr>
          <p:cNvSpPr/>
          <p:nvPr/>
        </p:nvSpPr>
        <p:spPr>
          <a:xfrm>
            <a:off x="1323113" y="3256848"/>
            <a:ext cx="3785109" cy="88053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B3984C-9E97-1948-E2DF-AA53E95E08EA}"/>
              </a:ext>
            </a:extLst>
          </p:cNvPr>
          <p:cNvSpPr/>
          <p:nvPr/>
        </p:nvSpPr>
        <p:spPr>
          <a:xfrm>
            <a:off x="1554537" y="4787782"/>
            <a:ext cx="4212280" cy="105421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667964-7E29-93F1-71CF-83B4DDE468D6}"/>
              </a:ext>
            </a:extLst>
          </p:cNvPr>
          <p:cNvSpPr/>
          <p:nvPr/>
        </p:nvSpPr>
        <p:spPr>
          <a:xfrm>
            <a:off x="5890833" y="3192537"/>
            <a:ext cx="6240063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0000"/>
                </a:solidFill>
                <a:latin typeface="+mj-lt"/>
              </a:rPr>
              <a:t>Understanding of code: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This is </a:t>
            </a:r>
            <a:r>
              <a:rPr lang="en-IN" sz="1600" b="1" dirty="0"/>
              <a:t>Dependency Injection + </a:t>
            </a:r>
            <a:r>
              <a:rPr lang="en-IN" sz="1600" b="1" dirty="0" err="1"/>
              <a:t>FluentValidation</a:t>
            </a:r>
            <a:r>
              <a:rPr lang="en-IN" sz="1600" b="1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Create a private variable called </a:t>
            </a:r>
            <a:r>
              <a:rPr lang="en-IN" sz="1600" b="1" dirty="0">
                <a:highlight>
                  <a:srgbClr val="FFFF00"/>
                </a:highlight>
              </a:rPr>
              <a:t>_validator </a:t>
            </a:r>
            <a:r>
              <a:rPr lang="en-IN" sz="1600" dirty="0"/>
              <a:t>that can hold a validator for </a:t>
            </a:r>
            <a:r>
              <a:rPr lang="en-IN" sz="1600" b="1" dirty="0" err="1">
                <a:highlight>
                  <a:srgbClr val="C0C0C0"/>
                </a:highlight>
              </a:rPr>
              <a:t>StudentDTO</a:t>
            </a:r>
            <a:r>
              <a:rPr lang="en-IN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highlight>
                  <a:srgbClr val="FFFF00"/>
                </a:highlight>
              </a:rPr>
              <a:t>IValidator</a:t>
            </a:r>
            <a:r>
              <a:rPr lang="en-IN" sz="1600" b="1" dirty="0">
                <a:highlight>
                  <a:srgbClr val="FFFF00"/>
                </a:highlight>
              </a:rPr>
              <a:t>&lt;</a:t>
            </a:r>
            <a:r>
              <a:rPr lang="en-IN" sz="1600" b="1" dirty="0" err="1">
                <a:highlight>
                  <a:srgbClr val="FFFF00"/>
                </a:highlight>
              </a:rPr>
              <a:t>StudentDTO</a:t>
            </a:r>
            <a:r>
              <a:rPr lang="en-IN" sz="1600" b="1" dirty="0">
                <a:highlight>
                  <a:srgbClr val="FFFF00"/>
                </a:highlight>
              </a:rPr>
              <a:t>&gt; </a:t>
            </a:r>
            <a:r>
              <a:rPr lang="en-IN" sz="1600" dirty="0"/>
              <a:t>→ </a:t>
            </a:r>
            <a:r>
              <a:rPr lang="en-IN" sz="1600" dirty="0" err="1"/>
              <a:t>FluentValidation</a:t>
            </a:r>
            <a:r>
              <a:rPr lang="en-IN" sz="1600" dirty="0"/>
              <a:t> interface for validating </a:t>
            </a:r>
            <a:r>
              <a:rPr lang="en-IN" sz="1600" dirty="0" err="1"/>
              <a:t>StudentDTO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highlight>
                  <a:srgbClr val="FFFF00"/>
                </a:highlight>
              </a:rPr>
              <a:t>_validator </a:t>
            </a:r>
            <a:r>
              <a:rPr lang="en-IN" sz="1600" dirty="0"/>
              <a:t>→ variable/reference to that validator.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highlight>
                  <a:srgbClr val="FFFF00"/>
                </a:highlight>
              </a:rPr>
              <a:t>readonly</a:t>
            </a:r>
            <a:r>
              <a:rPr lang="en-IN" sz="1600" dirty="0"/>
              <a:t> → it can be assigned only during declaration or inside the constructor.</a:t>
            </a:r>
          </a:p>
        </p:txBody>
      </p:sp>
    </p:spTree>
    <p:extLst>
      <p:ext uri="{BB962C8B-B14F-4D97-AF65-F5344CB8AC3E}">
        <p14:creationId xmlns:p14="http://schemas.microsoft.com/office/powerpoint/2010/main" val="52248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– 6 | </a:t>
            </a:r>
            <a:r>
              <a:rPr lang="en-IN" dirty="0"/>
              <a:t>After that run the project and check for validations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A3D4E3-E20F-0D6F-9DF7-550FB9448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96" y="837630"/>
            <a:ext cx="10648007" cy="31330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75E6F20-B176-E67B-8319-F3AE6C04B68A}"/>
              </a:ext>
            </a:extLst>
          </p:cNvPr>
          <p:cNvSpPr/>
          <p:nvPr/>
        </p:nvSpPr>
        <p:spPr>
          <a:xfrm>
            <a:off x="1178287" y="2404136"/>
            <a:ext cx="2442492" cy="146211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DC71C-10EE-5EF7-A9BA-7EA94C333E39}"/>
              </a:ext>
            </a:extLst>
          </p:cNvPr>
          <p:cNvSpPr/>
          <p:nvPr/>
        </p:nvSpPr>
        <p:spPr>
          <a:xfrm>
            <a:off x="6847771" y="2329470"/>
            <a:ext cx="4572231" cy="146211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48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38BF47-62BB-5A7E-B9EC-AFD4A1768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– 6 | </a:t>
            </a:r>
            <a:r>
              <a:rPr lang="en-IN" dirty="0"/>
              <a:t>After that run the project and check for validations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1DF0D-51FE-1C65-EED8-C0CAEB17D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65" y="845033"/>
            <a:ext cx="10605669" cy="305257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AAE5C0-134C-BCEF-8A27-95A86CF61C5A}"/>
              </a:ext>
            </a:extLst>
          </p:cNvPr>
          <p:cNvCxnSpPr>
            <a:cxnSpLocks/>
          </p:cNvCxnSpPr>
          <p:nvPr/>
        </p:nvCxnSpPr>
        <p:spPr>
          <a:xfrm flipV="1">
            <a:off x="3884666" y="2632736"/>
            <a:ext cx="3479629" cy="4725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61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4FACBD-8F8C-10E0-A7AD-9D8C6D6D24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4480" y="802668"/>
            <a:ext cx="9733506" cy="30864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B91F529-9564-DFC1-2B29-722EB1CF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– 6 | </a:t>
            </a:r>
            <a:r>
              <a:rPr lang="en-IN" dirty="0"/>
              <a:t>After that run the project and check for validations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C8440-998D-AFB6-18B8-CEF909673B5D}"/>
              </a:ext>
            </a:extLst>
          </p:cNvPr>
          <p:cNvCxnSpPr/>
          <p:nvPr/>
        </p:nvCxnSpPr>
        <p:spPr>
          <a:xfrm>
            <a:off x="7456348" y="2577503"/>
            <a:ext cx="2442491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51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31763" y="863600"/>
          <a:ext cx="1192847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7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NotNull</a:t>
                      </a:r>
                      <a:r>
                        <a:rPr lang="en-US" b="1" dirty="0"/>
                        <a:t>() / </a:t>
                      </a:r>
                      <a:r>
                        <a:rPr lang="en-US" b="1" dirty="0" err="1"/>
                        <a:t>NotEmpty</a:t>
                      </a:r>
                      <a:r>
                        <a:rPr lang="en-US" b="1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the property is not null or empty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Equal()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Checks if the property equals another value or property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NotEqual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Checks the property is not equal to another value or property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Length()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Checks the length of a string property that falls within the given min and max range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Matches()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Checks the property matches a given regex pattern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Fluent API </a:t>
            </a:r>
            <a:r>
              <a:rPr lang="en-US" dirty="0">
                <a:solidFill>
                  <a:schemeClr val="accent6"/>
                </a:solidFill>
              </a:rPr>
              <a:t>Basic Validators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1906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570" y="811357"/>
            <a:ext cx="4795509" cy="28000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Fluent API </a:t>
            </a:r>
            <a:r>
              <a:rPr lang="en-US" dirty="0">
                <a:solidFill>
                  <a:schemeClr val="accent6"/>
                </a:solidFill>
              </a:rPr>
              <a:t>Basic Validators </a:t>
            </a:r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664" y="807066"/>
            <a:ext cx="8108336" cy="465162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Straight Arrow Connector 6"/>
          <p:cNvCxnSpPr/>
          <p:nvPr/>
        </p:nvCxnSpPr>
        <p:spPr>
          <a:xfrm>
            <a:off x="4137891" y="2281382"/>
            <a:ext cx="1634836" cy="508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14800" y="2636982"/>
            <a:ext cx="1657927" cy="7250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073237" y="2964873"/>
            <a:ext cx="1699490" cy="12653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077855" y="3348182"/>
            <a:ext cx="1694872" cy="12053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296196"/>
              </p:ext>
            </p:extLst>
          </p:nvPr>
        </p:nvGraphicFramePr>
        <p:xfrm>
          <a:off x="894184" y="3925013"/>
          <a:ext cx="238052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Basic Validators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NotNull</a:t>
                      </a:r>
                      <a:r>
                        <a:rPr lang="en-US" dirty="0"/>
                        <a:t>() / </a:t>
                      </a:r>
                      <a:r>
                        <a:rPr lang="en-US" dirty="0" err="1"/>
                        <a:t>NotEmpty</a:t>
                      </a:r>
                      <a:r>
                        <a:rPr lang="en-US" dirty="0"/>
                        <a:t>()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Equal()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effectLst/>
                        </a:rPr>
                        <a:t>NotEqual</a:t>
                      </a:r>
                      <a:r>
                        <a:rPr lang="en-US" sz="1800" kern="1200" dirty="0">
                          <a:effectLst/>
                        </a:rPr>
                        <a:t>()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Length()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Matches()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9" name="Straight Connector 18"/>
          <p:cNvCxnSpPr/>
          <p:nvPr/>
        </p:nvCxnSpPr>
        <p:spPr>
          <a:xfrm>
            <a:off x="5822302" y="3303037"/>
            <a:ext cx="5131837" cy="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834742" y="4201886"/>
            <a:ext cx="5131837" cy="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34743" y="4509796"/>
            <a:ext cx="5131837" cy="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5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WithName</a:t>
            </a:r>
            <a:r>
              <a:rPr lang="en-US" dirty="0"/>
              <a:t>() &amp; Dependent Rules()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0" y="811357"/>
            <a:ext cx="4795509" cy="28000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923" y="807949"/>
            <a:ext cx="8114532" cy="4960125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3955983" y="2906829"/>
            <a:ext cx="1722922" cy="2598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964004" y="3261360"/>
            <a:ext cx="1743777" cy="15127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100948"/>
              </p:ext>
            </p:extLst>
          </p:nvPr>
        </p:nvGraphicFramePr>
        <p:xfrm>
          <a:off x="202130" y="3925013"/>
          <a:ext cx="3667224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Validators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WithName</a:t>
                      </a:r>
                      <a:r>
                        <a:rPr lang="en-US" dirty="0"/>
                        <a:t>()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 is similar to</a:t>
                      </a:r>
                      <a:r>
                        <a:rPr lang="en-US" baseline="0" dirty="0"/>
                        <a:t> display name in Data Annotations</a:t>
                      </a:r>
                      <a:endParaRPr lang="en-US" b="0" i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effectLst/>
                        </a:rPr>
                        <a:t>Dependant</a:t>
                      </a:r>
                      <a:r>
                        <a:rPr lang="en-US" sz="1800" kern="1200" dirty="0">
                          <a:effectLst/>
                        </a:rPr>
                        <a:t> Rules()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78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Fluent </a:t>
            </a:r>
            <a:r>
              <a:rPr lang="en-US" dirty="0">
                <a:solidFill>
                  <a:schemeClr val="accent6"/>
                </a:solidFill>
              </a:rPr>
              <a:t>API Number </a:t>
            </a:r>
            <a:r>
              <a:rPr lang="en-US" dirty="0"/>
              <a:t>Validators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131763" y="863600"/>
          <a:ext cx="11928476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2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5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InclusiveBetween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Checks the property value falls between or equals to the specified limits</a:t>
                      </a:r>
                      <a:r>
                        <a:rPr lang="en-US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InclusiveBetween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ensures the value lies within (and including) the provided range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ExclusiveBetween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Checks the property value falls between but not equal to the specified limits</a:t>
                      </a:r>
                      <a:r>
                        <a:rPr lang="en-US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ExclusiveBetween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would ensure the value lies within the range but excluding the boundaries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GreaterThan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LessThan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GreaterThanOrEqualTo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LessThanOrEqualTo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set specific bounds on numeric values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LessThan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/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LessThanOrEqualTo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comparison with another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GreaterThan() / GreaterThanOrEqualTo()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Comparison with another value, but for greater values.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5536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75" y="796978"/>
            <a:ext cx="4986112" cy="28606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Fluent </a:t>
            </a:r>
            <a:r>
              <a:rPr lang="en-US" dirty="0">
                <a:solidFill>
                  <a:schemeClr val="accent6"/>
                </a:solidFill>
              </a:rPr>
              <a:t>API Number Validators </a:t>
            </a:r>
            <a:r>
              <a:rPr lang="en-US" dirty="0">
                <a:solidFill>
                  <a:schemeClr val="tx1"/>
                </a:solidFill>
              </a:rPr>
              <a:t>Example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354" y="793102"/>
            <a:ext cx="7931259" cy="460595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Straight Arrow Connector 5"/>
          <p:cNvCxnSpPr/>
          <p:nvPr/>
        </p:nvCxnSpPr>
        <p:spPr>
          <a:xfrm>
            <a:off x="4240528" y="2542640"/>
            <a:ext cx="1945668" cy="611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198776" y="2939143"/>
            <a:ext cx="1959428" cy="8397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211217" y="3334139"/>
            <a:ext cx="1984310" cy="11352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225844"/>
              </p:ext>
            </p:extLst>
          </p:nvPr>
        </p:nvGraphicFramePr>
        <p:xfrm>
          <a:off x="576943" y="3785054"/>
          <a:ext cx="3080657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Validators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effectLst/>
                        </a:rPr>
                        <a:t>LessThan</a:t>
                      </a:r>
                      <a:r>
                        <a:rPr lang="en-US" sz="1800" kern="1200" dirty="0">
                          <a:effectLst/>
                        </a:rPr>
                        <a:t>() / </a:t>
                      </a:r>
                      <a:r>
                        <a:rPr lang="en-US" sz="1800" kern="1200" dirty="0" err="1">
                          <a:effectLst/>
                        </a:rPr>
                        <a:t>LessThanOrEqualTo</a:t>
                      </a:r>
                      <a:r>
                        <a:rPr lang="en-US" sz="1800" kern="1200" dirty="0">
                          <a:effectLst/>
                        </a:rPr>
                        <a:t>()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effectLst/>
                        </a:rPr>
                        <a:t>GreaterThan</a:t>
                      </a:r>
                      <a:r>
                        <a:rPr lang="en-US" sz="1800" kern="1200" dirty="0">
                          <a:effectLst/>
                        </a:rPr>
                        <a:t>() / </a:t>
                      </a:r>
                      <a:r>
                        <a:rPr lang="en-US" sz="1800" kern="1200" dirty="0" err="1">
                          <a:effectLst/>
                        </a:rPr>
                        <a:t>GreaterThanOrEqualTo</a:t>
                      </a:r>
                      <a:r>
                        <a:rPr lang="en-US" sz="1800" kern="1200" dirty="0">
                          <a:effectLst/>
                        </a:rPr>
                        <a:t>()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effectLst/>
                        </a:rPr>
                        <a:t>InclusiveBetween</a:t>
                      </a:r>
                      <a:r>
                        <a:rPr lang="en-US" sz="1800" kern="1200" dirty="0">
                          <a:effectLst/>
                        </a:rPr>
                        <a:t>()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effectLst/>
                        </a:rPr>
                        <a:t>ExclusiveBetween</a:t>
                      </a:r>
                      <a:r>
                        <a:rPr lang="en-US" sz="1800" kern="1200" dirty="0">
                          <a:effectLst/>
                        </a:rPr>
                        <a:t>()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33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Time Validation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50" y="844955"/>
            <a:ext cx="5055541" cy="2106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549" y="841973"/>
            <a:ext cx="8912156" cy="49341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6336" y="3367889"/>
            <a:ext cx="28699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Rules</a:t>
            </a:r>
          </a:p>
          <a:p>
            <a:pPr marL="342900" indent="-342900">
              <a:buAutoNum type="arabicPeriod"/>
            </a:pPr>
            <a:r>
              <a:rPr lang="en-US" dirty="0" err="1"/>
              <a:t>EventDate</a:t>
            </a:r>
            <a:r>
              <a:rPr lang="en-US" dirty="0"/>
              <a:t> must be future date.</a:t>
            </a:r>
          </a:p>
          <a:p>
            <a:pPr marL="342900" indent="-342900">
              <a:buAutoNum type="arabicPeriod"/>
            </a:pPr>
            <a:r>
              <a:rPr lang="en-US" dirty="0"/>
              <a:t>Event date only within the next 30 days.</a:t>
            </a:r>
          </a:p>
          <a:p>
            <a:pPr marL="342900" indent="-342900">
              <a:buAutoNum type="arabicPeriod"/>
            </a:pPr>
            <a:r>
              <a:rPr lang="en-US" dirty="0" err="1"/>
              <a:t>Eventdate</a:t>
            </a:r>
            <a:r>
              <a:rPr lang="en-US" dirty="0"/>
              <a:t> must not be on Saturday &amp; Sunday.</a:t>
            </a:r>
          </a:p>
          <a:p>
            <a:pPr marL="342900" indent="-342900">
              <a:buAutoNum type="arabicPeriod"/>
            </a:pPr>
            <a:r>
              <a:rPr lang="en-US" dirty="0"/>
              <a:t>Event Date Must be within the next month.</a:t>
            </a:r>
          </a:p>
        </p:txBody>
      </p:sp>
    </p:spTree>
    <p:extLst>
      <p:ext uri="{BB962C8B-B14F-4D97-AF65-F5344CB8AC3E}">
        <p14:creationId xmlns:p14="http://schemas.microsoft.com/office/powerpoint/2010/main" val="95399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Conditional validation is one of the powerful features of Fluent Validation, allowing you to perform validation rules based on certain conditions. </a:t>
            </a:r>
          </a:p>
          <a:p>
            <a:pPr fontAlgn="base"/>
            <a:r>
              <a:rPr lang="en-US" dirty="0"/>
              <a:t>This can be achieved using the following </a:t>
            </a:r>
            <a:r>
              <a:rPr lang="en-US" b="1" dirty="0">
                <a:solidFill>
                  <a:schemeClr val="accent6"/>
                </a:solidFill>
              </a:rPr>
              <a:t>When()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Unless() </a:t>
            </a:r>
            <a:r>
              <a:rPr lang="en-US" dirty="0"/>
              <a:t>methods. </a:t>
            </a:r>
          </a:p>
          <a:p>
            <a:pPr fontAlgn="base"/>
            <a:r>
              <a:rPr lang="en-US" dirty="0"/>
              <a:t>They allow you to specify under which conditions a particular validation rule should be executed.</a:t>
            </a:r>
          </a:p>
          <a:p>
            <a:pPr fontAlgn="base"/>
            <a:r>
              <a:rPr lang="en-US" b="1" dirty="0"/>
              <a:t>When():</a:t>
            </a:r>
            <a:r>
              <a:rPr lang="en-US" dirty="0"/>
              <a:t> </a:t>
            </a:r>
          </a:p>
          <a:p>
            <a:pPr lvl="1" fontAlgn="base"/>
            <a:r>
              <a:rPr lang="en-US" dirty="0"/>
              <a:t>Apply rules conditionally based on properties.</a:t>
            </a:r>
          </a:p>
          <a:p>
            <a:pPr lvl="1" fontAlgn="base"/>
            <a:r>
              <a:rPr lang="en-US" dirty="0"/>
              <a:t>The When method takes an expression or a method which will return a Boolean value. </a:t>
            </a:r>
          </a:p>
          <a:p>
            <a:pPr lvl="1" fontAlgn="base"/>
            <a:r>
              <a:rPr lang="en-US" dirty="0"/>
              <a:t>If the returned value is true, then the immediately preceding validation is applied, otherwise the validation is skipped.</a:t>
            </a:r>
          </a:p>
          <a:p>
            <a:pPr fontAlgn="base"/>
            <a:r>
              <a:rPr lang="en-US" b="1" dirty="0"/>
              <a:t>Unless():</a:t>
            </a:r>
            <a:r>
              <a:rPr lang="en-US" dirty="0"/>
              <a:t> </a:t>
            </a:r>
          </a:p>
          <a:p>
            <a:pPr lvl="1" fontAlgn="base"/>
            <a:r>
              <a:rPr lang="en-US" dirty="0"/>
              <a:t>The opposite of When(), the rule is applied unless the condition is true.</a:t>
            </a:r>
          </a:p>
          <a:p>
            <a:pPr lvl="1" fontAlgn="base"/>
            <a:r>
              <a:rPr lang="en-US" dirty="0"/>
              <a:t>Similar to When, there is also an Unless method, which takes an expression or a method as input. </a:t>
            </a:r>
          </a:p>
          <a:p>
            <a:pPr lvl="1" fontAlgn="base"/>
            <a:r>
              <a:rPr lang="en-US" dirty="0"/>
              <a:t>That expression or method should return a Boolean Value. If the returned value is false, then the immediately preceding validation is applied, otherwise the validation is skipped.</a:t>
            </a:r>
          </a:p>
          <a:p>
            <a:pPr lvl="1" fontAlgn="base"/>
            <a:endParaRPr lang="en-US" dirty="0"/>
          </a:p>
          <a:p>
            <a:pPr lvl="1" fontAlgn="base"/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Conditional Validation using Fluent Validation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5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471" y="852861"/>
            <a:ext cx="4967412" cy="249993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When() &amp; Unless() 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409" y="847902"/>
            <a:ext cx="8173954" cy="4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83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ForEach</a:t>
            </a:r>
            <a:r>
              <a:rPr lang="en-US" dirty="0"/>
              <a:t>() = </a:t>
            </a:r>
            <a:r>
              <a:rPr lang="en-US" b="0" dirty="0"/>
              <a:t>Apply a rule to each element in a collection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6735" y="846059"/>
            <a:ext cx="6511627" cy="5591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9" y="846059"/>
            <a:ext cx="5167408" cy="326064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8642" y="4233379"/>
            <a:ext cx="5321774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accent6"/>
                </a:solidFill>
                <a:latin typeface="+mj-lt"/>
              </a:rPr>
              <a:t>HashSet</a:t>
            </a:r>
            <a:endParaRPr lang="en-US" b="1" dirty="0">
              <a:solidFill>
                <a:schemeClr val="accent6"/>
              </a:solidFill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73239"/>
                </a:solidFill>
                <a:latin typeface="+mj-lt"/>
              </a:rPr>
              <a:t>HashSet</a:t>
            </a:r>
            <a:r>
              <a:rPr lang="en-US" dirty="0">
                <a:solidFill>
                  <a:srgbClr val="273239"/>
                </a:solidFill>
                <a:latin typeface="+mj-lt"/>
              </a:rPr>
              <a:t> is an </a:t>
            </a:r>
            <a:r>
              <a:rPr lang="en-US" b="1" dirty="0">
                <a:solidFill>
                  <a:srgbClr val="273239"/>
                </a:solidFill>
                <a:latin typeface="+mj-lt"/>
              </a:rPr>
              <a:t>unordered collection of unique elements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It is generally used when we want to prevent duplicate elements from being placed in the collection.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The performance of the </a:t>
            </a:r>
            <a:r>
              <a:rPr lang="en-US" dirty="0" err="1">
                <a:latin typeface="+mj-lt"/>
              </a:rPr>
              <a:t>HashSet</a:t>
            </a:r>
            <a:r>
              <a:rPr lang="en-US" dirty="0">
                <a:latin typeface="+mj-lt"/>
              </a:rPr>
              <a:t> is much better in comparison to the list.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1853" y="3573624"/>
            <a:ext cx="4674637" cy="2705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364963" y="3912636"/>
            <a:ext cx="4674637" cy="5380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8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5565" y="831272"/>
            <a:ext cx="6689226" cy="50587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Cascade Modes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3962" y="829621"/>
            <a:ext cx="5006109" cy="27006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j-lt"/>
              </a:rPr>
              <a:t>The two cascade modes are: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050" dirty="0">
              <a:latin typeface="+mj-lt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j-lt"/>
              </a:rPr>
              <a:t>Continue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j-lt"/>
              </a:rPr>
              <a:t> (</a:t>
            </a:r>
            <a:r>
              <a:rPr kumimoji="0" lang="en-US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j-lt"/>
              </a:rPr>
              <a:t>Default Mode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j-lt"/>
              </a:rPr>
              <a:t>) 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j-lt"/>
              </a:rPr>
              <a:t>Always invokes all rules in a validator class, or all validators in a rule, depending on where it is used.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100" dirty="0">
              <a:solidFill>
                <a:srgbClr val="404040"/>
              </a:solidFill>
              <a:latin typeface="+mj-lt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Stop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j-lt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j-lt"/>
              </a:rPr>
              <a:t>Stops executing a validator class as soon as a rule fails, or stops executing a rule as soon as a validator fails, depending on where it is used.</a:t>
            </a:r>
          </a:p>
        </p:txBody>
      </p:sp>
    </p:spTree>
    <p:extLst>
      <p:ext uri="{BB962C8B-B14F-4D97-AF65-F5344CB8AC3E}">
        <p14:creationId xmlns:p14="http://schemas.microsoft.com/office/powerpoint/2010/main" val="30500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1180" y="863444"/>
            <a:ext cx="5816947" cy="5590565"/>
          </a:xfrm>
        </p:spPr>
        <p:txBody>
          <a:bodyPr/>
          <a:lstStyle/>
          <a:p>
            <a:r>
              <a:rPr lang="en-US" b="1" dirty="0"/>
              <a:t>High Level of Flexibility</a:t>
            </a:r>
          </a:p>
          <a:p>
            <a:pPr lvl="1"/>
            <a:r>
              <a:rPr lang="en-US" dirty="0"/>
              <a:t>Fluent Validation enables you to create any validation rule understandable.</a:t>
            </a:r>
          </a:p>
          <a:p>
            <a:pPr lvl="1"/>
            <a:r>
              <a:rPr lang="en-US" dirty="0"/>
              <a:t>It’s overflowing with power and flexibility.</a:t>
            </a:r>
          </a:p>
          <a:p>
            <a:r>
              <a:rPr lang="en-US" b="1" dirty="0"/>
              <a:t>Testability</a:t>
            </a:r>
            <a:endParaRPr lang="en-US" dirty="0"/>
          </a:p>
          <a:p>
            <a:pPr lvl="1"/>
            <a:r>
              <a:rPr lang="en-US" dirty="0"/>
              <a:t>Fluent Validation ensures that your code remains test-friendly. </a:t>
            </a:r>
          </a:p>
          <a:p>
            <a:pPr lvl="1"/>
            <a:r>
              <a:rPr lang="en-US" dirty="0"/>
              <a:t>No more struggling unit tests!</a:t>
            </a:r>
          </a:p>
          <a:p>
            <a:r>
              <a:rPr lang="en-US" b="1" dirty="0"/>
              <a:t>Cleaner Code</a:t>
            </a:r>
          </a:p>
          <a:p>
            <a:pPr lvl="1"/>
            <a:r>
              <a:rPr lang="en-US" dirty="0"/>
              <a:t>Say goodbye to cluttered data models. </a:t>
            </a:r>
          </a:p>
          <a:p>
            <a:pPr lvl="1"/>
            <a:r>
              <a:rPr lang="en-US" dirty="0"/>
              <a:t>With Fluent Validation, your validation logic shifts to a separate class, hence code must be clean.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Fluent Validation</a:t>
            </a:r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6168320" y="880042"/>
            <a:ext cx="5764147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Easy to Maintain</a:t>
            </a:r>
            <a:endParaRPr lang="en-US" dirty="0"/>
          </a:p>
          <a:p>
            <a:pPr lvl="1"/>
            <a:r>
              <a:rPr lang="en-US" dirty="0"/>
              <a:t>Fluent Validation’s pattern of separating validation rules from business objects makes maintenance a lot easier.</a:t>
            </a:r>
          </a:p>
          <a:p>
            <a:pPr lvl="1"/>
            <a:r>
              <a:rPr lang="en-US" dirty="0"/>
              <a:t>If rules need to change, you know exactly where to look. Plus, it’s easier to reuse validation logic across projects.</a:t>
            </a:r>
          </a:p>
          <a:p>
            <a:r>
              <a:rPr lang="en-US" b="1" dirty="0"/>
              <a:t>Better User Experience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Fluent Validation allows for easily customizable and detailed error messages that assist users in correcting their data.</a:t>
            </a:r>
          </a:p>
        </p:txBody>
      </p:sp>
    </p:spTree>
    <p:extLst>
      <p:ext uri="{BB962C8B-B14F-4D97-AF65-F5344CB8AC3E}">
        <p14:creationId xmlns:p14="http://schemas.microsoft.com/office/powerpoint/2010/main" val="184486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b="1" dirty="0"/>
              <a:t>Building RESTful APIs using .NET Core</a:t>
            </a:r>
          </a:p>
          <a:p>
            <a:r>
              <a:rPr lang="en-US" dirty="0"/>
              <a:t>#2505CS311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/>
          <a:lstStyle/>
          <a:p>
            <a:r>
              <a:rPr lang="en-US" dirty="0"/>
              <a:t>Madhuresh.fichadiya@darshan.ac.in</a:t>
            </a:r>
            <a:endParaRPr lang="en-IN" dirty="0">
              <a:effectLst/>
            </a:endParaRP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/>
          <a:lstStyle/>
          <a:p>
            <a:r>
              <a:rPr lang="en-US" dirty="0"/>
              <a:t>8866961282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80000" cy="290081"/>
          </a:xfrm>
        </p:spPr>
        <p:txBody>
          <a:bodyPr/>
          <a:lstStyle/>
          <a:p>
            <a:r>
              <a:rPr lang="en-US"/>
              <a:t>Computer Science &amp; Engineering Department</a:t>
            </a:r>
            <a:endParaRPr lang="en-US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/>
          <a:lstStyle/>
          <a:p>
            <a:r>
              <a:rPr lang="en-US" dirty="0"/>
              <a:t>Prof. Madhuresh R Fichadiya</a:t>
            </a:r>
            <a:endParaRPr lang="en-IN" dirty="0"/>
          </a:p>
        </p:txBody>
      </p:sp>
      <p:pic>
        <p:nvPicPr>
          <p:cNvPr id="3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11251"/>
            <a:ext cx="1353599" cy="1353599"/>
          </a:xfrm>
        </p:spPr>
      </p:pic>
      <p:pic>
        <p:nvPicPr>
          <p:cNvPr id="3" name="Picture Placeholder 1">
            <a:extLst>
              <a:ext uri="{FF2B5EF4-FFF2-40B4-BE49-F238E27FC236}">
                <a16:creationId xmlns:a16="http://schemas.microsoft.com/office/drawing/2014/main" id="{68742D77-F841-641A-E042-21C35DD77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638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7509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10965</TotalTime>
  <Words>3131</Words>
  <Application>Microsoft Office PowerPoint</Application>
  <PresentationFormat>Widescreen</PresentationFormat>
  <Paragraphs>464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Roboto Condensed Light</vt:lpstr>
      <vt:lpstr>arial</vt:lpstr>
      <vt:lpstr>Wingdings 3</vt:lpstr>
      <vt:lpstr>Wingdings 2</vt:lpstr>
      <vt:lpstr>arial</vt:lpstr>
      <vt:lpstr>Cascadia Mono</vt:lpstr>
      <vt:lpstr>Wingdings</vt:lpstr>
      <vt:lpstr>Roboto Condensed</vt:lpstr>
      <vt:lpstr>Calibri</vt:lpstr>
      <vt:lpstr>Office Theme</vt:lpstr>
      <vt:lpstr>Unit-3  Routing, Model Binding &amp; Validation</vt:lpstr>
      <vt:lpstr>PowerPoint Presentation</vt:lpstr>
      <vt:lpstr>Introduction to Routing</vt:lpstr>
      <vt:lpstr>Introduction to Routing - [Example]</vt:lpstr>
      <vt:lpstr>What is Routing?</vt:lpstr>
      <vt:lpstr>Routing : Key Concepts</vt:lpstr>
      <vt:lpstr>Types of Routing</vt:lpstr>
      <vt:lpstr>Types of Routing </vt:lpstr>
      <vt:lpstr>Route/Routing Constraints</vt:lpstr>
      <vt:lpstr>Route/Routing Constraints</vt:lpstr>
      <vt:lpstr>Route/Routing Constraints</vt:lpstr>
      <vt:lpstr>Routing Constraints - Token Replacement &amp; Prefixes</vt:lpstr>
      <vt:lpstr>Model Binding</vt:lpstr>
      <vt:lpstr>Model Binding</vt:lpstr>
      <vt:lpstr>Common Model Binding Sources</vt:lpstr>
      <vt:lpstr>1. From Route</vt:lpstr>
      <vt:lpstr>2. From Query String</vt:lpstr>
      <vt:lpstr>3. From Body</vt:lpstr>
      <vt:lpstr>3. From Body Cont..</vt:lpstr>
      <vt:lpstr>4. From Header</vt:lpstr>
      <vt:lpstr>5. From Form Data</vt:lpstr>
      <vt:lpstr>6. FromService</vt:lpstr>
      <vt:lpstr>API Versioning</vt:lpstr>
      <vt:lpstr>What is API Versioning?</vt:lpstr>
      <vt:lpstr>What is API Versioning? Cont..</vt:lpstr>
      <vt:lpstr>Types of API Versioning</vt:lpstr>
      <vt:lpstr>Types of API Versioning</vt:lpstr>
      <vt:lpstr>Types of API Versioning Cont..</vt:lpstr>
      <vt:lpstr>Types of API Versioning Cont..</vt:lpstr>
      <vt:lpstr>Fluent Validation</vt:lpstr>
      <vt:lpstr>When to use Fluent Validation?</vt:lpstr>
      <vt:lpstr>How to Use Fluent Validation in Our Project?</vt:lpstr>
      <vt:lpstr>Step – 1 | Install Packages</vt:lpstr>
      <vt:lpstr>Step – 2 | Add a new validator class for separate validation rules of particular dtos/model</vt:lpstr>
      <vt:lpstr>Step – 3 | Add validation rules in newly created class</vt:lpstr>
      <vt:lpstr>Step – 4 | Register services of fluent validation in program.cs</vt:lpstr>
      <vt:lpstr>Step – 5 | Call Validator Manually in Controller</vt:lpstr>
      <vt:lpstr>Step – 6 | After that run the project and check for validations</vt:lpstr>
      <vt:lpstr>Step – 6 | After that run the project and check for validations</vt:lpstr>
      <vt:lpstr>Step – 6 | After that run the project and check for validations</vt:lpstr>
      <vt:lpstr>Fluent API Basic Validators</vt:lpstr>
      <vt:lpstr>Fluent API Basic Validators Example</vt:lpstr>
      <vt:lpstr>WithName() &amp; Dependent Rules()</vt:lpstr>
      <vt:lpstr>Fluent API Number Validators</vt:lpstr>
      <vt:lpstr>Fluent API Number Validators Example</vt:lpstr>
      <vt:lpstr>Date Time Validation Example</vt:lpstr>
      <vt:lpstr>Conditional Validation using Fluent Validation</vt:lpstr>
      <vt:lpstr>When() &amp; Unless() Example</vt:lpstr>
      <vt:lpstr>ForEach() = Apply a rule to each element in a collection</vt:lpstr>
      <vt:lpstr>Cascade Modes</vt:lpstr>
      <vt:lpstr>Advantages of Fluent Validation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Madhuresh Fichadiya</cp:lastModifiedBy>
  <cp:revision>877</cp:revision>
  <dcterms:created xsi:type="dcterms:W3CDTF">2020-05-01T05:09:15Z</dcterms:created>
  <dcterms:modified xsi:type="dcterms:W3CDTF">2026-09-01T05:56:51Z</dcterms:modified>
</cp:coreProperties>
</file>