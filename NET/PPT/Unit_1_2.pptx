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5"/>
  </p:notesMasterIdLst>
  <p:sldIdLst>
    <p:sldId id="618" r:id="rId2"/>
    <p:sldId id="292" r:id="rId3"/>
    <p:sldId id="603" r:id="rId4"/>
    <p:sldId id="547" r:id="rId5"/>
    <p:sldId id="610" r:id="rId6"/>
    <p:sldId id="391" r:id="rId7"/>
    <p:sldId id="396" r:id="rId8"/>
    <p:sldId id="390" r:id="rId9"/>
    <p:sldId id="530" r:id="rId10"/>
    <p:sldId id="398" r:id="rId11"/>
    <p:sldId id="399" r:id="rId12"/>
    <p:sldId id="400" r:id="rId13"/>
    <p:sldId id="401" r:id="rId14"/>
    <p:sldId id="611" r:id="rId15"/>
    <p:sldId id="612" r:id="rId16"/>
    <p:sldId id="555" r:id="rId17"/>
    <p:sldId id="462" r:id="rId18"/>
    <p:sldId id="459" r:id="rId19"/>
    <p:sldId id="460" r:id="rId20"/>
    <p:sldId id="461" r:id="rId21"/>
    <p:sldId id="392" r:id="rId22"/>
    <p:sldId id="552" r:id="rId23"/>
    <p:sldId id="408" r:id="rId24"/>
    <p:sldId id="410" r:id="rId25"/>
    <p:sldId id="447" r:id="rId26"/>
    <p:sldId id="448" r:id="rId27"/>
    <p:sldId id="450" r:id="rId28"/>
    <p:sldId id="449" r:id="rId29"/>
    <p:sldId id="451" r:id="rId30"/>
    <p:sldId id="452" r:id="rId31"/>
    <p:sldId id="453" r:id="rId32"/>
    <p:sldId id="454" r:id="rId33"/>
    <p:sldId id="457" r:id="rId34"/>
    <p:sldId id="458" r:id="rId35"/>
    <p:sldId id="556" r:id="rId36"/>
    <p:sldId id="557" r:id="rId37"/>
    <p:sldId id="558" r:id="rId38"/>
    <p:sldId id="559" r:id="rId39"/>
    <p:sldId id="560" r:id="rId40"/>
    <p:sldId id="562" r:id="rId41"/>
    <p:sldId id="269" r:id="rId42"/>
    <p:sldId id="275" r:id="rId43"/>
    <p:sldId id="564" r:id="rId44"/>
    <p:sldId id="566" r:id="rId45"/>
    <p:sldId id="565" r:id="rId46"/>
    <p:sldId id="605" r:id="rId47"/>
    <p:sldId id="567" r:id="rId48"/>
    <p:sldId id="606" r:id="rId49"/>
    <p:sldId id="272" r:id="rId50"/>
    <p:sldId id="273" r:id="rId51"/>
    <p:sldId id="274" r:id="rId52"/>
    <p:sldId id="568" r:id="rId53"/>
    <p:sldId id="569" r:id="rId54"/>
    <p:sldId id="570" r:id="rId55"/>
    <p:sldId id="609" r:id="rId56"/>
    <p:sldId id="572" r:id="rId57"/>
    <p:sldId id="573" r:id="rId58"/>
    <p:sldId id="574" r:id="rId59"/>
    <p:sldId id="575" r:id="rId60"/>
    <p:sldId id="578" r:id="rId61"/>
    <p:sldId id="579" r:id="rId62"/>
    <p:sldId id="496" r:id="rId63"/>
    <p:sldId id="430" r:id="rId64"/>
    <p:sldId id="429" r:id="rId65"/>
    <p:sldId id="591" r:id="rId66"/>
    <p:sldId id="431" r:id="rId67"/>
    <p:sldId id="432" r:id="rId68"/>
    <p:sldId id="433" r:id="rId69"/>
    <p:sldId id="434" r:id="rId70"/>
    <p:sldId id="435" r:id="rId71"/>
    <p:sldId id="440" r:id="rId72"/>
    <p:sldId id="441" r:id="rId73"/>
    <p:sldId id="592" r:id="rId74"/>
    <p:sldId id="437" r:id="rId75"/>
    <p:sldId id="436" r:id="rId76"/>
    <p:sldId id="601" r:id="rId77"/>
    <p:sldId id="590" r:id="rId78"/>
    <p:sldId id="527" r:id="rId79"/>
    <p:sldId id="542" r:id="rId80"/>
    <p:sldId id="597" r:id="rId81"/>
    <p:sldId id="543" r:id="rId82"/>
    <p:sldId id="600" r:id="rId83"/>
    <p:sldId id="539" r:id="rId84"/>
    <p:sldId id="478" r:id="rId85"/>
    <p:sldId id="541" r:id="rId86"/>
    <p:sldId id="598" r:id="rId87"/>
    <p:sldId id="599" r:id="rId88"/>
    <p:sldId id="608" r:id="rId89"/>
    <p:sldId id="485" r:id="rId90"/>
    <p:sldId id="484" r:id="rId91"/>
    <p:sldId id="487" r:id="rId92"/>
    <p:sldId id="486" r:id="rId93"/>
    <p:sldId id="488" r:id="rId94"/>
    <p:sldId id="593" r:id="rId95"/>
    <p:sldId id="594" r:id="rId96"/>
    <p:sldId id="595" r:id="rId97"/>
    <p:sldId id="596" r:id="rId98"/>
    <p:sldId id="490" r:id="rId99"/>
    <p:sldId id="412" r:id="rId100"/>
    <p:sldId id="413" r:id="rId101"/>
    <p:sldId id="589" r:id="rId102"/>
    <p:sldId id="414" r:id="rId103"/>
    <p:sldId id="415" r:id="rId104"/>
    <p:sldId id="416" r:id="rId105"/>
    <p:sldId id="417" r:id="rId106"/>
    <p:sldId id="580" r:id="rId107"/>
    <p:sldId id="418" r:id="rId108"/>
    <p:sldId id="419" r:id="rId109"/>
    <p:sldId id="420" r:id="rId110"/>
    <p:sldId id="421" r:id="rId111"/>
    <p:sldId id="422" r:id="rId112"/>
    <p:sldId id="423" r:id="rId113"/>
    <p:sldId id="424" r:id="rId114"/>
    <p:sldId id="581" r:id="rId115"/>
    <p:sldId id="425" r:id="rId116"/>
    <p:sldId id="427" r:id="rId117"/>
    <p:sldId id="445" r:id="rId118"/>
    <p:sldId id="613" r:id="rId119"/>
    <p:sldId id="614" r:id="rId120"/>
    <p:sldId id="616" r:id="rId121"/>
    <p:sldId id="617" r:id="rId122"/>
    <p:sldId id="615" r:id="rId123"/>
    <p:sldId id="345" r:id="rId124"/>
  </p:sldIdLst>
  <p:sldSz cx="12192000" cy="6858000"/>
  <p:notesSz cx="6858000" cy="9144000"/>
  <p:embeddedFontLst>
    <p:embeddedFont>
      <p:font typeface="Cascadia Mono" panose="020B0609020000020004" pitchFamily="49" charset="0"/>
      <p:regular r:id="rId126"/>
      <p:bold r:id="rId127"/>
      <p:italic r:id="rId128"/>
      <p:boldItalic r:id="rId129"/>
    </p:embeddedFont>
    <p:embeddedFont>
      <p:font typeface="Consolas" panose="020B0609020204030204" pitchFamily="49" charset="0"/>
      <p:regular r:id="rId130"/>
      <p:bold r:id="rId131"/>
      <p:italic r:id="rId132"/>
      <p:boldItalic r:id="rId133"/>
    </p:embeddedFont>
    <p:embeddedFont>
      <p:font typeface="Open Sans Semibold" panose="020B0706030804020204" pitchFamily="34" charset="0"/>
      <p:bold r:id="rId134"/>
      <p:boldItalic r:id="rId135"/>
    </p:embeddedFont>
    <p:embeddedFont>
      <p:font typeface="Roboto Condensed" panose="02000000000000000000" pitchFamily="2" charset="0"/>
      <p:regular r:id="rId136"/>
      <p:bold r:id="rId137"/>
      <p:italic r:id="rId138"/>
      <p:boldItalic r:id="rId139"/>
    </p:embeddedFont>
    <p:embeddedFont>
      <p:font typeface="Roboto Condensed Light" panose="02000000000000000000" pitchFamily="2" charset="0"/>
      <p:regular r:id="rId140"/>
      <p:italic r:id="rId141"/>
    </p:embeddedFont>
    <p:embeddedFont>
      <p:font typeface="Wingdings 2" panose="05020102010507070707" pitchFamily="18" charset="2"/>
      <p:regular r:id="rId142"/>
    </p:embeddedFont>
    <p:embeddedFont>
      <p:font typeface="Wingdings 3" panose="05040102010807070707" pitchFamily="18" charset="2"/>
      <p:regular r:id="rId1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bnOqwMgioxK/8OC4u6dZOw==" hashData="k+ABZcY9MrhWF5vel9DKj1r6aVDXugsHcNkL4M7jEnMgIERTShDDa+9Xsw/TtOqH4fDkdgJfjBl8SJezjCq18A=="/>
  <p:extLst>
    <p:ext uri="{521415D9-36F7-43E2-AB2F-B90AF26B5E84}">
      <p14:sectionLst xmlns:p14="http://schemas.microsoft.com/office/powerpoint/2010/main">
        <p14:section name="Default Section" id="{FF31AFC2-1B79-4B4B-A57C-59621157F194}">
          <p14:sldIdLst>
            <p14:sldId id="618"/>
            <p14:sldId id="292"/>
            <p14:sldId id="603"/>
            <p14:sldId id="547"/>
            <p14:sldId id="610"/>
            <p14:sldId id="391"/>
            <p14:sldId id="396"/>
            <p14:sldId id="390"/>
            <p14:sldId id="530"/>
            <p14:sldId id="398"/>
            <p14:sldId id="399"/>
            <p14:sldId id="400"/>
            <p14:sldId id="401"/>
            <p14:sldId id="611"/>
            <p14:sldId id="612"/>
            <p14:sldId id="555"/>
            <p14:sldId id="462"/>
            <p14:sldId id="459"/>
            <p14:sldId id="460"/>
            <p14:sldId id="461"/>
            <p14:sldId id="392"/>
            <p14:sldId id="552"/>
            <p14:sldId id="408"/>
            <p14:sldId id="410"/>
            <p14:sldId id="447"/>
            <p14:sldId id="448"/>
            <p14:sldId id="450"/>
            <p14:sldId id="449"/>
            <p14:sldId id="451"/>
            <p14:sldId id="452"/>
            <p14:sldId id="453"/>
            <p14:sldId id="454"/>
            <p14:sldId id="457"/>
            <p14:sldId id="458"/>
            <p14:sldId id="556"/>
            <p14:sldId id="557"/>
            <p14:sldId id="558"/>
            <p14:sldId id="559"/>
            <p14:sldId id="560"/>
          </p14:sldIdLst>
        </p14:section>
        <p14:section name="OOP Concepts" id="{4A341397-21ED-4765-A178-A053A6515075}">
          <p14:sldIdLst>
            <p14:sldId id="562"/>
            <p14:sldId id="269"/>
            <p14:sldId id="275"/>
            <p14:sldId id="564"/>
            <p14:sldId id="566"/>
            <p14:sldId id="565"/>
            <p14:sldId id="605"/>
            <p14:sldId id="567"/>
            <p14:sldId id="606"/>
            <p14:sldId id="272"/>
            <p14:sldId id="273"/>
            <p14:sldId id="274"/>
            <p14:sldId id="568"/>
            <p14:sldId id="569"/>
            <p14:sldId id="570"/>
            <p14:sldId id="609"/>
            <p14:sldId id="572"/>
            <p14:sldId id="573"/>
            <p14:sldId id="574"/>
            <p14:sldId id="575"/>
            <p14:sldId id="578"/>
            <p14:sldId id="579"/>
            <p14:sldId id="496"/>
            <p14:sldId id="430"/>
            <p14:sldId id="429"/>
            <p14:sldId id="591"/>
            <p14:sldId id="431"/>
            <p14:sldId id="432"/>
            <p14:sldId id="433"/>
            <p14:sldId id="434"/>
            <p14:sldId id="435"/>
            <p14:sldId id="440"/>
            <p14:sldId id="441"/>
            <p14:sldId id="592"/>
            <p14:sldId id="437"/>
            <p14:sldId id="436"/>
            <p14:sldId id="601"/>
            <p14:sldId id="590"/>
            <p14:sldId id="527"/>
            <p14:sldId id="542"/>
            <p14:sldId id="597"/>
            <p14:sldId id="543"/>
            <p14:sldId id="600"/>
            <p14:sldId id="539"/>
            <p14:sldId id="478"/>
            <p14:sldId id="541"/>
            <p14:sldId id="598"/>
            <p14:sldId id="599"/>
            <p14:sldId id="608"/>
          </p14:sldIdLst>
        </p14:section>
        <p14:section name="Debugging &amp; Error Handling" id="{200B2DD3-3E93-4986-8F85-712763271594}">
          <p14:sldIdLst>
            <p14:sldId id="485"/>
            <p14:sldId id="484"/>
            <p14:sldId id="487"/>
            <p14:sldId id="486"/>
            <p14:sldId id="488"/>
            <p14:sldId id="593"/>
            <p14:sldId id="594"/>
            <p14:sldId id="595"/>
            <p14:sldId id="596"/>
            <p14:sldId id="490"/>
          </p14:sldIdLst>
        </p14:section>
        <p14:section name="Collections" id="{29636DBB-3E96-4928-B772-9EDB58972069}">
          <p14:sldIdLst>
            <p14:sldId id="412"/>
            <p14:sldId id="413"/>
            <p14:sldId id="589"/>
            <p14:sldId id="414"/>
            <p14:sldId id="415"/>
            <p14:sldId id="416"/>
            <p14:sldId id="417"/>
            <p14:sldId id="580"/>
            <p14:sldId id="418"/>
            <p14:sldId id="419"/>
            <p14:sldId id="420"/>
            <p14:sldId id="421"/>
            <p14:sldId id="422"/>
            <p14:sldId id="423"/>
            <p14:sldId id="424"/>
            <p14:sldId id="581"/>
            <p14:sldId id="425"/>
            <p14:sldId id="427"/>
            <p14:sldId id="445"/>
            <p14:sldId id="613"/>
            <p14:sldId id="614"/>
            <p14:sldId id="616"/>
            <p14:sldId id="617"/>
            <p14:sldId id="615"/>
            <p14:sldId id="34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B92"/>
    <a:srgbClr val="000000"/>
    <a:srgbClr val="B71B1C"/>
    <a:srgbClr val="212121"/>
    <a:srgbClr val="F54337"/>
    <a:srgbClr val="673BB7"/>
    <a:srgbClr val="607D8B"/>
    <a:srgbClr val="ED524F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font" Target="fonts/font13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font" Target="fonts/font3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font" Target="fonts/font9.fntdata"/><Relationship Id="rId139" Type="http://schemas.openxmlformats.org/officeDocument/2006/relationships/font" Target="fonts/font14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font" Target="fonts/font4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font" Target="fonts/font15.fntdata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5.fntdata"/><Relationship Id="rId135" Type="http://schemas.openxmlformats.org/officeDocument/2006/relationships/font" Target="fonts/font10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notesMaster" Target="notesMasters/notesMaster1.xml"/><Relationship Id="rId141" Type="http://schemas.openxmlformats.org/officeDocument/2006/relationships/font" Target="fonts/font16.fntdata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6.fntdata"/><Relationship Id="rId136" Type="http://schemas.openxmlformats.org/officeDocument/2006/relationships/font" Target="fonts/font1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.fntdata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17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7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font" Target="fonts/font18.fntdata"/><Relationship Id="rId14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8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mish Vadodariya" userId="d2e325c0593a319e" providerId="LiveId" clId="{E1748CB8-6BF5-4F7F-80E7-7DC838247FE4}"/>
    <pc:docChg chg="undo custSel addSld delSld modSld sldOrd modMainMaster modSection">
      <pc:chgData name="Naimish Vadodariya" userId="d2e325c0593a319e" providerId="LiveId" clId="{E1748CB8-6BF5-4F7F-80E7-7DC838247FE4}" dt="2026-07-02T14:30:40.280" v="1046" actId="113"/>
      <pc:docMkLst>
        <pc:docMk/>
      </pc:docMkLst>
      <pc:sldChg chg="modSp add modAnim">
        <pc:chgData name="Naimish Vadodariya" userId="d2e325c0593a319e" providerId="LiveId" clId="{E1748CB8-6BF5-4F7F-80E7-7DC838247FE4}" dt="2026-07-02T14:24:09.303" v="1040" actId="207"/>
        <pc:sldMkLst>
          <pc:docMk/>
          <pc:sldMk cId="2079462883" sldId="269"/>
        </pc:sldMkLst>
        <pc:spChg chg="mod">
          <ac:chgData name="Naimish Vadodariya" userId="d2e325c0593a319e" providerId="LiveId" clId="{E1748CB8-6BF5-4F7F-80E7-7DC838247FE4}" dt="2026-07-02T14:24:09.303" v="1040" actId="207"/>
          <ac:spMkLst>
            <pc:docMk/>
            <pc:sldMk cId="2079462883" sldId="269"/>
            <ac:spMk id="3" creationId="{00000000-0000-0000-0000-000000000000}"/>
          </ac:spMkLst>
        </pc:spChg>
      </pc:sldChg>
      <pc:sldChg chg="add">
        <pc:chgData name="Naimish Vadodariya" userId="d2e325c0593a319e" providerId="LiveId" clId="{E1748CB8-6BF5-4F7F-80E7-7DC838247FE4}" dt="2026-07-02T13:25:09.886" v="530"/>
        <pc:sldMkLst>
          <pc:docMk/>
          <pc:sldMk cId="1169559059" sldId="275"/>
        </pc:sldMkLst>
      </pc:sldChg>
      <pc:sldChg chg="add del">
        <pc:chgData name="Naimish Vadodariya" userId="d2e325c0593a319e" providerId="LiveId" clId="{E1748CB8-6BF5-4F7F-80E7-7DC838247FE4}" dt="2026-07-02T13:26:09.071" v="532"/>
        <pc:sldMkLst>
          <pc:docMk/>
          <pc:sldMk cId="3191554646" sldId="278"/>
        </pc:sldMkLst>
      </pc:sldChg>
      <pc:sldChg chg="modSp mod modAnim">
        <pc:chgData name="Naimish Vadodariya" userId="d2e325c0593a319e" providerId="LiveId" clId="{E1748CB8-6BF5-4F7F-80E7-7DC838247FE4}" dt="2026-06-27T06:38:59.931" v="295" actId="14100"/>
        <pc:sldMkLst>
          <pc:docMk/>
          <pc:sldMk cId="4216305698" sldId="292"/>
        </pc:sldMkLst>
        <pc:spChg chg="mod">
          <ac:chgData name="Naimish Vadodariya" userId="d2e325c0593a319e" providerId="LiveId" clId="{E1748CB8-6BF5-4F7F-80E7-7DC838247FE4}" dt="2026-06-27T06:38:59.931" v="295" actId="14100"/>
          <ac:spMkLst>
            <pc:docMk/>
            <pc:sldMk cId="4216305698" sldId="292"/>
            <ac:spMk id="9" creationId="{BDA2F9A4-6988-4274-8384-12496EC9D59D}"/>
          </ac:spMkLst>
        </pc:spChg>
      </pc:sldChg>
      <pc:sldChg chg="modSp add del mod">
        <pc:chgData name="Naimish Vadodariya" userId="d2e325c0593a319e" providerId="LiveId" clId="{E1748CB8-6BF5-4F7F-80E7-7DC838247FE4}" dt="2026-07-02T14:15:16.994" v="989" actId="47"/>
        <pc:sldMkLst>
          <pc:docMk/>
          <pc:sldMk cId="1600834761" sldId="309"/>
        </pc:sldMkLst>
      </pc:sldChg>
      <pc:sldChg chg="modSp mod">
        <pc:chgData name="Naimish Vadodariya" userId="d2e325c0593a319e" providerId="LiveId" clId="{E1748CB8-6BF5-4F7F-80E7-7DC838247FE4}" dt="2026-07-02T14:30:14.921" v="1045" actId="20577"/>
        <pc:sldMkLst>
          <pc:docMk/>
          <pc:sldMk cId="1453459561" sldId="345"/>
        </pc:sldMkLst>
        <pc:spChg chg="mod">
          <ac:chgData name="Naimish Vadodariya" userId="d2e325c0593a319e" providerId="LiveId" clId="{E1748CB8-6BF5-4F7F-80E7-7DC838247FE4}" dt="2026-07-02T14:30:14.921" v="1045" actId="20577"/>
          <ac:spMkLst>
            <pc:docMk/>
            <pc:sldMk cId="1453459561" sldId="345"/>
            <ac:spMk id="27" creationId="{E2AD8B6E-51EA-4A15-8752-4F221E5E02C5}"/>
          </ac:spMkLst>
        </pc:spChg>
      </pc:sldChg>
      <pc:sldChg chg="del">
        <pc:chgData name="Naimish Vadodariya" userId="d2e325c0593a319e" providerId="LiveId" clId="{E1748CB8-6BF5-4F7F-80E7-7DC838247FE4}" dt="2026-07-02T13:16:14.481" v="480" actId="2696"/>
        <pc:sldMkLst>
          <pc:docMk/>
          <pc:sldMk cId="2841028674" sldId="387"/>
        </pc:sldMkLst>
      </pc:sldChg>
      <pc:sldChg chg="modSp mod">
        <pc:chgData name="Naimish Vadodariya" userId="d2e325c0593a319e" providerId="LiveId" clId="{E1748CB8-6BF5-4F7F-80E7-7DC838247FE4}" dt="2026-07-02T14:18:37.319" v="1012" actId="20577"/>
        <pc:sldMkLst>
          <pc:docMk/>
          <pc:sldMk cId="3141141383" sldId="391"/>
        </pc:sldMkLst>
        <pc:spChg chg="mod">
          <ac:chgData name="Naimish Vadodariya" userId="d2e325c0593a319e" providerId="LiveId" clId="{E1748CB8-6BF5-4F7F-80E7-7DC838247FE4}" dt="2026-07-02T14:18:37.319" v="1012" actId="20577"/>
          <ac:spMkLst>
            <pc:docMk/>
            <pc:sldMk cId="3141141383" sldId="391"/>
            <ac:spMk id="4" creationId="{00000000-0000-0000-0000-000000000000}"/>
          </ac:spMkLst>
        </pc:spChg>
      </pc:sldChg>
      <pc:sldChg chg="modSp mod modAnim">
        <pc:chgData name="Naimish Vadodariya" userId="d2e325c0593a319e" providerId="LiveId" clId="{E1748CB8-6BF5-4F7F-80E7-7DC838247FE4}" dt="2026-07-02T14:18:47.563" v="1024" actId="20577"/>
        <pc:sldMkLst>
          <pc:docMk/>
          <pc:sldMk cId="742099571" sldId="396"/>
        </pc:sldMkLst>
        <pc:spChg chg="mod">
          <ac:chgData name="Naimish Vadodariya" userId="d2e325c0593a319e" providerId="LiveId" clId="{E1748CB8-6BF5-4F7F-80E7-7DC838247FE4}" dt="2026-07-02T13:12:57.166" v="464" actId="20577"/>
          <ac:spMkLst>
            <pc:docMk/>
            <pc:sldMk cId="742099571" sldId="396"/>
            <ac:spMk id="2" creationId="{1E4F5685-B811-493F-A818-E0523FDDBF99}"/>
          </ac:spMkLst>
        </pc:spChg>
        <pc:spChg chg="mod">
          <ac:chgData name="Naimish Vadodariya" userId="d2e325c0593a319e" providerId="LiveId" clId="{E1748CB8-6BF5-4F7F-80E7-7DC838247FE4}" dt="2026-07-02T14:18:47.563" v="1024" actId="20577"/>
          <ac:spMkLst>
            <pc:docMk/>
            <pc:sldMk cId="742099571" sldId="396"/>
            <ac:spMk id="3" creationId="{A9785437-4426-4472-9F94-FF24FA2FDCB5}"/>
          </ac:spMkLst>
        </pc:spChg>
      </pc:sldChg>
      <pc:sldChg chg="modSp mod">
        <pc:chgData name="Naimish Vadodariya" userId="d2e325c0593a319e" providerId="LiveId" clId="{E1748CB8-6BF5-4F7F-80E7-7DC838247FE4}" dt="2026-07-02T13:13:30.020" v="473" actId="20577"/>
        <pc:sldMkLst>
          <pc:docMk/>
          <pc:sldMk cId="2731888205" sldId="398"/>
        </pc:sldMkLst>
        <pc:spChg chg="mod">
          <ac:chgData name="Naimish Vadodariya" userId="d2e325c0593a319e" providerId="LiveId" clId="{E1748CB8-6BF5-4F7F-80E7-7DC838247FE4}" dt="2026-07-02T12:59:45.563" v="417" actId="14100"/>
          <ac:spMkLst>
            <pc:docMk/>
            <pc:sldMk cId="2731888205" sldId="398"/>
            <ac:spMk id="2" creationId="{1E4F5685-B811-493F-A818-E0523FDDBF99}"/>
          </ac:spMkLst>
        </pc:spChg>
        <pc:spChg chg="mod">
          <ac:chgData name="Naimish Vadodariya" userId="d2e325c0593a319e" providerId="LiveId" clId="{E1748CB8-6BF5-4F7F-80E7-7DC838247FE4}" dt="2026-07-02T13:13:30.020" v="473" actId="20577"/>
          <ac:spMkLst>
            <pc:docMk/>
            <pc:sldMk cId="2731888205" sldId="398"/>
            <ac:spMk id="3" creationId="{A9785437-4426-4472-9F94-FF24FA2FDCB5}"/>
          </ac:spMkLst>
        </pc:spChg>
      </pc:sldChg>
      <pc:sldChg chg="modSp mod">
        <pc:chgData name="Naimish Vadodariya" userId="d2e325c0593a319e" providerId="LiveId" clId="{E1748CB8-6BF5-4F7F-80E7-7DC838247FE4}" dt="2026-07-02T13:13:34.139" v="474" actId="6549"/>
        <pc:sldMkLst>
          <pc:docMk/>
          <pc:sldMk cId="855907025" sldId="399"/>
        </pc:sldMkLst>
        <pc:spChg chg="mod">
          <ac:chgData name="Naimish Vadodariya" userId="d2e325c0593a319e" providerId="LiveId" clId="{E1748CB8-6BF5-4F7F-80E7-7DC838247FE4}" dt="2026-07-02T13:13:34.139" v="474" actId="6549"/>
          <ac:spMkLst>
            <pc:docMk/>
            <pc:sldMk cId="855907025" sldId="399"/>
            <ac:spMk id="3" creationId="{A9785437-4426-4472-9F94-FF24FA2FDCB5}"/>
          </ac:spMkLst>
        </pc:spChg>
      </pc:sldChg>
      <pc:sldChg chg="modSp mod ord modAnim">
        <pc:chgData name="Naimish Vadodariya" userId="d2e325c0593a319e" providerId="LiveId" clId="{E1748CB8-6BF5-4F7F-80E7-7DC838247FE4}" dt="2026-07-02T14:22:27.674" v="1036"/>
        <pc:sldMkLst>
          <pc:docMk/>
          <pc:sldMk cId="3721381287" sldId="400"/>
        </pc:sldMkLst>
        <pc:spChg chg="mod">
          <ac:chgData name="Naimish Vadodariya" userId="d2e325c0593a319e" providerId="LiveId" clId="{E1748CB8-6BF5-4F7F-80E7-7DC838247FE4}" dt="2026-07-02T13:13:38.560" v="475" actId="20577"/>
          <ac:spMkLst>
            <pc:docMk/>
            <pc:sldMk cId="3721381287" sldId="400"/>
            <ac:spMk id="3" creationId="{A9785437-4426-4472-9F94-FF24FA2FDCB5}"/>
          </ac:spMkLst>
        </pc:spChg>
      </pc:sldChg>
      <pc:sldChg chg="modSp mod ord">
        <pc:chgData name="Naimish Vadodariya" userId="d2e325c0593a319e" providerId="LiveId" clId="{E1748CB8-6BF5-4F7F-80E7-7DC838247FE4}" dt="2026-07-02T14:22:18.731" v="1034"/>
        <pc:sldMkLst>
          <pc:docMk/>
          <pc:sldMk cId="351801457" sldId="401"/>
        </pc:sldMkLst>
        <pc:spChg chg="mod">
          <ac:chgData name="Naimish Vadodariya" userId="d2e325c0593a319e" providerId="LiveId" clId="{E1748CB8-6BF5-4F7F-80E7-7DC838247FE4}" dt="2026-07-02T13:13:42.795" v="476" actId="20577"/>
          <ac:spMkLst>
            <pc:docMk/>
            <pc:sldMk cId="351801457" sldId="401"/>
            <ac:spMk id="3" creationId="{A9785437-4426-4472-9F94-FF24FA2FDCB5}"/>
          </ac:spMkLst>
        </pc:spChg>
      </pc:sldChg>
      <pc:sldChg chg="addSp modSp mod modAnim">
        <pc:chgData name="Naimish Vadodariya" userId="d2e325c0593a319e" providerId="LiveId" clId="{E1748CB8-6BF5-4F7F-80E7-7DC838247FE4}" dt="2026-07-02T13:18:27.171" v="497"/>
        <pc:sldMkLst>
          <pc:docMk/>
          <pc:sldMk cId="2651594563" sldId="410"/>
        </pc:sldMkLst>
        <pc:spChg chg="mod">
          <ac:chgData name="Naimish Vadodariya" userId="d2e325c0593a319e" providerId="LiveId" clId="{E1748CB8-6BF5-4F7F-80E7-7DC838247FE4}" dt="2026-07-02T13:17:09.712" v="488" actId="1076"/>
          <ac:spMkLst>
            <pc:docMk/>
            <pc:sldMk cId="2651594563" sldId="410"/>
            <ac:spMk id="7" creationId="{C4A6F3DF-2EB8-43CF-3795-79063F5A0067}"/>
          </ac:spMkLst>
        </pc:spChg>
        <pc:spChg chg="mod">
          <ac:chgData name="Naimish Vadodariya" userId="d2e325c0593a319e" providerId="LiveId" clId="{E1748CB8-6BF5-4F7F-80E7-7DC838247FE4}" dt="2026-07-02T13:17:09.712" v="488" actId="1076"/>
          <ac:spMkLst>
            <pc:docMk/>
            <pc:sldMk cId="2651594563" sldId="410"/>
            <ac:spMk id="8" creationId="{E5D2700A-D7EE-717D-0B33-EF7EACCD7F5A}"/>
          </ac:spMkLst>
        </pc:spChg>
        <pc:spChg chg="mod">
          <ac:chgData name="Naimish Vadodariya" userId="d2e325c0593a319e" providerId="LiveId" clId="{E1748CB8-6BF5-4F7F-80E7-7DC838247FE4}" dt="2026-07-02T13:17:09.712" v="488" actId="1076"/>
          <ac:spMkLst>
            <pc:docMk/>
            <pc:sldMk cId="2651594563" sldId="410"/>
            <ac:spMk id="9" creationId="{72A86601-7B9C-F9F6-5604-2455DAE19E61}"/>
          </ac:spMkLst>
        </pc:spChg>
        <pc:picChg chg="add mod">
          <ac:chgData name="Naimish Vadodariya" userId="d2e325c0593a319e" providerId="LiveId" clId="{E1748CB8-6BF5-4F7F-80E7-7DC838247FE4}" dt="2026-07-02T13:17:50.631" v="494" actId="1076"/>
          <ac:picMkLst>
            <pc:docMk/>
            <pc:sldMk cId="2651594563" sldId="410"/>
            <ac:picMk id="10" creationId="{1A78ED42-6CD0-0B6D-C888-857E2B18971F}"/>
          </ac:picMkLst>
        </pc:picChg>
        <pc:picChg chg="add mod">
          <ac:chgData name="Naimish Vadodariya" userId="d2e325c0593a319e" providerId="LiveId" clId="{E1748CB8-6BF5-4F7F-80E7-7DC838247FE4}" dt="2026-07-02T13:17:35.238" v="492" actId="1076"/>
          <ac:picMkLst>
            <pc:docMk/>
            <pc:sldMk cId="2651594563" sldId="410"/>
            <ac:picMk id="12" creationId="{3EF47EA9-0F27-76BB-36D7-404420DB4330}"/>
          </ac:picMkLst>
        </pc:picChg>
      </pc:sldChg>
      <pc:sldChg chg="modSp mod">
        <pc:chgData name="Naimish Vadodariya" userId="d2e325c0593a319e" providerId="LiveId" clId="{E1748CB8-6BF5-4F7F-80E7-7DC838247FE4}" dt="2026-07-02T13:31:14.989" v="561" actId="20577"/>
        <pc:sldMkLst>
          <pc:docMk/>
          <pc:sldMk cId="1363505962" sldId="412"/>
        </pc:sldMkLst>
        <pc:spChg chg="mod">
          <ac:chgData name="Naimish Vadodariya" userId="d2e325c0593a319e" providerId="LiveId" clId="{E1748CB8-6BF5-4F7F-80E7-7DC838247FE4}" dt="2026-07-02T13:31:14.989" v="561" actId="20577"/>
          <ac:spMkLst>
            <pc:docMk/>
            <pc:sldMk cId="1363505962" sldId="412"/>
            <ac:spMk id="5" creationId="{00000000-0000-0000-0000-000000000000}"/>
          </ac:spMkLst>
        </pc:spChg>
      </pc:sldChg>
      <pc:sldChg chg="modSp">
        <pc:chgData name="Naimish Vadodariya" userId="d2e325c0593a319e" providerId="LiveId" clId="{E1748CB8-6BF5-4F7F-80E7-7DC838247FE4}" dt="2026-07-02T13:00:35.316" v="439" actId="20577"/>
        <pc:sldMkLst>
          <pc:docMk/>
          <pc:sldMk cId="114082961" sldId="462"/>
        </pc:sldMkLst>
        <pc:spChg chg="mod">
          <ac:chgData name="Naimish Vadodariya" userId="d2e325c0593a319e" providerId="LiveId" clId="{E1748CB8-6BF5-4F7F-80E7-7DC838247FE4}" dt="2026-07-02T13:00:30.884" v="434" actId="20577"/>
          <ac:spMkLst>
            <pc:docMk/>
            <pc:sldMk cId="114082961" sldId="462"/>
            <ac:spMk id="5" creationId="{C4A6F3DF-2EB8-43CF-3795-79063F5A0067}"/>
          </ac:spMkLst>
        </pc:spChg>
        <pc:spChg chg="mod">
          <ac:chgData name="Naimish Vadodariya" userId="d2e325c0593a319e" providerId="LiveId" clId="{E1748CB8-6BF5-4F7F-80E7-7DC838247FE4}" dt="2026-07-02T13:00:35.316" v="439" actId="20577"/>
          <ac:spMkLst>
            <pc:docMk/>
            <pc:sldMk cId="114082961" sldId="462"/>
            <ac:spMk id="6" creationId="{E5D2700A-D7EE-717D-0B33-EF7EACCD7F5A}"/>
          </ac:spMkLst>
        </pc:spChg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2238902681" sldId="481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4140482574" sldId="482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3856882680" sldId="483"/>
        </pc:sldMkLst>
      </pc:sldChg>
      <pc:sldChg chg="modSp mod">
        <pc:chgData name="Naimish Vadodariya" userId="d2e325c0593a319e" providerId="LiveId" clId="{E1748CB8-6BF5-4F7F-80E7-7DC838247FE4}" dt="2026-07-02T13:31:01.357" v="559" actId="20577"/>
        <pc:sldMkLst>
          <pc:docMk/>
          <pc:sldMk cId="2560287392" sldId="485"/>
        </pc:sldMkLst>
        <pc:spChg chg="mod">
          <ac:chgData name="Naimish Vadodariya" userId="d2e325c0593a319e" providerId="LiveId" clId="{E1748CB8-6BF5-4F7F-80E7-7DC838247FE4}" dt="2026-07-02T13:31:01.357" v="559" actId="20577"/>
          <ac:spMkLst>
            <pc:docMk/>
            <pc:sldMk cId="2560287392" sldId="485"/>
            <ac:spMk id="5" creationId="{00000000-0000-0000-0000-000000000000}"/>
          </ac:spMkLst>
        </pc:spChg>
      </pc:sldChg>
      <pc:sldChg chg="modSp mod">
        <pc:chgData name="Naimish Vadodariya" userId="d2e325c0593a319e" providerId="LiveId" clId="{E1748CB8-6BF5-4F7F-80E7-7DC838247FE4}" dt="2026-07-02T13:29:55.860" v="552" actId="20577"/>
        <pc:sldMkLst>
          <pc:docMk/>
          <pc:sldMk cId="1776261636" sldId="496"/>
        </pc:sldMkLst>
        <pc:spChg chg="mod">
          <ac:chgData name="Naimish Vadodariya" userId="d2e325c0593a319e" providerId="LiveId" clId="{E1748CB8-6BF5-4F7F-80E7-7DC838247FE4}" dt="2026-07-02T13:29:55.860" v="552" actId="20577"/>
          <ac:spMkLst>
            <pc:docMk/>
            <pc:sldMk cId="1776261636" sldId="496"/>
            <ac:spMk id="5" creationId="{00000000-0000-0000-0000-000000000000}"/>
          </ac:spMkLst>
        </pc:spChg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474386705" sldId="508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1242522414" sldId="509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1420092359" sldId="510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1588350188" sldId="512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179585847" sldId="513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3150531483" sldId="514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854631641" sldId="515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1863455186" sldId="516"/>
        </pc:sldMkLst>
      </pc:sldChg>
      <pc:sldChg chg="modSp mod">
        <pc:chgData name="Naimish Vadodariya" userId="d2e325c0593a319e" providerId="LiveId" clId="{E1748CB8-6BF5-4F7F-80E7-7DC838247FE4}" dt="2026-07-02T13:30:10.650" v="554" actId="20577"/>
        <pc:sldMkLst>
          <pc:docMk/>
          <pc:sldMk cId="1689953825" sldId="527"/>
        </pc:sldMkLst>
        <pc:spChg chg="mod">
          <ac:chgData name="Naimish Vadodariya" userId="d2e325c0593a319e" providerId="LiveId" clId="{E1748CB8-6BF5-4F7F-80E7-7DC838247FE4}" dt="2026-07-02T13:30:10.650" v="554" actId="20577"/>
          <ac:spMkLst>
            <pc:docMk/>
            <pc:sldMk cId="1689953825" sldId="527"/>
            <ac:spMk id="5" creationId="{00000000-0000-0000-0000-000000000000}"/>
          </ac:spMkLst>
        </pc:spChg>
      </pc:sldChg>
      <pc:sldChg chg="add">
        <pc:chgData name="Naimish Vadodariya" userId="d2e325c0593a319e" providerId="LiveId" clId="{E1748CB8-6BF5-4F7F-80E7-7DC838247FE4}" dt="2026-07-02T13:13:21.202" v="465"/>
        <pc:sldMkLst>
          <pc:docMk/>
          <pc:sldMk cId="130126492" sldId="530"/>
        </pc:sldMkLst>
      </pc:sldChg>
      <pc:sldChg chg="modSp mod">
        <pc:chgData name="Naimish Vadodariya" userId="d2e325c0593a319e" providerId="LiveId" clId="{E1748CB8-6BF5-4F7F-80E7-7DC838247FE4}" dt="2026-07-02T13:30:18.508" v="556" actId="20577"/>
        <pc:sldMkLst>
          <pc:docMk/>
          <pc:sldMk cId="2962604949" sldId="539"/>
        </pc:sldMkLst>
        <pc:spChg chg="mod">
          <ac:chgData name="Naimish Vadodariya" userId="d2e325c0593a319e" providerId="LiveId" clId="{E1748CB8-6BF5-4F7F-80E7-7DC838247FE4}" dt="2026-07-02T13:30:18.508" v="556" actId="20577"/>
          <ac:spMkLst>
            <pc:docMk/>
            <pc:sldMk cId="2962604949" sldId="539"/>
            <ac:spMk id="5" creationId="{00000000-0000-0000-0000-000000000000}"/>
          </ac:spMkLst>
        </pc:spChg>
      </pc:sldChg>
      <pc:sldChg chg="modSp mod addAnim delAnim modAnim">
        <pc:chgData name="Naimish Vadodariya" userId="d2e325c0593a319e" providerId="LiveId" clId="{E1748CB8-6BF5-4F7F-80E7-7DC838247FE4}" dt="2026-07-02T14:20:15.130" v="1029" actId="20577"/>
        <pc:sldMkLst>
          <pc:docMk/>
          <pc:sldMk cId="4040905157" sldId="547"/>
        </pc:sldMkLst>
        <pc:spChg chg="mod">
          <ac:chgData name="Naimish Vadodariya" userId="d2e325c0593a319e" providerId="LiveId" clId="{E1748CB8-6BF5-4F7F-80E7-7DC838247FE4}" dt="2026-07-02T12:36:06.787" v="323" actId="20577"/>
          <ac:spMkLst>
            <pc:docMk/>
            <pc:sldMk cId="4040905157" sldId="547"/>
            <ac:spMk id="2" creationId="{7A8835F5-1295-381B-EA85-CB983ED13247}"/>
          </ac:spMkLst>
        </pc:spChg>
        <pc:spChg chg="mod">
          <ac:chgData name="Naimish Vadodariya" userId="d2e325c0593a319e" providerId="LiveId" clId="{E1748CB8-6BF5-4F7F-80E7-7DC838247FE4}" dt="2026-07-02T14:20:15.130" v="1029" actId="20577"/>
          <ac:spMkLst>
            <pc:docMk/>
            <pc:sldMk cId="4040905157" sldId="547"/>
            <ac:spMk id="3" creationId="{99ED0FAB-E677-7209-BCAF-5D60CDD04441}"/>
          </ac:spMkLst>
        </pc:spChg>
      </pc:sldChg>
      <pc:sldChg chg="del">
        <pc:chgData name="Naimish Vadodariya" userId="d2e325c0593a319e" providerId="LiveId" clId="{E1748CB8-6BF5-4F7F-80E7-7DC838247FE4}" dt="2026-07-02T13:16:16.950" v="481" actId="2696"/>
        <pc:sldMkLst>
          <pc:docMk/>
          <pc:sldMk cId="3212383582" sldId="553"/>
        </pc:sldMkLst>
      </pc:sldChg>
      <pc:sldChg chg="del">
        <pc:chgData name="Naimish Vadodariya" userId="d2e325c0593a319e" providerId="LiveId" clId="{E1748CB8-6BF5-4F7F-80E7-7DC838247FE4}" dt="2026-07-02T13:15:42.634" v="479" actId="2696"/>
        <pc:sldMkLst>
          <pc:docMk/>
          <pc:sldMk cId="1475451571" sldId="554"/>
        </pc:sldMkLst>
      </pc:sldChg>
      <pc:sldChg chg="modSp">
        <pc:chgData name="Naimish Vadodariya" userId="d2e325c0593a319e" providerId="LiveId" clId="{E1748CB8-6BF5-4F7F-80E7-7DC838247FE4}" dt="2026-07-02T13:20:15.495" v="498" actId="20577"/>
        <pc:sldMkLst>
          <pc:docMk/>
          <pc:sldMk cId="2415050732" sldId="557"/>
        </pc:sldMkLst>
        <pc:spChg chg="mod">
          <ac:chgData name="Naimish Vadodariya" userId="d2e325c0593a319e" providerId="LiveId" clId="{E1748CB8-6BF5-4F7F-80E7-7DC838247FE4}" dt="2026-07-02T13:20:15.495" v="498" actId="20577"/>
          <ac:spMkLst>
            <pc:docMk/>
            <pc:sldMk cId="2415050732" sldId="557"/>
            <ac:spMk id="2" creationId="{1E4F5685-B811-493F-A818-E0523FDDBF99}"/>
          </ac:spMkLst>
        </pc:spChg>
      </pc:sldChg>
      <pc:sldChg chg="modSp mod">
        <pc:chgData name="Naimish Vadodariya" userId="d2e325c0593a319e" providerId="LiveId" clId="{E1748CB8-6BF5-4F7F-80E7-7DC838247FE4}" dt="2026-07-02T13:21:25.968" v="500" actId="20577"/>
        <pc:sldMkLst>
          <pc:docMk/>
          <pc:sldMk cId="1538239193" sldId="562"/>
        </pc:sldMkLst>
        <pc:spChg chg="mod">
          <ac:chgData name="Naimish Vadodariya" userId="d2e325c0593a319e" providerId="LiveId" clId="{E1748CB8-6BF5-4F7F-80E7-7DC838247FE4}" dt="2026-07-02T13:21:25.968" v="500" actId="20577"/>
          <ac:spMkLst>
            <pc:docMk/>
            <pc:sldMk cId="1538239193" sldId="562"/>
            <ac:spMk id="5" creationId="{00000000-0000-0000-0000-000000000000}"/>
          </ac:spMkLst>
        </pc:spChg>
      </pc:sldChg>
      <pc:sldChg chg="del">
        <pc:chgData name="Naimish Vadodariya" userId="d2e325c0593a319e" providerId="LiveId" clId="{E1748CB8-6BF5-4F7F-80E7-7DC838247FE4}" dt="2026-07-02T13:24:40.757" v="529" actId="2696"/>
        <pc:sldMkLst>
          <pc:docMk/>
          <pc:sldMk cId="3868041106" sldId="563"/>
        </pc:sldMkLst>
      </pc:sldChg>
      <pc:sldChg chg="modSp mod">
        <pc:chgData name="Naimish Vadodariya" userId="d2e325c0593a319e" providerId="LiveId" clId="{E1748CB8-6BF5-4F7F-80E7-7DC838247FE4}" dt="2026-07-02T14:24:30.944" v="1042" actId="20577"/>
        <pc:sldMkLst>
          <pc:docMk/>
          <pc:sldMk cId="4084850725" sldId="564"/>
        </pc:sldMkLst>
        <pc:spChg chg="mod">
          <ac:chgData name="Naimish Vadodariya" userId="d2e325c0593a319e" providerId="LiveId" clId="{E1748CB8-6BF5-4F7F-80E7-7DC838247FE4}" dt="2026-07-02T14:24:30.944" v="1042" actId="20577"/>
          <ac:spMkLst>
            <pc:docMk/>
            <pc:sldMk cId="4084850725" sldId="564"/>
            <ac:spMk id="4" creationId="{C4A6F3DF-2EB8-43CF-3795-79063F5A0067}"/>
          </ac:spMkLst>
        </pc:spChg>
        <pc:spChg chg="mod">
          <ac:chgData name="Naimish Vadodariya" userId="d2e325c0593a319e" providerId="LiveId" clId="{E1748CB8-6BF5-4F7F-80E7-7DC838247FE4}" dt="2026-07-02T13:21:57.777" v="518" actId="1035"/>
          <ac:spMkLst>
            <pc:docMk/>
            <pc:sldMk cId="4084850725" sldId="564"/>
            <ac:spMk id="5" creationId="{E5D2700A-D7EE-717D-0B33-EF7EACCD7F5A}"/>
          </ac:spMkLst>
        </pc:spChg>
        <pc:spChg chg="mod">
          <ac:chgData name="Naimish Vadodariya" userId="d2e325c0593a319e" providerId="LiveId" clId="{E1748CB8-6BF5-4F7F-80E7-7DC838247FE4}" dt="2026-07-02T13:21:57.777" v="518" actId="1035"/>
          <ac:spMkLst>
            <pc:docMk/>
            <pc:sldMk cId="4084850725" sldId="564"/>
            <ac:spMk id="6" creationId="{72A86601-7B9C-F9F6-5604-2455DAE19E61}"/>
          </ac:spMkLst>
        </pc:spChg>
      </pc:sldChg>
      <pc:sldChg chg="ord">
        <pc:chgData name="Naimish Vadodariya" userId="d2e325c0593a319e" providerId="LiveId" clId="{E1748CB8-6BF5-4F7F-80E7-7DC838247FE4}" dt="2026-07-02T13:26:24.317" v="534"/>
        <pc:sldMkLst>
          <pc:docMk/>
          <pc:sldMk cId="3340328332" sldId="566"/>
        </pc:sldMkLst>
      </pc:sldChg>
      <pc:sldChg chg="modSp mod">
        <pc:chgData name="Naimish Vadodariya" userId="d2e325c0593a319e" providerId="LiveId" clId="{E1748CB8-6BF5-4F7F-80E7-7DC838247FE4}" dt="2026-07-02T13:29:47.830" v="550" actId="20577"/>
        <pc:sldMkLst>
          <pc:docMk/>
          <pc:sldMk cId="633923033" sldId="572"/>
        </pc:sldMkLst>
        <pc:spChg chg="mod">
          <ac:chgData name="Naimish Vadodariya" userId="d2e325c0593a319e" providerId="LiveId" clId="{E1748CB8-6BF5-4F7F-80E7-7DC838247FE4}" dt="2026-07-02T13:29:47.830" v="550" actId="20577"/>
          <ac:spMkLst>
            <pc:docMk/>
            <pc:sldMk cId="633923033" sldId="572"/>
            <ac:spMk id="5" creationId="{00000000-0000-0000-0000-000000000000}"/>
          </ac:spMkLst>
        </pc:spChg>
      </pc:sldChg>
      <pc:sldChg chg="del">
        <pc:chgData name="Naimish Vadodariya" userId="d2e325c0593a319e" providerId="LiveId" clId="{E1748CB8-6BF5-4F7F-80E7-7DC838247FE4}" dt="2026-07-02T13:31:46.684" v="562" actId="47"/>
        <pc:sldMkLst>
          <pc:docMk/>
          <pc:sldMk cId="4273699667" sldId="582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469717368" sldId="583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2037218943" sldId="584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3855091733" sldId="585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3664246476" sldId="586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2276577896" sldId="587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3215579690" sldId="588"/>
        </pc:sldMkLst>
      </pc:sldChg>
      <pc:sldChg chg="modSp mod">
        <pc:chgData name="Naimish Vadodariya" userId="d2e325c0593a319e" providerId="LiveId" clId="{E1748CB8-6BF5-4F7F-80E7-7DC838247FE4}" dt="2026-07-02T12:34:12.372" v="297" actId="20577"/>
        <pc:sldMkLst>
          <pc:docMk/>
          <pc:sldMk cId="1134952572" sldId="603"/>
        </pc:sldMkLst>
        <pc:spChg chg="mod">
          <ac:chgData name="Naimish Vadodariya" userId="d2e325c0593a319e" providerId="LiveId" clId="{E1748CB8-6BF5-4F7F-80E7-7DC838247FE4}" dt="2026-07-02T12:34:12.372" v="297" actId="20577"/>
          <ac:spMkLst>
            <pc:docMk/>
            <pc:sldMk cId="1134952572" sldId="603"/>
            <ac:spMk id="2" creationId="{A9E9C492-6EB2-1A2F-A8E7-BB625784E2EA}"/>
          </ac:spMkLst>
        </pc:spChg>
      </pc:sldChg>
      <pc:sldChg chg="modSp mod">
        <pc:chgData name="Naimish Vadodariya" userId="d2e325c0593a319e" providerId="LiveId" clId="{E1748CB8-6BF5-4F7F-80E7-7DC838247FE4}" dt="2026-07-02T13:26:48.487" v="549" actId="20577"/>
        <pc:sldMkLst>
          <pc:docMk/>
          <pc:sldMk cId="991171961" sldId="606"/>
        </pc:sldMkLst>
        <pc:spChg chg="mod">
          <ac:chgData name="Naimish Vadodariya" userId="d2e325c0593a319e" providerId="LiveId" clId="{E1748CB8-6BF5-4F7F-80E7-7DC838247FE4}" dt="2026-07-02T13:26:48.487" v="549" actId="20577"/>
          <ac:spMkLst>
            <pc:docMk/>
            <pc:sldMk cId="991171961" sldId="606"/>
            <ac:spMk id="3" creationId="{E1AE0E9C-9729-8599-923B-112948103148}"/>
          </ac:spMkLst>
        </pc:spChg>
      </pc:sldChg>
      <pc:sldChg chg="addSp delSp modSp new mod modAnim">
        <pc:chgData name="Naimish Vadodariya" userId="d2e325c0593a319e" providerId="LiveId" clId="{E1748CB8-6BF5-4F7F-80E7-7DC838247FE4}" dt="2026-07-02T12:55:15.436" v="405"/>
        <pc:sldMkLst>
          <pc:docMk/>
          <pc:sldMk cId="2576806732" sldId="610"/>
        </pc:sldMkLst>
        <pc:spChg chg="del">
          <ac:chgData name="Naimish Vadodariya" userId="d2e325c0593a319e" providerId="LiveId" clId="{E1748CB8-6BF5-4F7F-80E7-7DC838247FE4}" dt="2026-07-02T12:49:09.297" v="354"/>
          <ac:spMkLst>
            <pc:docMk/>
            <pc:sldMk cId="2576806732" sldId="610"/>
            <ac:spMk id="2" creationId="{C336D763-916C-468D-0D26-755A1B93B340}"/>
          </ac:spMkLst>
        </pc:spChg>
        <pc:spChg chg="mod">
          <ac:chgData name="Naimish Vadodariya" userId="d2e325c0593a319e" providerId="LiveId" clId="{E1748CB8-6BF5-4F7F-80E7-7DC838247FE4}" dt="2026-07-02T12:41:14.052" v="352" actId="20577"/>
          <ac:spMkLst>
            <pc:docMk/>
            <pc:sldMk cId="2576806732" sldId="610"/>
            <ac:spMk id="3" creationId="{2DB5D98F-D309-4768-6BEE-BB92C548F1B1}"/>
          </ac:spMkLst>
        </pc:spChg>
        <pc:spChg chg="add del mod">
          <ac:chgData name="Naimish Vadodariya" userId="d2e325c0593a319e" providerId="LiveId" clId="{E1748CB8-6BF5-4F7F-80E7-7DC838247FE4}" dt="2026-07-02T12:50:21.287" v="360"/>
          <ac:spMkLst>
            <pc:docMk/>
            <pc:sldMk cId="2576806732" sldId="610"/>
            <ac:spMk id="7" creationId="{883C147C-AD00-7B55-7894-1C9900DA004A}"/>
          </ac:spMkLst>
        </pc:spChg>
        <pc:spChg chg="add del mod">
          <ac:chgData name="Naimish Vadodariya" userId="d2e325c0593a319e" providerId="LiveId" clId="{E1748CB8-6BF5-4F7F-80E7-7DC838247FE4}" dt="2026-07-02T12:53:26.648" v="378" actId="478"/>
          <ac:spMkLst>
            <pc:docMk/>
            <pc:sldMk cId="2576806732" sldId="610"/>
            <ac:spMk id="11" creationId="{D872F0ED-00BA-E9D6-B5AC-D8A0BAB166C8}"/>
          </ac:spMkLst>
        </pc:spChg>
        <pc:spChg chg="add mod">
          <ac:chgData name="Naimish Vadodariya" userId="d2e325c0593a319e" providerId="LiveId" clId="{E1748CB8-6BF5-4F7F-80E7-7DC838247FE4}" dt="2026-07-02T12:55:08.147" v="403" actId="1076"/>
          <ac:spMkLst>
            <pc:docMk/>
            <pc:sldMk cId="2576806732" sldId="610"/>
            <ac:spMk id="13" creationId="{3D404206-A321-0BAE-D9ED-C937FCFCB848}"/>
          </ac:spMkLst>
        </pc:spChg>
        <pc:spChg chg="add del">
          <ac:chgData name="Naimish Vadodariya" userId="d2e325c0593a319e" providerId="LiveId" clId="{E1748CB8-6BF5-4F7F-80E7-7DC838247FE4}" dt="2026-07-02T12:54:43.603" v="398" actId="11529"/>
          <ac:spMkLst>
            <pc:docMk/>
            <pc:sldMk cId="2576806732" sldId="610"/>
            <ac:spMk id="14" creationId="{E1697F26-15F4-BE0D-C6C0-8D77B9746282}"/>
          </ac:spMkLst>
        </pc:spChg>
        <pc:picChg chg="add del mod ord">
          <ac:chgData name="Naimish Vadodariya" userId="d2e325c0593a319e" providerId="LiveId" clId="{E1748CB8-6BF5-4F7F-80E7-7DC838247FE4}" dt="2026-07-02T12:50:20.882" v="358" actId="478"/>
          <ac:picMkLst>
            <pc:docMk/>
            <pc:sldMk cId="2576806732" sldId="610"/>
            <ac:picMk id="5" creationId="{DBF59FDE-F9DD-8E09-3EF5-6B1FEBBECFC0}"/>
          </ac:picMkLst>
        </pc:picChg>
        <pc:picChg chg="add mod ord">
          <ac:chgData name="Naimish Vadodariya" userId="d2e325c0593a319e" providerId="LiveId" clId="{E1748CB8-6BF5-4F7F-80E7-7DC838247FE4}" dt="2026-07-02T12:53:55.573" v="394" actId="1036"/>
          <ac:picMkLst>
            <pc:docMk/>
            <pc:sldMk cId="2576806732" sldId="610"/>
            <ac:picMk id="9" creationId="{3BAE66F9-2EA3-ED77-73B9-B39D6259EBD6}"/>
          </ac:picMkLst>
        </pc:picChg>
      </pc:sldChg>
      <pc:sldChg chg="modSp add mod">
        <pc:chgData name="Naimish Vadodariya" userId="d2e325c0593a319e" providerId="LiveId" clId="{E1748CB8-6BF5-4F7F-80E7-7DC838247FE4}" dt="2026-07-02T13:16:41.163" v="485" actId="1076"/>
        <pc:sldMkLst>
          <pc:docMk/>
          <pc:sldMk cId="4135689407" sldId="611"/>
        </pc:sldMkLst>
        <pc:picChg chg="mod">
          <ac:chgData name="Naimish Vadodariya" userId="d2e325c0593a319e" providerId="LiveId" clId="{E1748CB8-6BF5-4F7F-80E7-7DC838247FE4}" dt="2026-07-02T13:16:41.163" v="485" actId="1076"/>
          <ac:picMkLst>
            <pc:docMk/>
            <pc:sldMk cId="4135689407" sldId="611"/>
            <ac:picMk id="15" creationId="{8A646728-670C-5BE8-848C-DBB7B4610575}"/>
          </ac:picMkLst>
        </pc:picChg>
        <pc:picChg chg="mod">
          <ac:chgData name="Naimish Vadodariya" userId="d2e325c0593a319e" providerId="LiveId" clId="{E1748CB8-6BF5-4F7F-80E7-7DC838247FE4}" dt="2026-07-02T13:16:34.472" v="483" actId="1076"/>
          <ac:picMkLst>
            <pc:docMk/>
            <pc:sldMk cId="4135689407" sldId="611"/>
            <ac:picMk id="17" creationId="{6255DD2C-974F-5C00-88EF-38EDB8E2A591}"/>
          </ac:picMkLst>
        </pc:picChg>
      </pc:sldChg>
      <pc:sldChg chg="add">
        <pc:chgData name="Naimish Vadodariya" userId="d2e325c0593a319e" providerId="LiveId" clId="{E1748CB8-6BF5-4F7F-80E7-7DC838247FE4}" dt="2026-07-02T13:15:32.605" v="478"/>
        <pc:sldMkLst>
          <pc:docMk/>
          <pc:sldMk cId="3444771245" sldId="612"/>
        </pc:sldMkLst>
      </pc:sldChg>
      <pc:sldChg chg="modSp add mod">
        <pc:chgData name="Naimish Vadodariya" userId="d2e325c0593a319e" providerId="LiveId" clId="{E1748CB8-6BF5-4F7F-80E7-7DC838247FE4}" dt="2026-07-02T13:32:31.368" v="573" actId="20577"/>
        <pc:sldMkLst>
          <pc:docMk/>
          <pc:sldMk cId="3938617469" sldId="613"/>
        </pc:sldMkLst>
        <pc:spChg chg="mod">
          <ac:chgData name="Naimish Vadodariya" userId="d2e325c0593a319e" providerId="LiveId" clId="{E1748CB8-6BF5-4F7F-80E7-7DC838247FE4}" dt="2026-07-02T13:32:13.994" v="571" actId="20577"/>
          <ac:spMkLst>
            <pc:docMk/>
            <pc:sldMk cId="3938617469" sldId="613"/>
            <ac:spMk id="4" creationId="{43E35ED9-7FBA-708F-AA0A-8BCB3A7A5B6A}"/>
          </ac:spMkLst>
        </pc:spChg>
        <pc:spChg chg="mod">
          <ac:chgData name="Naimish Vadodariya" userId="d2e325c0593a319e" providerId="LiveId" clId="{E1748CB8-6BF5-4F7F-80E7-7DC838247FE4}" dt="2026-07-02T13:32:31.368" v="573" actId="20577"/>
          <ac:spMkLst>
            <pc:docMk/>
            <pc:sldMk cId="3938617469" sldId="613"/>
            <ac:spMk id="5" creationId="{853A6336-ABE4-49A4-D5C7-A9200CEC2C36}"/>
          </ac:spMkLst>
        </pc:spChg>
      </pc:sldChg>
      <pc:sldChg chg="add del">
        <pc:chgData name="Naimish Vadodariya" userId="d2e325c0593a319e" providerId="LiveId" clId="{E1748CB8-6BF5-4F7F-80E7-7DC838247FE4}" dt="2026-07-02T13:26:09.071" v="532"/>
        <pc:sldMkLst>
          <pc:docMk/>
          <pc:sldMk cId="4138363837" sldId="613"/>
        </pc:sldMkLst>
      </pc:sldChg>
      <pc:sldChg chg="add del">
        <pc:chgData name="Naimish Vadodariya" userId="d2e325c0593a319e" providerId="LiveId" clId="{E1748CB8-6BF5-4F7F-80E7-7DC838247FE4}" dt="2026-07-02T13:26:09.071" v="532"/>
        <pc:sldMkLst>
          <pc:docMk/>
          <pc:sldMk cId="1863093134" sldId="614"/>
        </pc:sldMkLst>
      </pc:sldChg>
      <pc:sldChg chg="modSp add mod modAnim">
        <pc:chgData name="Naimish Vadodariya" userId="d2e325c0593a319e" providerId="LiveId" clId="{E1748CB8-6BF5-4F7F-80E7-7DC838247FE4}" dt="2026-07-02T14:27:10.217" v="1043" actId="20577"/>
        <pc:sldMkLst>
          <pc:docMk/>
          <pc:sldMk cId="3708551260" sldId="614"/>
        </pc:sldMkLst>
        <pc:spChg chg="mod">
          <ac:chgData name="Naimish Vadodariya" userId="d2e325c0593a319e" providerId="LiveId" clId="{E1748CB8-6BF5-4F7F-80E7-7DC838247FE4}" dt="2026-07-02T14:06:03.138" v="872" actId="20577"/>
          <ac:spMkLst>
            <pc:docMk/>
            <pc:sldMk cId="3708551260" sldId="614"/>
            <ac:spMk id="2" creationId="{3057CD76-1D04-1835-EE52-4021FE3B4395}"/>
          </ac:spMkLst>
        </pc:spChg>
        <pc:spChg chg="mod">
          <ac:chgData name="Naimish Vadodariya" userId="d2e325c0593a319e" providerId="LiveId" clId="{E1748CB8-6BF5-4F7F-80E7-7DC838247FE4}" dt="2026-07-02T14:27:10.217" v="1043" actId="20577"/>
          <ac:spMkLst>
            <pc:docMk/>
            <pc:sldMk cId="3708551260" sldId="614"/>
            <ac:spMk id="3" creationId="{A396B5DF-EDF1-7DE6-2FF7-CCB4BB52674D}"/>
          </ac:spMkLst>
        </pc:spChg>
      </pc:sldChg>
      <pc:sldChg chg="addSp delSp modSp new mod addAnim delAnim modAnim">
        <pc:chgData name="Naimish Vadodariya" userId="d2e325c0593a319e" providerId="LiveId" clId="{E1748CB8-6BF5-4F7F-80E7-7DC838247FE4}" dt="2026-07-02T14:30:40.280" v="1046" actId="113"/>
        <pc:sldMkLst>
          <pc:docMk/>
          <pc:sldMk cId="3035498490" sldId="615"/>
        </pc:sldMkLst>
        <pc:spChg chg="del">
          <ac:chgData name="Naimish Vadodariya" userId="d2e325c0593a319e" providerId="LiveId" clId="{E1748CB8-6BF5-4F7F-80E7-7DC838247FE4}" dt="2026-07-02T13:56:13.480" v="689" actId="478"/>
          <ac:spMkLst>
            <pc:docMk/>
            <pc:sldMk cId="3035498490" sldId="615"/>
            <ac:spMk id="2" creationId="{6227CD43-C292-7E9B-5521-0FA7A69FE9A0}"/>
          </ac:spMkLst>
        </pc:spChg>
        <pc:spChg chg="mod">
          <ac:chgData name="Naimish Vadodariya" userId="d2e325c0593a319e" providerId="LiveId" clId="{E1748CB8-6BF5-4F7F-80E7-7DC838247FE4}" dt="2026-07-02T13:43:26.959" v="650" actId="20577"/>
          <ac:spMkLst>
            <pc:docMk/>
            <pc:sldMk cId="3035498490" sldId="615"/>
            <ac:spMk id="3" creationId="{A49087F9-21AF-9E42-7CF0-98CA2099DA3D}"/>
          </ac:spMkLst>
        </pc:spChg>
        <pc:spChg chg="add mod">
          <ac:chgData name="Naimish Vadodariya" userId="d2e325c0593a319e" providerId="LiveId" clId="{E1748CB8-6BF5-4F7F-80E7-7DC838247FE4}" dt="2026-07-02T14:00:01.323" v="741" actId="207"/>
          <ac:spMkLst>
            <pc:docMk/>
            <pc:sldMk cId="3035498490" sldId="615"/>
            <ac:spMk id="4" creationId="{783C7D54-690F-8F14-86A8-A929DBB898A9}"/>
          </ac:spMkLst>
        </pc:spChg>
        <pc:spChg chg="add mod">
          <ac:chgData name="Naimish Vadodariya" userId="d2e325c0593a319e" providerId="LiveId" clId="{E1748CB8-6BF5-4F7F-80E7-7DC838247FE4}" dt="2026-07-02T13:59:32.933" v="737" actId="20577"/>
          <ac:spMkLst>
            <pc:docMk/>
            <pc:sldMk cId="3035498490" sldId="615"/>
            <ac:spMk id="5" creationId="{5058423B-FD4A-6871-9F0D-CBF0B9898BE0}"/>
          </ac:spMkLst>
        </pc:spChg>
        <pc:spChg chg="add del mod">
          <ac:chgData name="Naimish Vadodariya" userId="d2e325c0593a319e" providerId="LiveId" clId="{E1748CB8-6BF5-4F7F-80E7-7DC838247FE4}" dt="2026-07-02T14:30:40.280" v="1046" actId="113"/>
          <ac:spMkLst>
            <pc:docMk/>
            <pc:sldMk cId="3035498490" sldId="615"/>
            <ac:spMk id="6" creationId="{9745F71B-889D-C1E1-1236-8B13FDBA19FA}"/>
          </ac:spMkLst>
        </pc:spChg>
      </pc:sldChg>
      <pc:sldChg chg="add del">
        <pc:chgData name="Naimish Vadodariya" userId="d2e325c0593a319e" providerId="LiveId" clId="{E1748CB8-6BF5-4F7F-80E7-7DC838247FE4}" dt="2026-07-02T13:26:09.071" v="532"/>
        <pc:sldMkLst>
          <pc:docMk/>
          <pc:sldMk cId="3923094470" sldId="615"/>
        </pc:sldMkLst>
      </pc:sldChg>
      <pc:sldChg chg="addSp delSp modSp new mod modAnim">
        <pc:chgData name="Naimish Vadodariya" userId="d2e325c0593a319e" providerId="LiveId" clId="{E1748CB8-6BF5-4F7F-80E7-7DC838247FE4}" dt="2026-07-02T14:09:54.560" v="932" actId="113"/>
        <pc:sldMkLst>
          <pc:docMk/>
          <pc:sldMk cId="2911522565" sldId="616"/>
        </pc:sldMkLst>
        <pc:spChg chg="mod">
          <ac:chgData name="Naimish Vadodariya" userId="d2e325c0593a319e" providerId="LiveId" clId="{E1748CB8-6BF5-4F7F-80E7-7DC838247FE4}" dt="2026-07-02T14:07:46.134" v="875" actId="1076"/>
          <ac:spMkLst>
            <pc:docMk/>
            <pc:sldMk cId="2911522565" sldId="616"/>
            <ac:spMk id="3" creationId="{B3611394-CF9E-1C16-9A2F-6110253044CE}"/>
          </ac:spMkLst>
        </pc:spChg>
        <pc:spChg chg="add mod">
          <ac:chgData name="Naimish Vadodariya" userId="d2e325c0593a319e" providerId="LiveId" clId="{E1748CB8-6BF5-4F7F-80E7-7DC838247FE4}" dt="2026-07-02T14:03:54.332" v="832" actId="13926"/>
          <ac:spMkLst>
            <pc:docMk/>
            <pc:sldMk cId="2911522565" sldId="616"/>
            <ac:spMk id="4" creationId="{9129DAB3-FD25-6F3D-3A87-80A83B32D74E}"/>
          </ac:spMkLst>
        </pc:spChg>
        <pc:spChg chg="add mod">
          <ac:chgData name="Naimish Vadodariya" userId="d2e325c0593a319e" providerId="LiveId" clId="{E1748CB8-6BF5-4F7F-80E7-7DC838247FE4}" dt="2026-07-02T14:03:59.614" v="847" actId="20577"/>
          <ac:spMkLst>
            <pc:docMk/>
            <pc:sldMk cId="2911522565" sldId="616"/>
            <ac:spMk id="5" creationId="{D38B92DD-D070-6F9E-2EB9-C6A409BBB95A}"/>
          </ac:spMkLst>
        </pc:spChg>
        <pc:spChg chg="add mod">
          <ac:chgData name="Naimish Vadodariya" userId="d2e325c0593a319e" providerId="LiveId" clId="{E1748CB8-6BF5-4F7F-80E7-7DC838247FE4}" dt="2026-07-02T14:09:54.560" v="932" actId="113"/>
          <ac:spMkLst>
            <pc:docMk/>
            <pc:sldMk cId="2911522565" sldId="616"/>
            <ac:spMk id="6" creationId="{BDBFC857-5D9A-AB12-F826-EB5F36EFDEDF}"/>
          </ac:spMkLst>
        </pc:spChg>
        <pc:spChg chg="add del">
          <ac:chgData name="Naimish Vadodariya" userId="d2e325c0593a319e" providerId="LiveId" clId="{E1748CB8-6BF5-4F7F-80E7-7DC838247FE4}" dt="2026-07-02T14:03:41.282" v="828" actId="22"/>
          <ac:spMkLst>
            <pc:docMk/>
            <pc:sldMk cId="2911522565" sldId="616"/>
            <ac:spMk id="8" creationId="{EF5C970F-6755-DE0A-0BCF-A4DD67E54D8F}"/>
          </ac:spMkLst>
        </pc:spChg>
      </pc:sldChg>
      <pc:sldChg chg="addSp modSp new mod modAnim">
        <pc:chgData name="Naimish Vadodariya" userId="d2e325c0593a319e" providerId="LiveId" clId="{E1748CB8-6BF5-4F7F-80E7-7DC838247FE4}" dt="2026-07-02T14:10:36.975" v="935" actId="14100"/>
        <pc:sldMkLst>
          <pc:docMk/>
          <pc:sldMk cId="2716071012" sldId="617"/>
        </pc:sldMkLst>
        <pc:spChg chg="mod">
          <ac:chgData name="Naimish Vadodariya" userId="d2e325c0593a319e" providerId="LiveId" clId="{E1748CB8-6BF5-4F7F-80E7-7DC838247FE4}" dt="2026-07-02T14:07:57.217" v="876"/>
          <ac:spMkLst>
            <pc:docMk/>
            <pc:sldMk cId="2716071012" sldId="617"/>
            <ac:spMk id="3" creationId="{A3352965-F603-9C2D-F58B-AE3D4C8BBF3D}"/>
          </ac:spMkLst>
        </pc:spChg>
        <pc:spChg chg="add mod">
          <ac:chgData name="Naimish Vadodariya" userId="d2e325c0593a319e" providerId="LiveId" clId="{E1748CB8-6BF5-4F7F-80E7-7DC838247FE4}" dt="2026-07-02T14:09:19.566" v="901" actId="13926"/>
          <ac:spMkLst>
            <pc:docMk/>
            <pc:sldMk cId="2716071012" sldId="617"/>
            <ac:spMk id="4" creationId="{D487C24E-D1C1-3CF5-E5F6-39A6607D7E7B}"/>
          </ac:spMkLst>
        </pc:spChg>
        <pc:spChg chg="add mod">
          <ac:chgData name="Naimish Vadodariya" userId="d2e325c0593a319e" providerId="LiveId" clId="{E1748CB8-6BF5-4F7F-80E7-7DC838247FE4}" dt="2026-07-02T14:09:35.457" v="931" actId="20577"/>
          <ac:spMkLst>
            <pc:docMk/>
            <pc:sldMk cId="2716071012" sldId="617"/>
            <ac:spMk id="5" creationId="{E3C3CE98-EA80-8CC8-9ADA-034736AEF378}"/>
          </ac:spMkLst>
        </pc:spChg>
        <pc:spChg chg="add mod">
          <ac:chgData name="Naimish Vadodariya" userId="d2e325c0593a319e" providerId="LiveId" clId="{E1748CB8-6BF5-4F7F-80E7-7DC838247FE4}" dt="2026-07-02T14:10:36.975" v="935" actId="14100"/>
          <ac:spMkLst>
            <pc:docMk/>
            <pc:sldMk cId="2716071012" sldId="617"/>
            <ac:spMk id="6" creationId="{B3C1DBD7-D1FD-4674-C388-3EB0B0F4CC92}"/>
          </ac:spMkLst>
        </pc:spChg>
      </pc:sldChg>
      <pc:sldChg chg="modSp add mod">
        <pc:chgData name="Naimish Vadodariya" userId="d2e325c0593a319e" providerId="LiveId" clId="{E1748CB8-6BF5-4F7F-80E7-7DC838247FE4}" dt="2026-07-02T14:16:13.531" v="994" actId="1076"/>
        <pc:sldMkLst>
          <pc:docMk/>
          <pc:sldMk cId="304300598" sldId="618"/>
        </pc:sldMkLst>
        <pc:spChg chg="mod">
          <ac:chgData name="Naimish Vadodariya" userId="d2e325c0593a319e" providerId="LiveId" clId="{E1748CB8-6BF5-4F7F-80E7-7DC838247FE4}" dt="2026-07-02T14:16:13.531" v="994" actId="1076"/>
          <ac:spMkLst>
            <pc:docMk/>
            <pc:sldMk cId="304300598" sldId="618"/>
            <ac:spMk id="8" creationId="{03F305CB-DBE2-45D5-8D0B-92106F27C4BB}"/>
          </ac:spMkLst>
        </pc:spChg>
      </pc:sldChg>
      <pc:sldMasterChg chg="modSldLayout">
        <pc:chgData name="Naimish Vadodariya" userId="d2e325c0593a319e" providerId="LiveId" clId="{E1748CB8-6BF5-4F7F-80E7-7DC838247FE4}" dt="2026-07-02T14:18:06.221" v="1004"/>
        <pc:sldMasterMkLst>
          <pc:docMk/>
          <pc:sldMasterMk cId="791954662" sldId="2147483648"/>
        </pc:sldMasterMkLst>
        <pc:sldLayoutChg chg="addSp delSp modSp mod">
          <pc:chgData name="Naimish Vadodariya" userId="d2e325c0593a319e" providerId="LiveId" clId="{E1748CB8-6BF5-4F7F-80E7-7DC838247FE4}" dt="2026-07-02T14:15:44.470" v="992" actId="1076"/>
          <pc:sldLayoutMkLst>
            <pc:docMk/>
            <pc:sldMasterMk cId="791954662" sldId="2147483648"/>
            <pc:sldLayoutMk cId="2731625911" sldId="2147483679"/>
          </pc:sldLayoutMkLst>
          <pc:picChg chg="del">
            <ac:chgData name="Naimish Vadodariya" userId="d2e325c0593a319e" providerId="LiveId" clId="{E1748CB8-6BF5-4F7F-80E7-7DC838247FE4}" dt="2026-07-02T14:15:39.268" v="990" actId="478"/>
            <ac:picMkLst>
              <pc:docMk/>
              <pc:sldMasterMk cId="791954662" sldId="2147483648"/>
              <pc:sldLayoutMk cId="2731625911" sldId="2147483679"/>
              <ac:picMk id="5" creationId="{25707DB8-E56B-6215-FC86-64FAC2094137}"/>
            </ac:picMkLst>
          </pc:picChg>
          <pc:picChg chg="add mod">
            <ac:chgData name="Naimish Vadodariya" userId="d2e325c0593a319e" providerId="LiveId" clId="{E1748CB8-6BF5-4F7F-80E7-7DC838247FE4}" dt="2026-07-02T14:15:44.470" v="992" actId="1076"/>
            <ac:picMkLst>
              <pc:docMk/>
              <pc:sldMasterMk cId="791954662" sldId="2147483648"/>
              <pc:sldLayoutMk cId="2731625911" sldId="2147483679"/>
              <ac:picMk id="6" creationId="{95498637-D3FA-4223-C081-BE80DB36C673}"/>
            </ac:picMkLst>
          </pc:picChg>
        </pc:sldLayoutChg>
        <pc:sldLayoutChg chg="modSp mod">
          <pc:chgData name="Naimish Vadodariya" userId="d2e325c0593a319e" providerId="LiveId" clId="{E1748CB8-6BF5-4F7F-80E7-7DC838247FE4}" dt="2026-07-02T14:18:06.221" v="1004"/>
          <pc:sldLayoutMkLst>
            <pc:docMk/>
            <pc:sldMasterMk cId="791954662" sldId="2147483648"/>
            <pc:sldLayoutMk cId="4202761244" sldId="2147483687"/>
          </pc:sldLayoutMkLst>
          <pc:spChg chg="mod">
            <ac:chgData name="Naimish Vadodariya" userId="d2e325c0593a319e" providerId="LiveId" clId="{E1748CB8-6BF5-4F7F-80E7-7DC838247FE4}" dt="2026-07-02T14:18:06.221" v="1004"/>
            <ac:spMkLst>
              <pc:docMk/>
              <pc:sldMasterMk cId="791954662" sldId="2147483648"/>
              <pc:sldLayoutMk cId="4202761244" sldId="2147483687"/>
              <ac:spMk id="22" creationId="{BF2BE79E-EA17-4AB9-8CB5-714A52A6B2F5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0F8144-EA65-47B8-9E1C-CB2846CCEC3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D3B2D0-4F64-4903-A9C1-811C0A89D673}">
      <dgm:prSet phldrT="[Text]"/>
      <dgm:spPr>
        <a:solidFill>
          <a:schemeClr val="accent2"/>
        </a:solidFill>
      </dgm:spPr>
      <dgm:t>
        <a:bodyPr/>
        <a:lstStyle/>
        <a:p>
          <a:r>
            <a:rPr lang="en-US" b="1" kern="1500" baseline="0" dirty="0"/>
            <a:t>Single Inheritance</a:t>
          </a:r>
        </a:p>
      </dgm:t>
    </dgm:pt>
    <dgm:pt modelId="{E7B9E76B-5029-434B-A0FF-ECAF13A765B3}" type="parTrans" cxnId="{5199FA3E-DDCE-4E9E-914B-A51403DCD4AA}">
      <dgm:prSet/>
      <dgm:spPr/>
      <dgm:t>
        <a:bodyPr/>
        <a:lstStyle/>
        <a:p>
          <a:endParaRPr lang="en-US"/>
        </a:p>
      </dgm:t>
    </dgm:pt>
    <dgm:pt modelId="{D481E33A-03E9-40F1-9B60-353C3D5682BD}" type="sibTrans" cxnId="{5199FA3E-DDCE-4E9E-914B-A51403DCD4AA}">
      <dgm:prSet/>
      <dgm:spPr/>
      <dgm:t>
        <a:bodyPr/>
        <a:lstStyle/>
        <a:p>
          <a:endParaRPr lang="en-US"/>
        </a:p>
      </dgm:t>
    </dgm:pt>
    <dgm:pt modelId="{B97F1023-CE6F-4B42-B9D7-47D431781FB9}">
      <dgm:prSet phldrT="[Text]"/>
      <dgm:spPr>
        <a:solidFill>
          <a:schemeClr val="accent3"/>
        </a:solidFill>
      </dgm:spPr>
      <dgm:t>
        <a:bodyPr/>
        <a:lstStyle/>
        <a:p>
          <a:r>
            <a:rPr lang="en-US" b="1" kern="1500" baseline="0" dirty="0"/>
            <a:t>Multi-level Inheritance</a:t>
          </a:r>
          <a:endParaRPr lang="en-US" kern="1500" baseline="0" dirty="0"/>
        </a:p>
      </dgm:t>
    </dgm:pt>
    <dgm:pt modelId="{AFE48987-3C28-4F21-B605-71BBEA7412F3}" type="parTrans" cxnId="{159FAB66-E4D0-4F4E-A73D-518F730C0589}">
      <dgm:prSet/>
      <dgm:spPr/>
      <dgm:t>
        <a:bodyPr/>
        <a:lstStyle/>
        <a:p>
          <a:endParaRPr lang="en-US"/>
        </a:p>
      </dgm:t>
    </dgm:pt>
    <dgm:pt modelId="{0EEF420D-7FF9-40E5-93DC-18382B512F6E}" type="sibTrans" cxnId="{159FAB66-E4D0-4F4E-A73D-518F730C0589}">
      <dgm:prSet/>
      <dgm:spPr/>
      <dgm:t>
        <a:bodyPr/>
        <a:lstStyle/>
        <a:p>
          <a:endParaRPr lang="en-US"/>
        </a:p>
      </dgm:t>
    </dgm:pt>
    <dgm:pt modelId="{04A28AB2-A3D0-4227-848E-F3ECF461A157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b="1" kern="1500" baseline="0" dirty="0"/>
            <a:t>Hierarchical Inheritance</a:t>
          </a:r>
          <a:endParaRPr lang="en-US" kern="1500" baseline="0" dirty="0"/>
        </a:p>
      </dgm:t>
    </dgm:pt>
    <dgm:pt modelId="{DC7D117D-DC4D-4863-80AE-5E5E310DF3B1}" type="parTrans" cxnId="{8670138F-B8D1-4460-8DB4-7CB1D557288F}">
      <dgm:prSet/>
      <dgm:spPr/>
      <dgm:t>
        <a:bodyPr/>
        <a:lstStyle/>
        <a:p>
          <a:endParaRPr lang="en-US"/>
        </a:p>
      </dgm:t>
    </dgm:pt>
    <dgm:pt modelId="{AFAE6F38-6098-471F-BBCE-8FFDB73892CB}" type="sibTrans" cxnId="{8670138F-B8D1-4460-8DB4-7CB1D557288F}">
      <dgm:prSet/>
      <dgm:spPr/>
      <dgm:t>
        <a:bodyPr/>
        <a:lstStyle/>
        <a:p>
          <a:endParaRPr lang="en-US"/>
        </a:p>
      </dgm:t>
    </dgm:pt>
    <dgm:pt modelId="{4DB24A5D-F2C9-4ED8-BE74-D62880358DA2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 kern="1500" baseline="0" dirty="0"/>
            <a:t>Multiple Inheritance</a:t>
          </a:r>
        </a:p>
      </dgm:t>
    </dgm:pt>
    <dgm:pt modelId="{64D3AC9C-5A0D-43BF-B5F0-26A1D04CF298}" type="parTrans" cxnId="{34FBC34B-24B8-4D1E-A817-1F7997EF8792}">
      <dgm:prSet/>
      <dgm:spPr/>
      <dgm:t>
        <a:bodyPr/>
        <a:lstStyle/>
        <a:p>
          <a:endParaRPr lang="en-US"/>
        </a:p>
      </dgm:t>
    </dgm:pt>
    <dgm:pt modelId="{347F1B80-4801-4E0A-9AF0-D5B61EEF1053}" type="sibTrans" cxnId="{34FBC34B-24B8-4D1E-A817-1F7997EF8792}">
      <dgm:prSet/>
      <dgm:spPr/>
      <dgm:t>
        <a:bodyPr/>
        <a:lstStyle/>
        <a:p>
          <a:endParaRPr lang="en-US"/>
        </a:p>
      </dgm:t>
    </dgm:pt>
    <dgm:pt modelId="{1B5A8DF4-9C09-43F2-876A-91F5196D11C4}">
      <dgm:prSet/>
      <dgm:spPr/>
      <dgm:t>
        <a:bodyPr/>
        <a:lstStyle/>
        <a:p>
          <a:r>
            <a:rPr lang="en-US" b="1" kern="1500" baseline="0" dirty="0"/>
            <a:t>Hybrid Inheritance</a:t>
          </a:r>
        </a:p>
      </dgm:t>
    </dgm:pt>
    <dgm:pt modelId="{6C6E3B57-15C2-4AE2-BA82-FB122FAAEE6D}" type="parTrans" cxnId="{81CD13DC-42CA-4E30-8553-D8B79A18C03B}">
      <dgm:prSet/>
      <dgm:spPr/>
      <dgm:t>
        <a:bodyPr/>
        <a:lstStyle/>
        <a:p>
          <a:endParaRPr lang="en-US"/>
        </a:p>
      </dgm:t>
    </dgm:pt>
    <dgm:pt modelId="{1D26E934-8BFC-4623-99B2-1A74B8E17E41}" type="sibTrans" cxnId="{81CD13DC-42CA-4E30-8553-D8B79A18C03B}">
      <dgm:prSet/>
      <dgm:spPr/>
      <dgm:t>
        <a:bodyPr/>
        <a:lstStyle/>
        <a:p>
          <a:endParaRPr lang="en-US"/>
        </a:p>
      </dgm:t>
    </dgm:pt>
    <dgm:pt modelId="{0143C2AC-F007-46EB-8612-0D093E152A50}" type="pres">
      <dgm:prSet presAssocID="{C70F8144-EA65-47B8-9E1C-CB2846CCEC35}" presName="linearFlow" presStyleCnt="0">
        <dgm:presLayoutVars>
          <dgm:dir/>
          <dgm:resizeHandles val="exact"/>
        </dgm:presLayoutVars>
      </dgm:prSet>
      <dgm:spPr/>
    </dgm:pt>
    <dgm:pt modelId="{F2B71410-0C42-4739-BBFD-49FAF7864894}" type="pres">
      <dgm:prSet presAssocID="{F2D3B2D0-4F64-4903-A9C1-811C0A89D673}" presName="composite" presStyleCnt="0"/>
      <dgm:spPr/>
    </dgm:pt>
    <dgm:pt modelId="{34364E8F-19B0-4159-9AC5-46DCAE158F20}" type="pres">
      <dgm:prSet presAssocID="{F2D3B2D0-4F64-4903-A9C1-811C0A89D673}" presName="imgShp" presStyleLbl="fgImgPlace1" presStyleIdx="0" presStyleCnt="5"/>
      <dgm:spPr>
        <a:solidFill>
          <a:schemeClr val="accent2"/>
        </a:solidFill>
      </dgm:spPr>
    </dgm:pt>
    <dgm:pt modelId="{65517893-6BAB-405A-BB74-33A52A7FEA6A}" type="pres">
      <dgm:prSet presAssocID="{F2D3B2D0-4F64-4903-A9C1-811C0A89D673}" presName="txShp" presStyleLbl="node1" presStyleIdx="0" presStyleCnt="5">
        <dgm:presLayoutVars>
          <dgm:bulletEnabled val="1"/>
        </dgm:presLayoutVars>
      </dgm:prSet>
      <dgm:spPr/>
    </dgm:pt>
    <dgm:pt modelId="{3DC8B2F3-7B79-4E63-9D25-98C50D296CBC}" type="pres">
      <dgm:prSet presAssocID="{D481E33A-03E9-40F1-9B60-353C3D5682BD}" presName="spacing" presStyleCnt="0"/>
      <dgm:spPr/>
    </dgm:pt>
    <dgm:pt modelId="{9C5CEE79-EE9C-4FE5-A3A4-69B70D5801F2}" type="pres">
      <dgm:prSet presAssocID="{B97F1023-CE6F-4B42-B9D7-47D431781FB9}" presName="composite" presStyleCnt="0"/>
      <dgm:spPr/>
    </dgm:pt>
    <dgm:pt modelId="{FA7535ED-DBBC-420A-91B8-6C82570D2B1B}" type="pres">
      <dgm:prSet presAssocID="{B97F1023-CE6F-4B42-B9D7-47D431781FB9}" presName="imgShp" presStyleLbl="fgImgPlace1" presStyleIdx="1" presStyleCnt="5"/>
      <dgm:spPr>
        <a:solidFill>
          <a:schemeClr val="accent3"/>
        </a:solidFill>
      </dgm:spPr>
    </dgm:pt>
    <dgm:pt modelId="{961B2E35-283C-4D43-B158-3955AF193631}" type="pres">
      <dgm:prSet presAssocID="{B97F1023-CE6F-4B42-B9D7-47D431781FB9}" presName="txShp" presStyleLbl="node1" presStyleIdx="1" presStyleCnt="5">
        <dgm:presLayoutVars>
          <dgm:bulletEnabled val="1"/>
        </dgm:presLayoutVars>
      </dgm:prSet>
      <dgm:spPr/>
    </dgm:pt>
    <dgm:pt modelId="{82737D73-01D1-4984-B900-D149564B7069}" type="pres">
      <dgm:prSet presAssocID="{0EEF420D-7FF9-40E5-93DC-18382B512F6E}" presName="spacing" presStyleCnt="0"/>
      <dgm:spPr/>
    </dgm:pt>
    <dgm:pt modelId="{D1961714-4EA6-487B-A0A3-0882F19A701B}" type="pres">
      <dgm:prSet presAssocID="{04A28AB2-A3D0-4227-848E-F3ECF461A157}" presName="composite" presStyleCnt="0"/>
      <dgm:spPr/>
    </dgm:pt>
    <dgm:pt modelId="{7A2F13C7-60A7-4730-B47E-DB94BE352E23}" type="pres">
      <dgm:prSet presAssocID="{04A28AB2-A3D0-4227-848E-F3ECF461A157}" presName="imgShp" presStyleLbl="fgImgPlace1" presStyleIdx="2" presStyleCnt="5"/>
      <dgm:spPr>
        <a:solidFill>
          <a:schemeClr val="bg2">
            <a:lumMod val="50000"/>
          </a:schemeClr>
        </a:solidFill>
      </dgm:spPr>
    </dgm:pt>
    <dgm:pt modelId="{C5C65CEC-913B-4C34-AF40-51100EAD1A9F}" type="pres">
      <dgm:prSet presAssocID="{04A28AB2-A3D0-4227-848E-F3ECF461A157}" presName="txShp" presStyleLbl="node1" presStyleIdx="2" presStyleCnt="5">
        <dgm:presLayoutVars>
          <dgm:bulletEnabled val="1"/>
        </dgm:presLayoutVars>
      </dgm:prSet>
      <dgm:spPr/>
    </dgm:pt>
    <dgm:pt modelId="{96C385E1-482F-4DB0-8C1B-97F969F983DE}" type="pres">
      <dgm:prSet presAssocID="{AFAE6F38-6098-471F-BBCE-8FFDB73892CB}" presName="spacing" presStyleCnt="0"/>
      <dgm:spPr/>
    </dgm:pt>
    <dgm:pt modelId="{B53813AF-FA56-418D-B1C5-0BE40D6B795D}" type="pres">
      <dgm:prSet presAssocID="{4DB24A5D-F2C9-4ED8-BE74-D62880358DA2}" presName="composite" presStyleCnt="0"/>
      <dgm:spPr/>
    </dgm:pt>
    <dgm:pt modelId="{AFEE404D-E7CD-436D-A1BC-79DC45F3D201}" type="pres">
      <dgm:prSet presAssocID="{4DB24A5D-F2C9-4ED8-BE74-D62880358DA2}" presName="imgShp" presStyleLbl="fgImgPlace1" presStyleIdx="3" presStyleCnt="5"/>
      <dgm:spPr>
        <a:solidFill>
          <a:schemeClr val="accent5">
            <a:lumMod val="75000"/>
          </a:schemeClr>
        </a:solidFill>
      </dgm:spPr>
    </dgm:pt>
    <dgm:pt modelId="{91A34CC1-A795-42C3-8A99-59F3B30AEF29}" type="pres">
      <dgm:prSet presAssocID="{4DB24A5D-F2C9-4ED8-BE74-D62880358DA2}" presName="txShp" presStyleLbl="node1" presStyleIdx="3" presStyleCnt="5">
        <dgm:presLayoutVars>
          <dgm:bulletEnabled val="1"/>
        </dgm:presLayoutVars>
      </dgm:prSet>
      <dgm:spPr/>
    </dgm:pt>
    <dgm:pt modelId="{031D17F6-7E10-4F69-A24C-8E8483B19E7C}" type="pres">
      <dgm:prSet presAssocID="{347F1B80-4801-4E0A-9AF0-D5B61EEF1053}" presName="spacing" presStyleCnt="0"/>
      <dgm:spPr/>
    </dgm:pt>
    <dgm:pt modelId="{9B8F490F-4A78-44CD-A49A-8BEED16578C4}" type="pres">
      <dgm:prSet presAssocID="{1B5A8DF4-9C09-43F2-876A-91F5196D11C4}" presName="composite" presStyleCnt="0"/>
      <dgm:spPr/>
    </dgm:pt>
    <dgm:pt modelId="{3F27ABC6-81F6-414F-A8C8-D10E3BDE3DCA}" type="pres">
      <dgm:prSet presAssocID="{1B5A8DF4-9C09-43F2-876A-91F5196D11C4}" presName="imgShp" presStyleLbl="fgImgPlace1" presStyleIdx="4" presStyleCnt="5"/>
      <dgm:spPr>
        <a:solidFill>
          <a:schemeClr val="accent1"/>
        </a:solidFill>
      </dgm:spPr>
    </dgm:pt>
    <dgm:pt modelId="{59606175-9E7F-4B99-989A-6E4E87514607}" type="pres">
      <dgm:prSet presAssocID="{1B5A8DF4-9C09-43F2-876A-91F5196D11C4}" presName="txShp" presStyleLbl="node1" presStyleIdx="4" presStyleCnt="5">
        <dgm:presLayoutVars>
          <dgm:bulletEnabled val="1"/>
        </dgm:presLayoutVars>
      </dgm:prSet>
      <dgm:spPr/>
    </dgm:pt>
  </dgm:ptLst>
  <dgm:cxnLst>
    <dgm:cxn modelId="{EBB00104-ABE0-4EA7-B78D-4A330037AD55}" type="presOf" srcId="{1B5A8DF4-9C09-43F2-876A-91F5196D11C4}" destId="{59606175-9E7F-4B99-989A-6E4E87514607}" srcOrd="0" destOrd="0" presId="urn:microsoft.com/office/officeart/2005/8/layout/vList3"/>
    <dgm:cxn modelId="{AB90351E-F64E-4C1D-A499-D1FBBE4DD644}" type="presOf" srcId="{04A28AB2-A3D0-4227-848E-F3ECF461A157}" destId="{C5C65CEC-913B-4C34-AF40-51100EAD1A9F}" srcOrd="0" destOrd="0" presId="urn:microsoft.com/office/officeart/2005/8/layout/vList3"/>
    <dgm:cxn modelId="{718B1425-D994-49ED-AA68-582C11E70D95}" type="presOf" srcId="{C70F8144-EA65-47B8-9E1C-CB2846CCEC35}" destId="{0143C2AC-F007-46EB-8612-0D093E152A50}" srcOrd="0" destOrd="0" presId="urn:microsoft.com/office/officeart/2005/8/layout/vList3"/>
    <dgm:cxn modelId="{5199FA3E-DDCE-4E9E-914B-A51403DCD4AA}" srcId="{C70F8144-EA65-47B8-9E1C-CB2846CCEC35}" destId="{F2D3B2D0-4F64-4903-A9C1-811C0A89D673}" srcOrd="0" destOrd="0" parTransId="{E7B9E76B-5029-434B-A0FF-ECAF13A765B3}" sibTransId="{D481E33A-03E9-40F1-9B60-353C3D5682BD}"/>
    <dgm:cxn modelId="{159FAB66-E4D0-4F4E-A73D-518F730C0589}" srcId="{C70F8144-EA65-47B8-9E1C-CB2846CCEC35}" destId="{B97F1023-CE6F-4B42-B9D7-47D431781FB9}" srcOrd="1" destOrd="0" parTransId="{AFE48987-3C28-4F21-B605-71BBEA7412F3}" sibTransId="{0EEF420D-7FF9-40E5-93DC-18382B512F6E}"/>
    <dgm:cxn modelId="{34FBC34B-24B8-4D1E-A817-1F7997EF8792}" srcId="{C70F8144-EA65-47B8-9E1C-CB2846CCEC35}" destId="{4DB24A5D-F2C9-4ED8-BE74-D62880358DA2}" srcOrd="3" destOrd="0" parTransId="{64D3AC9C-5A0D-43BF-B5F0-26A1D04CF298}" sibTransId="{347F1B80-4801-4E0A-9AF0-D5B61EEF1053}"/>
    <dgm:cxn modelId="{8670138F-B8D1-4460-8DB4-7CB1D557288F}" srcId="{C70F8144-EA65-47B8-9E1C-CB2846CCEC35}" destId="{04A28AB2-A3D0-4227-848E-F3ECF461A157}" srcOrd="2" destOrd="0" parTransId="{DC7D117D-DC4D-4863-80AE-5E5E310DF3B1}" sibTransId="{AFAE6F38-6098-471F-BBCE-8FFDB73892CB}"/>
    <dgm:cxn modelId="{04DE9798-AA73-4FE6-8085-D273C201838A}" type="presOf" srcId="{4DB24A5D-F2C9-4ED8-BE74-D62880358DA2}" destId="{91A34CC1-A795-42C3-8A99-59F3B30AEF29}" srcOrd="0" destOrd="0" presId="urn:microsoft.com/office/officeart/2005/8/layout/vList3"/>
    <dgm:cxn modelId="{95BBB1AA-15D0-4DEE-8BF8-9B1F1AD4B98E}" type="presOf" srcId="{F2D3B2D0-4F64-4903-A9C1-811C0A89D673}" destId="{65517893-6BAB-405A-BB74-33A52A7FEA6A}" srcOrd="0" destOrd="0" presId="urn:microsoft.com/office/officeart/2005/8/layout/vList3"/>
    <dgm:cxn modelId="{D5A627D5-DEF4-4CE8-91DB-842BC636B7E3}" type="presOf" srcId="{B97F1023-CE6F-4B42-B9D7-47D431781FB9}" destId="{961B2E35-283C-4D43-B158-3955AF193631}" srcOrd="0" destOrd="0" presId="urn:microsoft.com/office/officeart/2005/8/layout/vList3"/>
    <dgm:cxn modelId="{81CD13DC-42CA-4E30-8553-D8B79A18C03B}" srcId="{C70F8144-EA65-47B8-9E1C-CB2846CCEC35}" destId="{1B5A8DF4-9C09-43F2-876A-91F5196D11C4}" srcOrd="4" destOrd="0" parTransId="{6C6E3B57-15C2-4AE2-BA82-FB122FAAEE6D}" sibTransId="{1D26E934-8BFC-4623-99B2-1A74B8E17E41}"/>
    <dgm:cxn modelId="{39B5916C-BC5A-4798-83F3-A6804D708FFD}" type="presParOf" srcId="{0143C2AC-F007-46EB-8612-0D093E152A50}" destId="{F2B71410-0C42-4739-BBFD-49FAF7864894}" srcOrd="0" destOrd="0" presId="urn:microsoft.com/office/officeart/2005/8/layout/vList3"/>
    <dgm:cxn modelId="{345442A3-A6D3-49B0-9594-AE05C149286C}" type="presParOf" srcId="{F2B71410-0C42-4739-BBFD-49FAF7864894}" destId="{34364E8F-19B0-4159-9AC5-46DCAE158F20}" srcOrd="0" destOrd="0" presId="urn:microsoft.com/office/officeart/2005/8/layout/vList3"/>
    <dgm:cxn modelId="{42372858-CA14-4E1A-B168-4D1DA5E3CFE1}" type="presParOf" srcId="{F2B71410-0C42-4739-BBFD-49FAF7864894}" destId="{65517893-6BAB-405A-BB74-33A52A7FEA6A}" srcOrd="1" destOrd="0" presId="urn:microsoft.com/office/officeart/2005/8/layout/vList3"/>
    <dgm:cxn modelId="{E6287B90-6B7B-4FC3-99A6-6A219B2FDEB6}" type="presParOf" srcId="{0143C2AC-F007-46EB-8612-0D093E152A50}" destId="{3DC8B2F3-7B79-4E63-9D25-98C50D296CBC}" srcOrd="1" destOrd="0" presId="urn:microsoft.com/office/officeart/2005/8/layout/vList3"/>
    <dgm:cxn modelId="{1DEACD28-FD13-4307-9798-98A03902777D}" type="presParOf" srcId="{0143C2AC-F007-46EB-8612-0D093E152A50}" destId="{9C5CEE79-EE9C-4FE5-A3A4-69B70D5801F2}" srcOrd="2" destOrd="0" presId="urn:microsoft.com/office/officeart/2005/8/layout/vList3"/>
    <dgm:cxn modelId="{8961AF8F-8CB2-4492-821B-5186EC6243A3}" type="presParOf" srcId="{9C5CEE79-EE9C-4FE5-A3A4-69B70D5801F2}" destId="{FA7535ED-DBBC-420A-91B8-6C82570D2B1B}" srcOrd="0" destOrd="0" presId="urn:microsoft.com/office/officeart/2005/8/layout/vList3"/>
    <dgm:cxn modelId="{55970769-4CE2-437C-801B-F5E38B20504E}" type="presParOf" srcId="{9C5CEE79-EE9C-4FE5-A3A4-69B70D5801F2}" destId="{961B2E35-283C-4D43-B158-3955AF193631}" srcOrd="1" destOrd="0" presId="urn:microsoft.com/office/officeart/2005/8/layout/vList3"/>
    <dgm:cxn modelId="{EF96E0D3-FCFF-49FB-BD0A-20739A49702A}" type="presParOf" srcId="{0143C2AC-F007-46EB-8612-0D093E152A50}" destId="{82737D73-01D1-4984-B900-D149564B7069}" srcOrd="3" destOrd="0" presId="urn:microsoft.com/office/officeart/2005/8/layout/vList3"/>
    <dgm:cxn modelId="{EF1815BB-0A88-492D-B489-F5B27C30E2E8}" type="presParOf" srcId="{0143C2AC-F007-46EB-8612-0D093E152A50}" destId="{D1961714-4EA6-487B-A0A3-0882F19A701B}" srcOrd="4" destOrd="0" presId="urn:microsoft.com/office/officeart/2005/8/layout/vList3"/>
    <dgm:cxn modelId="{AC8DBD14-8FFA-427E-9FBA-7D4213F7B9E1}" type="presParOf" srcId="{D1961714-4EA6-487B-A0A3-0882F19A701B}" destId="{7A2F13C7-60A7-4730-B47E-DB94BE352E23}" srcOrd="0" destOrd="0" presId="urn:microsoft.com/office/officeart/2005/8/layout/vList3"/>
    <dgm:cxn modelId="{11E2709C-BAC1-4F26-B89C-1C6B086C7904}" type="presParOf" srcId="{D1961714-4EA6-487B-A0A3-0882F19A701B}" destId="{C5C65CEC-913B-4C34-AF40-51100EAD1A9F}" srcOrd="1" destOrd="0" presId="urn:microsoft.com/office/officeart/2005/8/layout/vList3"/>
    <dgm:cxn modelId="{D27A94CE-25BE-44D4-8B96-E7669D471435}" type="presParOf" srcId="{0143C2AC-F007-46EB-8612-0D093E152A50}" destId="{96C385E1-482F-4DB0-8C1B-97F969F983DE}" srcOrd="5" destOrd="0" presId="urn:microsoft.com/office/officeart/2005/8/layout/vList3"/>
    <dgm:cxn modelId="{97210DF3-2C4A-469F-80A4-29FD17B0C8CE}" type="presParOf" srcId="{0143C2AC-F007-46EB-8612-0D093E152A50}" destId="{B53813AF-FA56-418D-B1C5-0BE40D6B795D}" srcOrd="6" destOrd="0" presId="urn:microsoft.com/office/officeart/2005/8/layout/vList3"/>
    <dgm:cxn modelId="{1DD3D4C3-1492-4C4E-814D-3E6A22E9A56D}" type="presParOf" srcId="{B53813AF-FA56-418D-B1C5-0BE40D6B795D}" destId="{AFEE404D-E7CD-436D-A1BC-79DC45F3D201}" srcOrd="0" destOrd="0" presId="urn:microsoft.com/office/officeart/2005/8/layout/vList3"/>
    <dgm:cxn modelId="{18390D99-75E3-42C3-B2F6-022F77D049D2}" type="presParOf" srcId="{B53813AF-FA56-418D-B1C5-0BE40D6B795D}" destId="{91A34CC1-A795-42C3-8A99-59F3B30AEF29}" srcOrd="1" destOrd="0" presId="urn:microsoft.com/office/officeart/2005/8/layout/vList3"/>
    <dgm:cxn modelId="{58757707-42AF-47CD-969D-1047D120D98A}" type="presParOf" srcId="{0143C2AC-F007-46EB-8612-0D093E152A50}" destId="{031D17F6-7E10-4F69-A24C-8E8483B19E7C}" srcOrd="7" destOrd="0" presId="urn:microsoft.com/office/officeart/2005/8/layout/vList3"/>
    <dgm:cxn modelId="{C566F297-9771-4311-AB95-3F419AAC28C1}" type="presParOf" srcId="{0143C2AC-F007-46EB-8612-0D093E152A50}" destId="{9B8F490F-4A78-44CD-A49A-8BEED16578C4}" srcOrd="8" destOrd="0" presId="urn:microsoft.com/office/officeart/2005/8/layout/vList3"/>
    <dgm:cxn modelId="{6F1E6A24-F28C-4C5A-BEA7-7E489A49F2E7}" type="presParOf" srcId="{9B8F490F-4A78-44CD-A49A-8BEED16578C4}" destId="{3F27ABC6-81F6-414F-A8C8-D10E3BDE3DCA}" srcOrd="0" destOrd="0" presId="urn:microsoft.com/office/officeart/2005/8/layout/vList3"/>
    <dgm:cxn modelId="{D3F76A50-436F-481C-9663-4F5AB402D69E}" type="presParOf" srcId="{9B8F490F-4A78-44CD-A49A-8BEED16578C4}" destId="{59606175-9E7F-4B99-989A-6E4E8751460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517893-6BAB-405A-BB74-33A52A7FEA6A}">
      <dsp:nvSpPr>
        <dsp:cNvPr id="0" name=""/>
        <dsp:cNvSpPr/>
      </dsp:nvSpPr>
      <dsp:spPr>
        <a:xfrm rot="10800000">
          <a:off x="1940992" y="1044"/>
          <a:ext cx="6912054" cy="799944"/>
        </a:xfrm>
        <a:prstGeom prst="homePlat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75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500" baseline="0" dirty="0"/>
            <a:t>Single Inheritance</a:t>
          </a:r>
        </a:p>
      </dsp:txBody>
      <dsp:txXfrm rot="10800000">
        <a:off x="2140978" y="1044"/>
        <a:ext cx="6712068" cy="799944"/>
      </dsp:txXfrm>
    </dsp:sp>
    <dsp:sp modelId="{34364E8F-19B0-4159-9AC5-46DCAE158F20}">
      <dsp:nvSpPr>
        <dsp:cNvPr id="0" name=""/>
        <dsp:cNvSpPr/>
      </dsp:nvSpPr>
      <dsp:spPr>
        <a:xfrm>
          <a:off x="1541020" y="1044"/>
          <a:ext cx="799944" cy="799944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1B2E35-283C-4D43-B158-3955AF193631}">
      <dsp:nvSpPr>
        <dsp:cNvPr id="0" name=""/>
        <dsp:cNvSpPr/>
      </dsp:nvSpPr>
      <dsp:spPr>
        <a:xfrm rot="10800000">
          <a:off x="1940992" y="1039778"/>
          <a:ext cx="6912054" cy="799944"/>
        </a:xfrm>
        <a:prstGeom prst="homePlate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75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500" baseline="0" dirty="0"/>
            <a:t>Multi-level Inheritance</a:t>
          </a:r>
          <a:endParaRPr lang="en-US" sz="3700" kern="1500" baseline="0" dirty="0"/>
        </a:p>
      </dsp:txBody>
      <dsp:txXfrm rot="10800000">
        <a:off x="2140978" y="1039778"/>
        <a:ext cx="6712068" cy="799944"/>
      </dsp:txXfrm>
    </dsp:sp>
    <dsp:sp modelId="{FA7535ED-DBBC-420A-91B8-6C82570D2B1B}">
      <dsp:nvSpPr>
        <dsp:cNvPr id="0" name=""/>
        <dsp:cNvSpPr/>
      </dsp:nvSpPr>
      <dsp:spPr>
        <a:xfrm>
          <a:off x="1541020" y="1039778"/>
          <a:ext cx="799944" cy="799944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65CEC-913B-4C34-AF40-51100EAD1A9F}">
      <dsp:nvSpPr>
        <dsp:cNvPr id="0" name=""/>
        <dsp:cNvSpPr/>
      </dsp:nvSpPr>
      <dsp:spPr>
        <a:xfrm rot="10800000">
          <a:off x="1940992" y="2078512"/>
          <a:ext cx="6912054" cy="799944"/>
        </a:xfrm>
        <a:prstGeom prst="homePlate">
          <a:avLst/>
        </a:prstGeom>
        <a:solidFill>
          <a:schemeClr val="bg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75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500" baseline="0" dirty="0"/>
            <a:t>Hierarchical Inheritance</a:t>
          </a:r>
          <a:endParaRPr lang="en-US" sz="3700" kern="1500" baseline="0" dirty="0"/>
        </a:p>
      </dsp:txBody>
      <dsp:txXfrm rot="10800000">
        <a:off x="2140978" y="2078512"/>
        <a:ext cx="6712068" cy="799944"/>
      </dsp:txXfrm>
    </dsp:sp>
    <dsp:sp modelId="{7A2F13C7-60A7-4730-B47E-DB94BE352E23}">
      <dsp:nvSpPr>
        <dsp:cNvPr id="0" name=""/>
        <dsp:cNvSpPr/>
      </dsp:nvSpPr>
      <dsp:spPr>
        <a:xfrm>
          <a:off x="1541020" y="2078512"/>
          <a:ext cx="799944" cy="799944"/>
        </a:xfrm>
        <a:prstGeom prst="ellipse">
          <a:avLst/>
        </a:prstGeom>
        <a:solidFill>
          <a:schemeClr val="bg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A34CC1-A795-42C3-8A99-59F3B30AEF29}">
      <dsp:nvSpPr>
        <dsp:cNvPr id="0" name=""/>
        <dsp:cNvSpPr/>
      </dsp:nvSpPr>
      <dsp:spPr>
        <a:xfrm rot="10800000">
          <a:off x="1940992" y="3117246"/>
          <a:ext cx="6912054" cy="799944"/>
        </a:xfrm>
        <a:prstGeom prst="homePlate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75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500" baseline="0" dirty="0"/>
            <a:t>Multiple Inheritance</a:t>
          </a:r>
        </a:p>
      </dsp:txBody>
      <dsp:txXfrm rot="10800000">
        <a:off x="2140978" y="3117246"/>
        <a:ext cx="6712068" cy="799944"/>
      </dsp:txXfrm>
    </dsp:sp>
    <dsp:sp modelId="{AFEE404D-E7CD-436D-A1BC-79DC45F3D201}">
      <dsp:nvSpPr>
        <dsp:cNvPr id="0" name=""/>
        <dsp:cNvSpPr/>
      </dsp:nvSpPr>
      <dsp:spPr>
        <a:xfrm>
          <a:off x="1541020" y="3117246"/>
          <a:ext cx="799944" cy="799944"/>
        </a:xfrm>
        <a:prstGeom prst="ellipse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606175-9E7F-4B99-989A-6E4E87514607}">
      <dsp:nvSpPr>
        <dsp:cNvPr id="0" name=""/>
        <dsp:cNvSpPr/>
      </dsp:nvSpPr>
      <dsp:spPr>
        <a:xfrm rot="10800000">
          <a:off x="1940992" y="4155981"/>
          <a:ext cx="6912054" cy="7999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75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500" baseline="0" dirty="0"/>
            <a:t>Hybrid Inheritance</a:t>
          </a:r>
        </a:p>
      </dsp:txBody>
      <dsp:txXfrm rot="10800000">
        <a:off x="2140978" y="4155981"/>
        <a:ext cx="6712068" cy="799944"/>
      </dsp:txXfrm>
    </dsp:sp>
    <dsp:sp modelId="{3F27ABC6-81F6-414F-A8C8-D10E3BDE3DCA}">
      <dsp:nvSpPr>
        <dsp:cNvPr id="0" name=""/>
        <dsp:cNvSpPr/>
      </dsp:nvSpPr>
      <dsp:spPr>
        <a:xfrm>
          <a:off x="1541020" y="4155981"/>
          <a:ext cx="799944" cy="799944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Taken From : https://www.sitesbay.com/java/java-inheritance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4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9.jpeg"/></Relationships>
</file>

<file path=ppt/slideLayouts/_rels/slideLayout2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10150094" y="861192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Naimish R. Vadodariya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643184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#2401CS521 (Building RESTful APIs with ASP.NET Core)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.NET Web API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131180" y="5712647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105840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27313" y="599344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3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7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498637-D3FA-4223-C081-BE80DB36C67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150" y="2089593"/>
            <a:ext cx="3383666" cy="225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3" r:id="rId10"/>
    <p:sldLayoutId id="2147483692" r:id="rId11"/>
    <p:sldLayoutId id="2147483691" r:id="rId12"/>
    <p:sldLayoutId id="2147483674" r:id="rId13"/>
    <p:sldLayoutId id="2147483676" r:id="rId14"/>
    <p:sldLayoutId id="2147483677" r:id="rId15"/>
    <p:sldLayoutId id="2147483678" r:id="rId16"/>
    <p:sldLayoutId id="2147483679" r:id="rId17"/>
    <p:sldLayoutId id="2147483681" r:id="rId18"/>
    <p:sldLayoutId id="2147483683" r:id="rId19"/>
    <p:sldLayoutId id="2147483682" r:id="rId20"/>
    <p:sldLayoutId id="2147483684" r:id="rId21"/>
    <p:sldLayoutId id="2147483685" r:id="rId22"/>
    <p:sldLayoutId id="2147483686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8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372" y="1216901"/>
            <a:ext cx="8530722" cy="299243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 | Part-1 </a:t>
            </a:r>
            <a:r>
              <a:rPr lang="en-US" sz="22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(C# Fundamentals)</a:t>
            </a:r>
            <a:r>
              <a:rPr lang="en-US" sz="2200" dirty="0"/>
              <a:t> </a:t>
            </a:r>
            <a:br>
              <a:rPr lang="en-US" dirty="0"/>
            </a:br>
            <a:r>
              <a:rPr lang="en-IN" dirty="0"/>
              <a:t>Introduction to .NET Web API</a:t>
            </a:r>
            <a:endParaRPr lang="en-US" dirty="0">
              <a:effectLst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madhuresh.fichadiya@darshan.ac.in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8866961282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840480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gradFill>
                  <a:gsLst>
                    <a:gs pos="10000">
                      <a:srgbClr val="5C2321"/>
                    </a:gs>
                    <a:gs pos="100000">
                      <a:srgbClr val="B84742"/>
                    </a:gs>
                  </a:gsLst>
                  <a:lin ang="0" scaled="1"/>
                </a:gradFill>
                <a:latin typeface="Roboto Condensed" panose="02000000000000000000" pitchFamily="2" charset="0"/>
              </a:rPr>
              <a:t>Prof. Madhuresh R Fichadiya</a:t>
            </a:r>
            <a:endParaRPr lang="en-I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b="1" dirty="0"/>
              <a:t>Building RESTful APIs with ASP.NET Core</a:t>
            </a:r>
          </a:p>
          <a:p>
            <a:r>
              <a:rPr lang="en-US" dirty="0"/>
              <a:t>#</a:t>
            </a:r>
            <a:r>
              <a:rPr lang="en-IN" dirty="0"/>
              <a:t>2505CS311</a:t>
            </a:r>
            <a:endParaRPr lang="en-US" dirty="0"/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30430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</p:cNvCxnSpPr>
          <p:nvPr/>
        </p:nvCxnSpPr>
        <p:spPr>
          <a:xfrm>
            <a:off x="1153346" y="62865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533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25590" y="130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533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354187" y="150680"/>
            <a:ext cx="8823741" cy="600164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b="1" dirty="0"/>
              <a:t> Outline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.NET Overview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C# Overview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Namespace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Console Class Methods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Data Types &amp; Variables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Operators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Arrays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Classes/Objects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Constructors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Inheritance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Abstraction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Interface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Exception Handling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Collection Classes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Generics in C#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C492-6EB2-1A2F-A8E7-BB625784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.NET: Overview </a:t>
            </a:r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2F6D4-07A1-D195-9E5D-10327D667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95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8835F5-1295-381B-EA85-CB983ED13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893478" cy="5590565"/>
          </a:xfrm>
        </p:spPr>
        <p:txBody>
          <a:bodyPr/>
          <a:lstStyle/>
          <a:p>
            <a:r>
              <a:rPr lang="en-IN" dirty="0"/>
              <a:t>.NET is a free, cross-platform, and open-source developer platform created by Microsoft for building web, mobile, desktop, cloud, IoT, and gaming applications.</a:t>
            </a:r>
          </a:p>
          <a:p>
            <a:r>
              <a:rPr lang="en-IN" b="1" dirty="0"/>
              <a:t>Key Components of .NET</a:t>
            </a:r>
          </a:p>
          <a:p>
            <a:pPr lvl="1"/>
            <a:r>
              <a:rPr lang="en-IN" b="1" dirty="0"/>
              <a:t>Languages:</a:t>
            </a:r>
            <a:r>
              <a:rPr lang="en-IN" dirty="0"/>
              <a:t> Supports primarily </a:t>
            </a:r>
            <a:r>
              <a:rPr lang="en-IN" b="1" dirty="0"/>
              <a:t>C#</a:t>
            </a:r>
            <a:r>
              <a:rPr lang="en-IN" dirty="0"/>
              <a:t> (the most popular), </a:t>
            </a:r>
            <a:r>
              <a:rPr lang="en-IN" b="1" dirty="0"/>
              <a:t>F#</a:t>
            </a:r>
            <a:r>
              <a:rPr lang="en-IN" dirty="0"/>
              <a:t> (functional-first), and </a:t>
            </a:r>
            <a:r>
              <a:rPr lang="en-IN" b="1" dirty="0"/>
              <a:t>Visual Basic (VB.NET)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Common Language Runtime (CLR):</a:t>
            </a:r>
            <a:r>
              <a:rPr lang="en-IN" dirty="0"/>
              <a:t> The execution engine that manages memory, handles garbage collection, and enforces type safety.</a:t>
            </a:r>
          </a:p>
          <a:p>
            <a:pPr lvl="1"/>
            <a:r>
              <a:rPr lang="en-IN" b="1" dirty="0"/>
              <a:t>Base Class Libraries (BCL):</a:t>
            </a:r>
            <a:r>
              <a:rPr lang="en-IN" dirty="0"/>
              <a:t> A massive collection of pre-written code for common tasks like networking, file access, and data structures.</a:t>
            </a:r>
          </a:p>
          <a:p>
            <a:pPr lvl="1"/>
            <a:r>
              <a:rPr lang="en-IN" b="1" dirty="0"/>
              <a:t>NuGet:</a:t>
            </a:r>
            <a:r>
              <a:rPr lang="en-IN" dirty="0"/>
              <a:t> The official package manager that allows developers to find and share thousands of reusable third-party libraries.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ED0FAB-E677-7209-BCAF-5D60CDD04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.NET: Overview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090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5D98F-D309-4768-6BEE-BB92C548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History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AE66F9-2EA3-ED77-73B9-B39D6259E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2" y="841836"/>
            <a:ext cx="11928475" cy="32799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404206-A321-0BAE-D9ED-C937FCFCB848}"/>
              </a:ext>
            </a:extLst>
          </p:cNvPr>
          <p:cNvSpPr txBox="1"/>
          <p:nvPr/>
        </p:nvSpPr>
        <p:spPr>
          <a:xfrm>
            <a:off x="2712569" y="4406617"/>
            <a:ext cx="6766859" cy="92333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/>
              <a:t>.NET 10 was officially released on November 11, 2025. It is designated as a Long-Term Support (LTS) release, meaning it will receive support and updates for three years, until November 14, 2028.</a:t>
            </a:r>
          </a:p>
        </p:txBody>
      </p:sp>
    </p:spTree>
    <p:extLst>
      <p:ext uri="{BB962C8B-B14F-4D97-AF65-F5344CB8AC3E}">
        <p14:creationId xmlns:p14="http://schemas.microsoft.com/office/powerpoint/2010/main" val="257680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C#: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141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C# is pronounced "</a:t>
            </a:r>
            <a:r>
              <a:rPr lang="en-IN" b="1" dirty="0"/>
              <a:t>C-Sharp</a:t>
            </a:r>
            <a:r>
              <a:rPr lang="en-IN" dirty="0"/>
              <a:t>".</a:t>
            </a:r>
          </a:p>
          <a:p>
            <a:r>
              <a:rPr lang="en-IN" dirty="0"/>
              <a:t>It is an </a:t>
            </a:r>
            <a:r>
              <a:rPr lang="en-IN" b="1" dirty="0"/>
              <a:t>object-oriented programming language </a:t>
            </a:r>
            <a:r>
              <a:rPr lang="en-IN" dirty="0"/>
              <a:t>created by </a:t>
            </a:r>
            <a:r>
              <a:rPr lang="en-IN" b="1" dirty="0"/>
              <a:t>Microsoft</a:t>
            </a:r>
            <a:r>
              <a:rPr lang="en-IN" dirty="0"/>
              <a:t> that runs on the </a:t>
            </a:r>
            <a:r>
              <a:rPr lang="en-IN" b="1" dirty="0"/>
              <a:t>.NET Framework</a:t>
            </a:r>
            <a:r>
              <a:rPr lang="en-IN" dirty="0"/>
              <a:t>.</a:t>
            </a:r>
          </a:p>
          <a:p>
            <a:r>
              <a:rPr lang="en-US" dirty="0"/>
              <a:t>It has roots from the C family, and the language is close to other popular languages like C++ and Java.</a:t>
            </a:r>
          </a:p>
          <a:p>
            <a:r>
              <a:rPr lang="en-IN" dirty="0"/>
              <a:t>It was developed by Anders Hejlsberg.</a:t>
            </a:r>
            <a:endParaRPr lang="en-US" dirty="0"/>
          </a:p>
          <a:p>
            <a:r>
              <a:rPr lang="en-IN" dirty="0"/>
              <a:t>The first version was released in year 2002. The latest stable version of C# is </a:t>
            </a:r>
            <a:r>
              <a:rPr lang="en-IN" b="1" dirty="0"/>
              <a:t>C# 14</a:t>
            </a:r>
            <a:r>
              <a:rPr lang="en-IN" dirty="0"/>
              <a:t>, was released in November 2025 alongside .NET 10.</a:t>
            </a:r>
          </a:p>
          <a:p>
            <a:r>
              <a:rPr lang="en-IN" dirty="0"/>
              <a:t>C# is used for: </a:t>
            </a:r>
            <a:r>
              <a:rPr lang="en-IN" b="1" dirty="0"/>
              <a:t>Mobile applications, Desktop applications, Web applications, Web services, Web sites, Games, VR, Database applications, And much more</a:t>
            </a:r>
            <a:r>
              <a:rPr lang="en-IN" dirty="0"/>
              <a:t>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C#: Overview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209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Namespace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410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CB22E-6EB8-C27B-9010-EF8B2873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ECCE6B-3B31-C233-4296-DECFA51C4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2792" y="863444"/>
            <a:ext cx="7418029" cy="5590565"/>
          </a:xfrm>
        </p:spPr>
        <p:txBody>
          <a:bodyPr/>
          <a:lstStyle/>
          <a:p>
            <a:r>
              <a:rPr lang="en-IN" dirty="0"/>
              <a:t>A Namespace is a </a:t>
            </a:r>
            <a:r>
              <a:rPr lang="en-IN" b="1" dirty="0"/>
              <a:t>container used to organize related classes and avoid naming conflicts in a application</a:t>
            </a:r>
            <a:r>
              <a:rPr lang="en-IN" dirty="0"/>
              <a:t>.</a:t>
            </a:r>
          </a:p>
          <a:p>
            <a:r>
              <a:rPr lang="en-IN" u="sng" dirty="0"/>
              <a:t>Example</a:t>
            </a:r>
          </a:p>
          <a:p>
            <a:r>
              <a:rPr lang="en-IN" dirty="0"/>
              <a:t>Your phone has folders:</a:t>
            </a:r>
          </a:p>
          <a:p>
            <a:pPr lvl="1"/>
            <a:r>
              <a:rPr lang="en-IN" dirty="0"/>
              <a:t>Photos </a:t>
            </a:r>
          </a:p>
          <a:p>
            <a:pPr lvl="1"/>
            <a:r>
              <a:rPr lang="en-IN" dirty="0"/>
              <a:t>Videos </a:t>
            </a:r>
          </a:p>
          <a:p>
            <a:pPr lvl="1"/>
            <a:r>
              <a:rPr lang="en-IN" dirty="0"/>
              <a:t>Music </a:t>
            </a:r>
          </a:p>
          <a:p>
            <a:r>
              <a:rPr lang="en-IN" dirty="0"/>
              <a:t>The folders keep files organized.</a:t>
            </a:r>
          </a:p>
          <a:p>
            <a:r>
              <a:rPr lang="en-IN" dirty="0"/>
              <a:t>In C#:</a:t>
            </a:r>
          </a:p>
          <a:p>
            <a:pPr lvl="1"/>
            <a:r>
              <a:rPr lang="en-IN" dirty="0"/>
              <a:t>Namespace = </a:t>
            </a:r>
            <a:r>
              <a:rPr lang="en-IN" b="1" dirty="0"/>
              <a:t>Folder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Class = </a:t>
            </a:r>
            <a:r>
              <a:rPr lang="en-IN" b="1" dirty="0"/>
              <a:t>File</a:t>
            </a:r>
          </a:p>
          <a:p>
            <a:pPr algn="l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B2F591-1AA3-8F2F-9A47-330FF1F4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47957-72F1-F77E-70CD-96F927885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57" r="809"/>
          <a:stretch>
            <a:fillRect/>
          </a:stretch>
        </p:blipFill>
        <p:spPr>
          <a:xfrm>
            <a:off x="241872" y="851830"/>
            <a:ext cx="4277033" cy="56137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6C8A64-01C6-A24F-2E70-D9195BB39F67}"/>
              </a:ext>
            </a:extLst>
          </p:cNvPr>
          <p:cNvSpPr/>
          <p:nvPr/>
        </p:nvSpPr>
        <p:spPr>
          <a:xfrm>
            <a:off x="6475956" y="5173248"/>
            <a:ext cx="4553211" cy="369519"/>
          </a:xfrm>
          <a:prstGeom prst="round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💡 </a:t>
            </a:r>
            <a:r>
              <a:rPr lang="en-US" b="1" dirty="0">
                <a:solidFill>
                  <a:schemeClr val="tx1"/>
                </a:solidFill>
              </a:rPr>
              <a:t>In C# namespace keeps classes organized.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2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Namespaces are used in C# to keep </a:t>
            </a:r>
            <a:r>
              <a:rPr lang="en-US" sz="2400" b="1" dirty="0"/>
              <a:t>one set of names separated from another</a:t>
            </a:r>
            <a:r>
              <a:rPr lang="en-US" sz="2400" dirty="0"/>
              <a:t>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This is done to </a:t>
            </a:r>
            <a:r>
              <a:rPr lang="en-US" sz="2400" b="1" dirty="0"/>
              <a:t>organize the classes </a:t>
            </a:r>
            <a:r>
              <a:rPr lang="en-US" sz="2400" dirty="0"/>
              <a:t>so, that they are easy to handle. 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/>
                </a:solidFill>
              </a:rPr>
              <a:t>If there are two classes with the same names in different namespaces, they do not conflict with one another</a:t>
            </a:r>
            <a:r>
              <a:rPr lang="en-US" sz="2400" dirty="0"/>
              <a:t>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The .NET Framework uses namespaces to organize its built-in classes also.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We can say it is a container for classes and namespaces (</a:t>
            </a:r>
            <a:r>
              <a:rPr lang="en-US" i="1" dirty="0"/>
              <a:t>Nested namespaces also allowed</a:t>
            </a:r>
            <a:r>
              <a:rPr lang="en-US" sz="2400" dirty="0"/>
              <a:t>).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There are some built-in namespaces in .NET such as </a:t>
            </a:r>
            <a:r>
              <a:rPr lang="en-US" sz="2400" b="1" dirty="0"/>
              <a:t>System</a:t>
            </a:r>
            <a:r>
              <a:rPr lang="en-US" sz="2400" dirty="0"/>
              <a:t>, </a:t>
            </a:r>
            <a:r>
              <a:rPr lang="en-US" sz="2400" b="1" dirty="0" err="1"/>
              <a:t>System.Linq</a:t>
            </a:r>
            <a:r>
              <a:rPr lang="en-US" sz="2400" dirty="0"/>
              <a:t>, </a:t>
            </a:r>
            <a:r>
              <a:rPr lang="en-US" sz="2400" b="1" dirty="0" err="1"/>
              <a:t>System.Web</a:t>
            </a:r>
            <a:r>
              <a:rPr lang="en-US" sz="2400" dirty="0"/>
              <a:t>, etc. Each </a:t>
            </a:r>
            <a:r>
              <a:rPr lang="en-US" sz="2400" b="1" dirty="0"/>
              <a:t>namespace contains specific related set of classes</a:t>
            </a:r>
            <a:r>
              <a:rPr lang="en-US" sz="2400" dirty="0"/>
              <a:t>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Namespaces are not mandatory in a C# program, but they do play an important role in writing cleaner codes and managing larger projects.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Cont..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129532" y="4929135"/>
            <a:ext cx="628525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namespace_name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define classes here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565746" y="4929135"/>
            <a:ext cx="579518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565746" y="4599951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</p:spTree>
    <p:extLst>
      <p:ext uri="{BB962C8B-B14F-4D97-AF65-F5344CB8AC3E}">
        <p14:creationId xmlns:p14="http://schemas.microsoft.com/office/powerpoint/2010/main" val="273188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namespace </a:t>
            </a:r>
            <a:r>
              <a:rPr lang="en-US" i="1" dirty="0"/>
              <a:t>contains</a:t>
            </a:r>
            <a:r>
              <a:rPr lang="en-US" dirty="0"/>
              <a:t> the </a:t>
            </a:r>
            <a:r>
              <a:rPr lang="en-US" b="1" dirty="0"/>
              <a:t>Student</a:t>
            </a:r>
            <a:r>
              <a:rPr lang="en-US" dirty="0"/>
              <a:t> and </a:t>
            </a:r>
            <a:r>
              <a:rPr lang="en-US" b="1" dirty="0"/>
              <a:t>Course</a:t>
            </a:r>
            <a:r>
              <a:rPr lang="en-US" dirty="0"/>
              <a:t> classes.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Cont..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05707" y="1591825"/>
            <a:ext cx="6285256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School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Course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41921" y="1591825"/>
            <a:ext cx="579518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41921" y="1262641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</p:spTree>
    <p:extLst>
      <p:ext uri="{BB962C8B-B14F-4D97-AF65-F5344CB8AC3E}">
        <p14:creationId xmlns:p14="http://schemas.microsoft.com/office/powerpoint/2010/main" val="85590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namespace contains the Student and Course classes.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Classes under the same namespace can be referred to as </a:t>
            </a:r>
            <a:r>
              <a:rPr lang="en-US" b="1" dirty="0" err="1"/>
              <a:t>namespace.classname</a:t>
            </a:r>
            <a:r>
              <a:rPr lang="en-US" dirty="0"/>
              <a:t> syntax. </a:t>
            </a:r>
          </a:p>
          <a:p>
            <a:r>
              <a:rPr lang="en-US" dirty="0"/>
              <a:t>For example, the Student class can be accessed as </a:t>
            </a:r>
            <a:r>
              <a:rPr lang="en-US" b="1" dirty="0" err="1"/>
              <a:t>School.Student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Cont..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05707" y="1591825"/>
            <a:ext cx="3852043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School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Course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5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41921" y="1591825"/>
            <a:ext cx="579518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41921" y="1262641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5539607" y="1591825"/>
            <a:ext cx="6521214" cy="2631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DUDemo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u="sng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School.</a:t>
            </a:r>
            <a:r>
              <a:rPr lang="en-US" sz="1500" u="sng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500" u="sng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School.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u="sng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School.</a:t>
            </a:r>
            <a:r>
              <a:rPr lang="en-US" sz="1500" u="sng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Course</a:t>
            </a:r>
            <a:r>
              <a:rPr lang="en-US" sz="1500" u="sng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School.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Course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5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975821" y="1591825"/>
            <a:ext cx="579518" cy="26314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975821" y="1262641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</p:spTree>
    <p:extLst>
      <p:ext uri="{BB962C8B-B14F-4D97-AF65-F5344CB8AC3E}">
        <p14:creationId xmlns:p14="http://schemas.microsoft.com/office/powerpoint/2010/main" val="372138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uiExpand="1" animBg="1"/>
      <p:bldP spid="6" grpId="0" uiExpand="1" animBg="1"/>
      <p:bldP spid="7" grpId="0" uiExpand="1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use classes under a namespace without the fully qualified name, import the namespace with the using keyword at the top of C# class file.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Cont..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15232" y="1925200"/>
            <a:ext cx="5852293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//built-in namespace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School;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DUDemo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5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51446" y="1925200"/>
            <a:ext cx="579518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51446" y="1596016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820044" y="1925200"/>
            <a:ext cx="3852043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School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Course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7256258" y="1925200"/>
            <a:ext cx="579518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256258" y="1596016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679828" y="2109457"/>
            <a:ext cx="4861709" cy="262551"/>
          </a:xfrm>
          <a:prstGeom prst="straightConnector1">
            <a:avLst/>
          </a:prstGeom>
          <a:ln w="28575">
            <a:solidFill>
              <a:srgbClr val="B71B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0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animBg="1"/>
      <p:bldP spid="6" grpId="0" animBg="1"/>
      <p:bldP spid="7" grpId="0" animBg="1"/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BA295A-B1F2-6B5B-7804-64E2D5E3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3946E-7FAD-AF9A-9EDA-2CAC5A3F8DEF}"/>
              </a:ext>
            </a:extLst>
          </p:cNvPr>
          <p:cNvSpPr/>
          <p:nvPr/>
        </p:nvSpPr>
        <p:spPr>
          <a:xfrm>
            <a:off x="694966" y="1192628"/>
            <a:ext cx="1829030" cy="2169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94E27-7F00-4641-45ED-247C35E588FC}"/>
              </a:ext>
            </a:extLst>
          </p:cNvPr>
          <p:cNvSpPr/>
          <p:nvPr/>
        </p:nvSpPr>
        <p:spPr>
          <a:xfrm>
            <a:off x="131179" y="1192628"/>
            <a:ext cx="579518" cy="21698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C2A05F9-60A7-9421-EBF7-518AD791CCF8}"/>
              </a:ext>
            </a:extLst>
          </p:cNvPr>
          <p:cNvSpPr/>
          <p:nvPr/>
        </p:nvSpPr>
        <p:spPr>
          <a:xfrm>
            <a:off x="131178" y="863444"/>
            <a:ext cx="239281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Class Conflicts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F39C74-0B74-7AD3-51B4-57DBC40E614D}"/>
              </a:ext>
            </a:extLst>
          </p:cNvPr>
          <p:cNvSpPr/>
          <p:nvPr/>
        </p:nvSpPr>
        <p:spPr>
          <a:xfrm>
            <a:off x="4218633" y="1192628"/>
            <a:ext cx="6285256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ComputerDepartment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MechanicalDepartment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BD71F-80FD-CBCF-18DF-3815FD160D06}"/>
              </a:ext>
            </a:extLst>
          </p:cNvPr>
          <p:cNvSpPr/>
          <p:nvPr/>
        </p:nvSpPr>
        <p:spPr>
          <a:xfrm>
            <a:off x="3654847" y="1192628"/>
            <a:ext cx="579518" cy="37856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D550598B-EC19-A995-6E43-7A3D948B9DB6}"/>
              </a:ext>
            </a:extLst>
          </p:cNvPr>
          <p:cNvSpPr/>
          <p:nvPr/>
        </p:nvSpPr>
        <p:spPr>
          <a:xfrm>
            <a:off x="3654847" y="863444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646728-670C-5BE8-848C-DBB7B4610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717" y="2481870"/>
            <a:ext cx="947130" cy="9471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55DD2C-974F-5C00-88EF-38EDB8E2A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486" y="1792941"/>
            <a:ext cx="888488" cy="88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8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E55265-A3E0-D656-A02D-06F834980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Nested Namespace</a:t>
            </a:r>
          </a:p>
          <a:p>
            <a:pPr lvl="1"/>
            <a:r>
              <a:rPr lang="en-US" dirty="0"/>
              <a:t>A Nested Namespace is simply a </a:t>
            </a:r>
            <a:r>
              <a:rPr lang="en-US" b="1" dirty="0"/>
              <a:t>namespace inside another namespace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nested namespace and its members can also be accessed using the dot (.) operator.</a:t>
            </a:r>
          </a:p>
          <a:p>
            <a:pPr lvl="1"/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093659-A04C-C107-8F34-A42AD164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Namespace Cont..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FE515-C21C-9FA2-4B91-CCFF6A9F8BCA}"/>
              </a:ext>
            </a:extLst>
          </p:cNvPr>
          <p:cNvSpPr/>
          <p:nvPr/>
        </p:nvSpPr>
        <p:spPr>
          <a:xfrm>
            <a:off x="1621641" y="2354763"/>
            <a:ext cx="4102753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namespace_name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	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namespace_name1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		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code	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	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namespace_name2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		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code	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EB5588-80BF-1B7C-251A-0E98D7C7A94B}"/>
              </a:ext>
            </a:extLst>
          </p:cNvPr>
          <p:cNvSpPr/>
          <p:nvPr/>
        </p:nvSpPr>
        <p:spPr>
          <a:xfrm>
            <a:off x="1057855" y="2354763"/>
            <a:ext cx="579518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29E0127A-2F04-8C48-D16F-14DDAFCAA1FC}"/>
              </a:ext>
            </a:extLst>
          </p:cNvPr>
          <p:cNvSpPr/>
          <p:nvPr/>
        </p:nvSpPr>
        <p:spPr>
          <a:xfrm>
            <a:off x="1057855" y="2025579"/>
            <a:ext cx="3814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How to create Nested Namespace?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7E570A-8007-8602-0CAA-0A6BB908C896}"/>
              </a:ext>
            </a:extLst>
          </p:cNvPr>
          <p:cNvSpPr/>
          <p:nvPr/>
        </p:nvSpPr>
        <p:spPr>
          <a:xfrm>
            <a:off x="6571509" y="2354763"/>
            <a:ext cx="4102753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Company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	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HR_Department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		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code	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	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IT_Department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		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code	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DA9FCD-D61B-6E72-1317-1D68F963A6BE}"/>
              </a:ext>
            </a:extLst>
          </p:cNvPr>
          <p:cNvSpPr/>
          <p:nvPr/>
        </p:nvSpPr>
        <p:spPr>
          <a:xfrm>
            <a:off x="6007723" y="2354763"/>
            <a:ext cx="579518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B3688FA1-EEDC-132F-CD3F-73F23A02D4FF}"/>
              </a:ext>
            </a:extLst>
          </p:cNvPr>
          <p:cNvSpPr/>
          <p:nvPr/>
        </p:nvSpPr>
        <p:spPr>
          <a:xfrm>
            <a:off x="6007723" y="2025579"/>
            <a:ext cx="256706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Nested Namespace</a:t>
            </a:r>
          </a:p>
        </p:txBody>
      </p:sp>
    </p:spTree>
    <p:extLst>
      <p:ext uri="{BB962C8B-B14F-4D97-AF65-F5344CB8AC3E}">
        <p14:creationId xmlns:p14="http://schemas.microsoft.com/office/powerpoint/2010/main" val="344477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4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Console Class Methods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78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Console.WriteLine() and </a:t>
            </a:r>
            <a:r>
              <a:rPr lang="en-US" dirty="0" err="1"/>
              <a:t>Console.Write</a:t>
            </a:r>
            <a:r>
              <a:rPr lang="en-US" dirty="0"/>
              <a:t>() methods </a:t>
            </a:r>
            <a:r>
              <a:rPr lang="en-US" b="1" dirty="0"/>
              <a:t>print values or texts to the console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.WriteLine()</a:t>
            </a:r>
            <a:r>
              <a:rPr lang="en-US" dirty="0"/>
              <a:t> method </a:t>
            </a:r>
            <a:r>
              <a:rPr lang="en-US" b="1" dirty="0"/>
              <a:t>prints a new line after the text or a value</a:t>
            </a:r>
            <a:r>
              <a:rPr lang="en-US" dirty="0"/>
              <a:t>. </a:t>
            </a:r>
          </a:p>
          <a:p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  <a:r>
              <a:rPr lang="en-US" dirty="0"/>
              <a:t> method </a:t>
            </a:r>
            <a:r>
              <a:rPr lang="en-US" b="1" dirty="0"/>
              <a:t>only prints the text or value without a new line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Console.WriteLine() &amp; Console.Write()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28340" y="2554703"/>
            <a:ext cx="6905985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Write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"Welcome to"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Write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 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 University"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9E5B71"/>
                </a:solidFill>
                <a:latin typeface="Cascadia Mono" panose="020B0609020000020004" pitchFamily="49" charset="0"/>
              </a:rPr>
              <a:t>\n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-------------------"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"Welcome to 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"Darshan University"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64555" y="2554703"/>
            <a:ext cx="579518" cy="37856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64555" y="222551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048833" y="222551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833" y="2554703"/>
            <a:ext cx="4112983" cy="156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Console.ReadLine</a:t>
            </a:r>
            <a:r>
              <a:rPr lang="en-US" dirty="0"/>
              <a:t>()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lvl="1"/>
            <a:r>
              <a:rPr lang="en-US" dirty="0"/>
              <a:t>Reads the next line of characters from the standard input stream. </a:t>
            </a:r>
          </a:p>
          <a:p>
            <a:pPr lvl="1"/>
            <a:r>
              <a:rPr lang="en-US" dirty="0"/>
              <a:t>Simply you can say, it read all the characters from user input. (and finish when press enter).</a:t>
            </a:r>
          </a:p>
          <a:p>
            <a:pPr lvl="1"/>
            <a:r>
              <a:rPr lang="en-US" b="1" i="1" dirty="0"/>
              <a:t>It returns a STRING so data type should be STRING.</a:t>
            </a:r>
          </a:p>
          <a:p>
            <a:pPr lvl="1"/>
            <a:r>
              <a:rPr lang="en-US" dirty="0"/>
              <a:t>It means it reads all characters until the end of line.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533165" y="2992853"/>
            <a:ext cx="6905985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ReadLine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 Result is :"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+name);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969380" y="2992853"/>
            <a:ext cx="579518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969380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553658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3878"/>
          <a:stretch/>
        </p:blipFill>
        <p:spPr>
          <a:xfrm>
            <a:off x="8553658" y="3000178"/>
            <a:ext cx="3600242" cy="65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Console.Read</a:t>
            </a:r>
            <a:r>
              <a:rPr lang="en-US" dirty="0"/>
              <a:t>()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lvl="1"/>
            <a:r>
              <a:rPr lang="en-US" dirty="0"/>
              <a:t>Reads the next character from the standard input stream. </a:t>
            </a:r>
          </a:p>
          <a:p>
            <a:pPr lvl="1"/>
            <a:r>
              <a:rPr lang="en-US" dirty="0"/>
              <a:t>It only </a:t>
            </a:r>
            <a:r>
              <a:rPr lang="en-US" b="1" dirty="0"/>
              <a:t>accept single character from user input </a:t>
            </a:r>
            <a:r>
              <a:rPr lang="en-US" dirty="0"/>
              <a:t>and </a:t>
            </a:r>
            <a:r>
              <a:rPr lang="en-US" b="1" dirty="0"/>
              <a:t>return its ASCII Code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Data type should be </a:t>
            </a:r>
            <a:r>
              <a:rPr lang="en-US" b="1" dirty="0"/>
              <a:t>int</a:t>
            </a:r>
            <a:r>
              <a:rPr lang="en-US" dirty="0"/>
              <a:t>, because it returns an integer value as ASCII.</a:t>
            </a:r>
          </a:p>
          <a:p>
            <a:pPr lvl="1"/>
            <a:r>
              <a:rPr lang="en-US" dirty="0"/>
              <a:t>E.g. As we input "</a:t>
            </a:r>
            <a:r>
              <a:rPr lang="en-US" b="1" dirty="0"/>
              <a:t>6</a:t>
            </a:r>
            <a:r>
              <a:rPr lang="en-US" dirty="0"/>
              <a:t>" and it return its ASCII value "</a:t>
            </a:r>
            <a:r>
              <a:rPr lang="en-US" b="1" dirty="0"/>
              <a:t>54</a:t>
            </a:r>
            <a:r>
              <a:rPr lang="en-US" dirty="0"/>
              <a:t>".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533165" y="2992853"/>
            <a:ext cx="6905985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"Read Result is :"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+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969380" y="2992853"/>
            <a:ext cx="579518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969380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553658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658" y="2992853"/>
            <a:ext cx="3507163" cy="98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Console.ReadKey</a:t>
            </a:r>
            <a:r>
              <a:rPr lang="en-US" dirty="0"/>
              <a:t>()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.ReadKey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lvl="1"/>
            <a:r>
              <a:rPr lang="en-US" dirty="0"/>
              <a:t>It obtains the next character or function key pressed by the user. </a:t>
            </a:r>
          </a:p>
          <a:p>
            <a:pPr lvl="1"/>
            <a:r>
              <a:rPr lang="en-US" dirty="0"/>
              <a:t>In simple words, it </a:t>
            </a:r>
            <a:r>
              <a:rPr lang="en-US" b="1" dirty="0"/>
              <a:t>read that which key is pressed by user and return its name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It does not require to press enter key before entering.</a:t>
            </a:r>
          </a:p>
          <a:p>
            <a:pPr lvl="1"/>
            <a:r>
              <a:rPr lang="en-US" i="1" dirty="0"/>
              <a:t>It is </a:t>
            </a:r>
            <a:r>
              <a:rPr lang="en-US" b="1" i="1" dirty="0"/>
              <a:t>STRUCT Data type </a:t>
            </a:r>
            <a:r>
              <a:rPr lang="en-US" i="1" dirty="0"/>
              <a:t>which is </a:t>
            </a:r>
            <a:r>
              <a:rPr lang="en-US" b="1" i="1" dirty="0" err="1"/>
              <a:t>ConsoleKeyInfo</a:t>
            </a:r>
            <a:r>
              <a:rPr lang="en-US" i="1" dirty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533165" y="2992853"/>
            <a:ext cx="6905985" cy="33239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ConsoleKeyInfo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key =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.ReadKey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9E5B71"/>
                </a:solidFill>
                <a:latin typeface="Cascadia Mono" panose="020B0609020000020004" pitchFamily="49" charset="0"/>
              </a:rPr>
              <a:t>\n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 You pressed 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key.Key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969380" y="2992853"/>
            <a:ext cx="579518" cy="33239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969380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553658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309"/>
          <a:stretch/>
        </p:blipFill>
        <p:spPr>
          <a:xfrm>
            <a:off x="8553658" y="2992853"/>
            <a:ext cx="3289603" cy="272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7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Data Types &amp; Variables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280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accent6"/>
                </a:solidFill>
              </a:rPr>
              <a:t>Variables are containers for storing data values.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In C#, there are different types of variables (defined with different keywords), for example: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int</a:t>
            </a:r>
            <a:r>
              <a:rPr lang="en-US" sz="2200" dirty="0"/>
              <a:t> - stores integers (whole numbers), without decimals, such as 123 or -123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double</a:t>
            </a:r>
            <a:r>
              <a:rPr lang="en-US" sz="2200" dirty="0"/>
              <a:t> - stores floating point numbers, with decimals, such as 19.99 or -19.99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char</a:t>
            </a:r>
            <a:r>
              <a:rPr lang="en-US" sz="2200" dirty="0"/>
              <a:t> - stores single characters, such as 'a' or 'B'. Char values are surrounded by single quotes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string</a:t>
            </a:r>
            <a:r>
              <a:rPr lang="en-US" sz="2200" dirty="0"/>
              <a:t> - stores text, such as "Hello World". String values are surrounded by double quotes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bool</a:t>
            </a:r>
            <a:r>
              <a:rPr lang="en-US" sz="2200" dirty="0"/>
              <a:t> - stores values with two states: true or false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742950" lvl="2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742950" lvl="2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&amp; Variables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129532" y="3895467"/>
            <a:ext cx="628525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type </a:t>
            </a:r>
            <a:r>
              <a:rPr lang="en-US" sz="1600" dirty="0" err="1">
                <a:latin typeface="Cascadia Mono" panose="020B0609020000020004" pitchFamily="49" charset="0"/>
              </a:rPr>
              <a:t>variableName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latin typeface="Cascadia Mono" panose="020B0609020000020004" pitchFamily="49" charset="0"/>
              </a:rPr>
              <a:t>= value;</a:t>
            </a:r>
            <a:endParaRPr lang="en-GB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565746" y="3895467"/>
            <a:ext cx="579518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565746" y="3566283"/>
            <a:ext cx="2806104" cy="31991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Declaring (Creating) Variables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B10321-239F-2274-80BD-29ED0BF3B77C}"/>
              </a:ext>
            </a:extLst>
          </p:cNvPr>
          <p:cNvSpPr/>
          <p:nvPr/>
        </p:nvSpPr>
        <p:spPr>
          <a:xfrm>
            <a:off x="1100957" y="4666992"/>
            <a:ext cx="628525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Num = 15;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Number = 15.50;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values = </a:t>
            </a:r>
            <a:r>
              <a:rPr lang="en-US" sz="1600" dirty="0">
                <a:solidFill>
                  <a:schemeClr val="accent6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‘B’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 </a:t>
            </a:r>
            <a:r>
              <a:rPr lang="en-US" sz="1600" dirty="0">
                <a:latin typeface="Cascadia Mono" panose="020B0609020000020004" pitchFamily="49" charset="0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6"/>
                </a:solidFill>
                <a:latin typeface="Cascadia Mono" panose="020B0609020000020004" pitchFamily="49" charset="0"/>
              </a:rPr>
              <a:t>“Darshan University”</a:t>
            </a:r>
            <a:r>
              <a:rPr lang="en-US" sz="1600" dirty="0"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isClosed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chemeClr val="tx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false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C49720-6935-65AC-763E-705AD7B9E647}"/>
              </a:ext>
            </a:extLst>
          </p:cNvPr>
          <p:cNvSpPr/>
          <p:nvPr/>
        </p:nvSpPr>
        <p:spPr>
          <a:xfrm>
            <a:off x="565746" y="4666992"/>
            <a:ext cx="579518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D65A58E2-84B3-91B6-077D-B1B245308AD8}"/>
              </a:ext>
            </a:extLst>
          </p:cNvPr>
          <p:cNvSpPr/>
          <p:nvPr/>
        </p:nvSpPr>
        <p:spPr>
          <a:xfrm>
            <a:off x="565746" y="4337808"/>
            <a:ext cx="2821510" cy="329856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Example: Variables</a:t>
            </a:r>
          </a:p>
        </p:txBody>
      </p:sp>
    </p:spTree>
    <p:extLst>
      <p:ext uri="{BB962C8B-B14F-4D97-AF65-F5344CB8AC3E}">
        <p14:creationId xmlns:p14="http://schemas.microsoft.com/office/powerpoint/2010/main" val="178737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Data Types &amp; Variables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5" y="1192628"/>
            <a:ext cx="6792251" cy="54014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number = 10;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Darshan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 University"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percentage = 10.23;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gender = 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'M'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isVerified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(number);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(name);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(percentage);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(gender);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isVerified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54014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  <a:endParaRPr lang="en-IN" sz="15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Program.cs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694" y="1192629"/>
            <a:ext cx="4401861" cy="22929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560694" y="86344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35756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we declare and define variables in the c# programming language, we need to follow particular rules.</a:t>
            </a:r>
          </a:p>
          <a:p>
            <a:pPr lvl="1"/>
            <a:r>
              <a:rPr lang="en-US" i="1" dirty="0"/>
              <a:t>You can define a variable name with a combination of alphabets, numbers, and underscore.</a:t>
            </a:r>
          </a:p>
          <a:p>
            <a:pPr lvl="1"/>
            <a:r>
              <a:rPr lang="en-US" i="1" dirty="0"/>
              <a:t>A variable name must always start with either alphabet or underscore but not with numbers.</a:t>
            </a:r>
          </a:p>
          <a:p>
            <a:pPr lvl="1"/>
            <a:r>
              <a:rPr lang="en-US" i="1" dirty="0"/>
              <a:t>While defining the variable, no white space is allowed within the variable name.</a:t>
            </a:r>
          </a:p>
          <a:p>
            <a:pPr lvl="1"/>
            <a:r>
              <a:rPr lang="en-US" i="1" dirty="0"/>
              <a:t>Don't use any reserved keywords such as int, float, char, etc., for a variable name.</a:t>
            </a:r>
          </a:p>
          <a:p>
            <a:pPr lvl="1"/>
            <a:r>
              <a:rPr lang="en-US" i="1" dirty="0"/>
              <a:t>In c#, once the variable is declared with a particular data type, it cannot be re-declared with a new type, and we shouldn’t assign a value that is not compatible with the declared type.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to Declaring a Variable in C#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24575" y="3914563"/>
            <a:ext cx="3359646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abc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br>
              <a:rPr lang="en-US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float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a2b;</a:t>
            </a:r>
            <a:br>
              <a:rPr lang="en-US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_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abc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a,b,c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  <a:p>
            <a:r>
              <a:rPr lang="es-ES" sz="2000" dirty="0" err="1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float</a:t>
            </a:r>
            <a:r>
              <a:rPr lang="es-E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x, y, z = 10.5;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60789" y="3914563"/>
            <a:ext cx="579518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60789" y="358537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Valid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020859" y="3914563"/>
            <a:ext cx="186748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 b 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br>
              <a:rPr lang="en-US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float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2abc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br>
              <a:rPr lang="en-US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&amp;</a:t>
            </a:r>
            <a:r>
              <a:rPr lang="en-US" sz="20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abc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br>
              <a:rPr lang="en-US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double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6457073" y="3914563"/>
            <a:ext cx="579518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6457073" y="358537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Invalid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C8D342-BE42-C652-B372-751F37F52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725" y="4771013"/>
            <a:ext cx="981074" cy="10582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78ED42-6CD0-0B6D-C888-857E2B1897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1975" y="4081930"/>
            <a:ext cx="837130" cy="8371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F47EA9-0F27-76BB-36D7-404420DB43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442" y="4081930"/>
            <a:ext cx="837130" cy="83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9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Operators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762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Operators in C# are some </a:t>
            </a:r>
            <a:r>
              <a:rPr lang="en-US" sz="2800" b="1" dirty="0"/>
              <a:t>special symbols that perform some action on operands</a:t>
            </a:r>
            <a:r>
              <a:rPr lang="en-US" sz="2800" dirty="0"/>
              <a:t>.</a:t>
            </a:r>
          </a:p>
          <a:p>
            <a:r>
              <a:rPr lang="en-US" sz="2800" dirty="0"/>
              <a:t>In mathematics, the plus symbol (+) do the sum of the left and right numbers. In the same way, C# includes various operators for different types of operations.</a:t>
            </a:r>
          </a:p>
          <a:p>
            <a:r>
              <a:rPr lang="en-US" sz="2800" dirty="0"/>
              <a:t>The following example demonstrates the </a:t>
            </a:r>
            <a:r>
              <a:rPr lang="en-US" sz="2800" b="1" dirty="0"/>
              <a:t>+</a:t>
            </a:r>
            <a:r>
              <a:rPr lang="en-US" sz="2800" dirty="0"/>
              <a:t> operator in C#.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In the above example, + operator adds two number literals and assign the result to a variable.</a:t>
            </a:r>
          </a:p>
          <a:p>
            <a:r>
              <a:rPr lang="en-US" sz="2800" dirty="0"/>
              <a:t>It also adds the values of two </a:t>
            </a:r>
            <a:r>
              <a:rPr lang="en-US" sz="2800" dirty="0" err="1"/>
              <a:t>int</a:t>
            </a:r>
            <a:r>
              <a:rPr lang="en-US" sz="2800" dirty="0"/>
              <a:t> variables and assigns the result to a variable.</a:t>
            </a:r>
          </a:p>
          <a:p>
            <a:r>
              <a:rPr lang="en-US" sz="2800" dirty="0"/>
              <a:t>Some operators behave differently based on the type of the operands. </a:t>
            </a:r>
          </a:p>
          <a:p>
            <a:r>
              <a:rPr lang="en-US" sz="2800" dirty="0"/>
              <a:t>For example, + operator also concatenates two strings.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92449" y="3392932"/>
            <a:ext cx="628525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x = 5 + 5;</a:t>
            </a:r>
          </a:p>
          <a:p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y = 10 + x;</a:t>
            </a:r>
          </a:p>
          <a:p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z = x + y;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528663" y="3392932"/>
            <a:ext cx="579518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528663" y="3063748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62670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Arithmetic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Relational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Logical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Assignment Operators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Operators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153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Arithmetic Operators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03352"/>
              </p:ext>
            </p:extLst>
          </p:nvPr>
        </p:nvGraphicFramePr>
        <p:xfrm>
          <a:off x="131180" y="773454"/>
          <a:ext cx="1192964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0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6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Operator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Description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+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Adds two operands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A + B = 30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-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Subtracts second operand from the first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A - B = -10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*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Multiplies both operands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A * B = 200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/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Divides numerator by de-numerator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B / A = 2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%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Modulus Operator and remainder of after an integer division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B % A = 0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++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Increment operator increases integer value by one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A++ = 11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--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Decrement operator decreases integer value by one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A-- = 9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0585486" y="132764"/>
            <a:ext cx="1475335" cy="44567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=10, B=20</a:t>
            </a:r>
          </a:p>
        </p:txBody>
      </p:sp>
    </p:spTree>
    <p:extLst>
      <p:ext uri="{BB962C8B-B14F-4D97-AF65-F5344CB8AC3E}">
        <p14:creationId xmlns:p14="http://schemas.microsoft.com/office/powerpoint/2010/main" val="409886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Arithmetic </a:t>
            </a:r>
            <a:r>
              <a:rPr lang="en-US" sz="3200" dirty="0"/>
              <a:t>Operators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10698" y="1192628"/>
            <a:ext cx="6792251" cy="52860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s-E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s-ES" sz="12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s-E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x = 20, y = 10;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 + y);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"Addition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 - y);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"Subtraction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 * y);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"Multiplication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 / y);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"Division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 % y);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"Modulo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(x++);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"Increment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(x--);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"Decrement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52860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26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  <a:endParaRPr lang="en-IN" sz="1250" b="1" dirty="0">
              <a:solidFill>
                <a:schemeClr val="tx1">
                  <a:lumMod val="75000"/>
                  <a:lumOff val="2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560694" y="86344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694" y="1192628"/>
            <a:ext cx="4500427" cy="272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1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2"/>
            </a:pPr>
            <a:r>
              <a:rPr lang="en-US" sz="3600" dirty="0"/>
              <a:t>Relational Operators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903742"/>
              </p:ext>
            </p:extLst>
          </p:nvPr>
        </p:nvGraphicFramePr>
        <p:xfrm>
          <a:off x="131180" y="773454"/>
          <a:ext cx="11929641" cy="3920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7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9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Operator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Description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==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values of two operands are equal or not, if yes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== B) is not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!=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values of two operands are equal or not, if values are not equal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!= B) is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&gt;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 of left operand is greater than the value of right operand, if yes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&gt; B) is not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&lt;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 of left operand is less than the value of right operand, if yes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&lt; B) is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&gt;=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 of left operand is greater than or equal to the value of right operand, if yes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&gt;= B) is not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&lt;=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 of left operand is less than or equal to the value of right operand, if yes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&lt;= B) is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0585486" y="132764"/>
            <a:ext cx="1475335" cy="44567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=10, B=20</a:t>
            </a:r>
          </a:p>
        </p:txBody>
      </p:sp>
    </p:spTree>
    <p:extLst>
      <p:ext uri="{BB962C8B-B14F-4D97-AF65-F5344CB8AC3E}">
        <p14:creationId xmlns:p14="http://schemas.microsoft.com/office/powerpoint/2010/main" val="77810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Relational </a:t>
            </a:r>
            <a:r>
              <a:rPr lang="en-US" sz="3200" dirty="0"/>
              <a:t>Operators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10698" y="1077368"/>
            <a:ext cx="11345551" cy="5447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 = 21, b = 10;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(a == b)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equal to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not equal to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(a &lt; b)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less than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not less than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(a &gt; b)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greater than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not greater than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	/* Lets change value of a and b */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 = 5; b = 20;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(a &lt;= b)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either less than or equal to 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(b &gt;= a)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"b is either greater than or equal to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077368"/>
            <a:ext cx="579518" cy="54476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26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28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29</a:t>
            </a:r>
            <a:endParaRPr lang="en-IN" sz="1200" b="1" dirty="0">
              <a:solidFill>
                <a:schemeClr val="tx1">
                  <a:lumMod val="75000"/>
                  <a:lumOff val="2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4818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8045182" y="1192628"/>
            <a:ext cx="3933675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734" y="1077368"/>
            <a:ext cx="5615515" cy="1910284"/>
          </a:xfrm>
          <a:prstGeom prst="rect">
            <a:avLst/>
          </a:prstGeom>
        </p:spPr>
      </p:pic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6440734" y="74818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86437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en-US" sz="3600" dirty="0"/>
              <a:t>Logical Operators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861347"/>
              </p:ext>
            </p:extLst>
          </p:nvPr>
        </p:nvGraphicFramePr>
        <p:xfrm>
          <a:off x="131180" y="773454"/>
          <a:ext cx="1192964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7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9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Operator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Description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Example (x=5)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&amp;&amp;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Logical AND | Returns True if both statements are true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&lt; 5 &amp;&amp;  x &lt; 10 (False)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>
                          <a:effectLst/>
                        </a:rPr>
                        <a:t>||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Logical OR  |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True if one of the statements is true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&gt; 3 || x &lt; 4 (True)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!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Logical NOT |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Reverse the result, returns False if the result is true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!(x &gt; 3 &amp;&amp; x &lt; 10) (False)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10699" y="3011227"/>
            <a:ext cx="6912320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(a &amp;&amp; b);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(a || b);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.WriteLine(!(a &amp;&amp; b));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3011227"/>
            <a:ext cx="579518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2682043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707" y="3007709"/>
            <a:ext cx="3501517" cy="1573623"/>
          </a:xfrm>
          <a:prstGeom prst="rect">
            <a:avLst/>
          </a:prstGeom>
        </p:spPr>
      </p:pic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703707" y="2690874"/>
            <a:ext cx="1032887" cy="316835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15352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en-US" sz="3600" dirty="0"/>
              <a:t>Assignment Operators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75071"/>
              </p:ext>
            </p:extLst>
          </p:nvPr>
        </p:nvGraphicFramePr>
        <p:xfrm>
          <a:off x="131180" y="773454"/>
          <a:ext cx="11929641" cy="362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2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Operator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Description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=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Simple assignment operator, Assigns values from right side operands to left side operand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 = A + B assigns value of </a:t>
                      </a:r>
                    </a:p>
                    <a:p>
                      <a:pPr algn="ctr" fontAlgn="ctr"/>
                      <a:r>
                        <a:rPr lang="en-US" dirty="0">
                          <a:effectLst/>
                        </a:rPr>
                        <a:t>A + B into C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+=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Add AND assignment operator, It adds right operand to the left operand and assign the result to left operand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 += A is equivalent to </a:t>
                      </a:r>
                    </a:p>
                    <a:p>
                      <a:pPr algn="ctr" fontAlgn="ctr"/>
                      <a:r>
                        <a:rPr lang="en-US" dirty="0">
                          <a:effectLst/>
                        </a:rPr>
                        <a:t>C = C + A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>
                          <a:effectLst/>
                        </a:rPr>
                        <a:t>-=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Subtract AND assignment operator, It subtracts right operand from the left operand and assign the result to left operand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 -= A is equivalent to </a:t>
                      </a:r>
                    </a:p>
                    <a:p>
                      <a:pPr algn="ctr" fontAlgn="ctr"/>
                      <a:r>
                        <a:rPr lang="en-US" dirty="0">
                          <a:effectLst/>
                        </a:rPr>
                        <a:t>C = C - A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*=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Multiply AND assignment operator, It multiplies right operand with the left operand and assign the result to left operand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 *= A is equivalent to </a:t>
                      </a:r>
                    </a:p>
                    <a:p>
                      <a:pPr algn="ctr" fontAlgn="ctr"/>
                      <a:r>
                        <a:rPr lang="en-US" dirty="0">
                          <a:effectLst/>
                        </a:rPr>
                        <a:t>C = C * A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/=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Divide AND assignment operator, It divides left operand with the right operand and assign the result to left operand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 /= A is equivalent to </a:t>
                      </a:r>
                    </a:p>
                    <a:p>
                      <a:pPr algn="ctr" fontAlgn="ctr"/>
                      <a:r>
                        <a:rPr lang="en-US" dirty="0">
                          <a:effectLst/>
                        </a:rPr>
                        <a:t>C = C / A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20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sz="3200" dirty="0"/>
              <a:t>Assignment Operators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5" y="1213163"/>
            <a:ext cx="5652644" cy="4339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 = 20;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a;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"= | Value of c = {0}"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+= a;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"+= | Value of c = {0}"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-= a;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"-= | Value of c = {0}"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*= a;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"*= | Value of c = {0}"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/= a;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"/= | Value of c = {0}"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192628"/>
            <a:ext cx="518085" cy="43396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83979"/>
            <a:ext cx="116346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6418906" y="883979"/>
            <a:ext cx="116346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322" b="-1"/>
          <a:stretch/>
        </p:blipFill>
        <p:spPr>
          <a:xfrm>
            <a:off x="6418906" y="1213163"/>
            <a:ext cx="4644569" cy="220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13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Arrays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915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array is a collection of similar types of data.</a:t>
            </a:r>
          </a:p>
          <a:p>
            <a:r>
              <a:rPr lang="en-US" dirty="0"/>
              <a:t>It is a group of like-typed variables that are referred to by a common name.</a:t>
            </a:r>
          </a:p>
          <a:p>
            <a:r>
              <a:rPr lang="en-US" dirty="0"/>
              <a:t>Suppose we need to record the age of 5 students. Instead of creating 5 separate variables, we can simply create an array: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C#, here is how we can declare an array.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649" y="2627332"/>
            <a:ext cx="3100551" cy="15679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55962" y="5118315"/>
            <a:ext cx="628525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301B9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Datatype</a:t>
            </a:r>
            <a:r>
              <a:rPr lang="en-GB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[] </a:t>
            </a:r>
            <a:r>
              <a:rPr lang="en-GB" sz="16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arrayName</a:t>
            </a:r>
            <a:r>
              <a:rPr lang="en-GB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92176" y="5118315"/>
            <a:ext cx="579518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92176" y="4789131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Array Declaration</a:t>
            </a:r>
          </a:p>
        </p:txBody>
      </p:sp>
    </p:spTree>
    <p:extLst>
      <p:ext uri="{BB962C8B-B14F-4D97-AF65-F5344CB8AC3E}">
        <p14:creationId xmlns:p14="http://schemas.microsoft.com/office/powerpoint/2010/main" val="241505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064" y="896850"/>
            <a:ext cx="4667901" cy="12574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Array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64" y="2896737"/>
            <a:ext cx="4020111" cy="25149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743" y="896850"/>
            <a:ext cx="6459453" cy="24741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138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39" y="844925"/>
            <a:ext cx="8478433" cy="167663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C# Array using Loops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39" y="3072148"/>
            <a:ext cx="4877481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6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632" y="1211922"/>
            <a:ext cx="7230484" cy="2019582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- Arrays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78992" y="826955"/>
            <a:ext cx="571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5265E"/>
                </a:solidFill>
                <a:latin typeface="euclid_circular_a"/>
              </a:rPr>
              <a:t>Find Minimum and Maximum Element (</a:t>
            </a:r>
            <a:r>
              <a:rPr lang="en-US" i="1" dirty="0">
                <a:solidFill>
                  <a:srgbClr val="25265E"/>
                </a:solidFill>
                <a:latin typeface="euclid_circular_a"/>
              </a:rPr>
              <a:t>using System.Linq</a:t>
            </a:r>
            <a:r>
              <a:rPr lang="en-US" b="1" dirty="0">
                <a:solidFill>
                  <a:srgbClr val="25265E"/>
                </a:solidFill>
                <a:latin typeface="euclid_circular_a"/>
              </a:rPr>
              <a:t>)</a:t>
            </a:r>
            <a:endParaRPr lang="en-US" b="1" i="0" dirty="0">
              <a:solidFill>
                <a:srgbClr val="25265E"/>
              </a:solidFill>
              <a:effectLst/>
              <a:latin typeface="euclid_circular_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0068" y="3369853"/>
            <a:ext cx="479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5265E"/>
                </a:solidFill>
                <a:latin typeface="euclid_circular_a"/>
              </a:rPr>
              <a:t>Find the Average of an Array (</a:t>
            </a:r>
            <a:r>
              <a:rPr lang="en-US" i="1" dirty="0">
                <a:solidFill>
                  <a:srgbClr val="25265E"/>
                </a:solidFill>
                <a:latin typeface="euclid_circular_a"/>
              </a:rPr>
              <a:t>using System.Linq</a:t>
            </a:r>
            <a:r>
              <a:rPr lang="en-US" b="1" dirty="0">
                <a:solidFill>
                  <a:srgbClr val="25265E"/>
                </a:solidFill>
                <a:latin typeface="euclid_circular_a"/>
              </a:rPr>
              <a:t>)</a:t>
            </a:r>
            <a:endParaRPr lang="en-US" b="1" i="0" dirty="0">
              <a:solidFill>
                <a:srgbClr val="25265E"/>
              </a:solidFill>
              <a:effectLst/>
              <a:latin typeface="euclid_circular_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32" y="3713719"/>
            <a:ext cx="6031844" cy="275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9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Class &amp; Objects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2391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8432247" cy="5590565"/>
          </a:xfrm>
        </p:spPr>
        <p:txBody>
          <a:bodyPr/>
          <a:lstStyle/>
          <a:p>
            <a:r>
              <a:rPr lang="en-US" b="1" dirty="0"/>
              <a:t>Class can be defined in multiple ways</a:t>
            </a:r>
          </a:p>
          <a:p>
            <a:pPr lvl="1"/>
            <a:r>
              <a:rPr lang="en-US" dirty="0"/>
              <a:t>A class is the building block.</a:t>
            </a:r>
          </a:p>
          <a:p>
            <a:pPr lvl="1"/>
            <a:r>
              <a:rPr lang="en-US" dirty="0"/>
              <a:t>A class is a blueprint for an object.</a:t>
            </a:r>
          </a:p>
          <a:p>
            <a:pPr lvl="1"/>
            <a:r>
              <a:rPr lang="en-US" dirty="0"/>
              <a:t>A class is a user-defined data type.</a:t>
            </a:r>
          </a:p>
          <a:p>
            <a:pPr lvl="1"/>
            <a:r>
              <a:rPr lang="en-US" dirty="0"/>
              <a:t>A class is a collection of objects of the similar kind. </a:t>
            </a:r>
          </a:p>
          <a:p>
            <a:pPr lvl="1"/>
            <a:r>
              <a:rPr lang="en-US" dirty="0"/>
              <a:t>A class is a user-defined data type which combines data and methods.</a:t>
            </a:r>
          </a:p>
          <a:p>
            <a:pPr lvl="1"/>
            <a:r>
              <a:rPr lang="en-US" dirty="0"/>
              <a:t>A class describes both the </a:t>
            </a:r>
            <a:r>
              <a:rPr lang="en-US" dirty="0">
                <a:solidFill>
                  <a:srgbClr val="002060"/>
                </a:solidFill>
              </a:rPr>
              <a:t>data</a:t>
            </a:r>
            <a:r>
              <a:rPr lang="en-US" dirty="0"/>
              <a:t> and </a:t>
            </a:r>
            <a:r>
              <a:rPr lang="en-US" dirty="0">
                <a:solidFill>
                  <a:srgbClr val="002060"/>
                </a:solidFill>
              </a:rPr>
              <a:t>behaviors</a:t>
            </a:r>
            <a:r>
              <a:rPr lang="en-US" dirty="0"/>
              <a:t> of objects.</a:t>
            </a:r>
          </a:p>
          <a:p>
            <a:r>
              <a:rPr lang="en-US" dirty="0"/>
              <a:t>Class contains </a:t>
            </a:r>
            <a:r>
              <a:rPr lang="en-US" b="1" dirty="0"/>
              <a:t>data members </a:t>
            </a:r>
            <a:r>
              <a:rPr lang="en-US" dirty="0"/>
              <a:t>(also known as field or property or data) and </a:t>
            </a:r>
            <a:r>
              <a:rPr lang="en-US" b="1" dirty="0"/>
              <a:t>member functions </a:t>
            </a:r>
            <a:r>
              <a:rPr lang="en-US" dirty="0"/>
              <a:t>(also known as method or action or behavior)</a:t>
            </a:r>
          </a:p>
          <a:p>
            <a:r>
              <a:rPr lang="en-US" dirty="0"/>
              <a:t>Classes are similar to </a:t>
            </a:r>
            <a:r>
              <a:rPr lang="en-US" dirty="0">
                <a:solidFill>
                  <a:srgbClr val="002060"/>
                </a:solidFill>
              </a:rPr>
              <a:t>structures</a:t>
            </a:r>
            <a:r>
              <a:rPr lang="en-US" dirty="0"/>
              <a:t> in C.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 descr="PHP Classes and Objects | Free Tutorials Pl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628" y="711201"/>
            <a:ext cx="4879745" cy="1779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46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Class Contain?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944" y="1000479"/>
            <a:ext cx="4882113" cy="3882806"/>
          </a:xfrm>
          <a:prstGeom prst="rect">
            <a:avLst/>
          </a:prstGeom>
        </p:spPr>
      </p:pic>
      <p:pic>
        <p:nvPicPr>
          <p:cNvPr id="6" name="Picture 2" descr="Classes and Objects in C++ with Examples - HellGeek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54" y="992647"/>
            <a:ext cx="4550857" cy="3404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ogicmo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551" y="1383096"/>
            <a:ext cx="6680504" cy="381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55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defined a class “users” using class keyword with </a:t>
            </a:r>
            <a:r>
              <a:rPr lang="en-US" b="1" dirty="0"/>
              <a:t>public</a:t>
            </a:r>
            <a:r>
              <a:rPr lang="en-US" dirty="0"/>
              <a:t> access modifier. </a:t>
            </a:r>
          </a:p>
          <a:p>
            <a:r>
              <a:rPr lang="en-US" dirty="0"/>
              <a:t>Here, the public access specifier will allow the users to create objects for this class, and inside of the body class, we can create </a:t>
            </a:r>
            <a:r>
              <a:rPr lang="en-US" b="1" dirty="0"/>
              <a:t>required fields, properties, methods, and events </a:t>
            </a:r>
            <a:r>
              <a:rPr lang="en-US" dirty="0"/>
              <a:t>for specific usage.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a Class in C#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5" y="1095605"/>
            <a:ext cx="5652644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</a:t>
            </a:r>
            <a:r>
              <a:rPr lang="en-US" sz="1600" dirty="0">
                <a:latin typeface="Cascadia Mono" panose="020B0609020000020004" pitchFamily="49" charset="0"/>
              </a:rPr>
              <a:t>or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internal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Properties, Methods, Events, etc.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75070"/>
            <a:ext cx="518085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66421"/>
            <a:ext cx="1735720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Class Declaration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446" y="3513550"/>
            <a:ext cx="3794926" cy="301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5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&amp; Object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4" y="1116428"/>
            <a:ext cx="11399861" cy="5447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id = 0;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2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.Empty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GetUserDetails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"Enter your user id:"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id =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Convert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.</a:t>
            </a:r>
            <a:r>
              <a:rPr lang="en-US" sz="125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ToInt32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5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"Enter your name:"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name = </a:t>
            </a:r>
            <a:r>
              <a:rPr lang="en-US" sz="125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"Id: {0}, Name: {1}"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, id, name);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user =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user.GetUserDetails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54784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26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228" y="1106185"/>
            <a:ext cx="4813897" cy="2498881"/>
          </a:xfrm>
          <a:prstGeom prst="rect">
            <a:avLst/>
          </a:prstGeom>
        </p:spPr>
      </p:pic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235228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32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&amp; Object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0" y="811192"/>
            <a:ext cx="3748489" cy="5726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889" y="811192"/>
            <a:ext cx="7042734" cy="1822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889" y="3239588"/>
            <a:ext cx="7042734" cy="1283489"/>
          </a:xfrm>
          <a:prstGeom prst="rect">
            <a:avLst/>
          </a:prstGeom>
        </p:spPr>
      </p:pic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308889" y="2930939"/>
            <a:ext cx="916254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0662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F0E809-05E3-4259-51D1-1C7CE33EF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042514" cy="5590565"/>
          </a:xfrm>
        </p:spPr>
        <p:txBody>
          <a:bodyPr/>
          <a:lstStyle/>
          <a:p>
            <a:r>
              <a:rPr lang="en-US" dirty="0"/>
              <a:t>Objects are </a:t>
            </a:r>
            <a:r>
              <a:rPr lang="en-US" b="1" dirty="0"/>
              <a:t>real-world entities </a:t>
            </a:r>
            <a:r>
              <a:rPr lang="en-US" dirty="0"/>
              <a:t>and also called as instance of a class. </a:t>
            </a:r>
          </a:p>
          <a:p>
            <a:r>
              <a:rPr lang="en-US" dirty="0"/>
              <a:t>An entity that has state and behavior is known as an object. </a:t>
            </a:r>
          </a:p>
          <a:p>
            <a:pPr fontAlgn="ctr"/>
            <a:r>
              <a:rPr lang="en-US" dirty="0"/>
              <a:t>Means, </a:t>
            </a:r>
            <a:r>
              <a:rPr lang="en-US" b="1" dirty="0"/>
              <a:t>they are created based on the class definition</a:t>
            </a:r>
            <a:r>
              <a:rPr lang="en-US" dirty="0"/>
              <a:t>. </a:t>
            </a:r>
          </a:p>
          <a:p>
            <a:pPr fontAlgn="ctr"/>
            <a:r>
              <a:rPr lang="en-US" dirty="0"/>
              <a:t>You can have </a:t>
            </a:r>
            <a:r>
              <a:rPr lang="en-US" b="1" dirty="0"/>
              <a:t>multiple objects of the same class</a:t>
            </a:r>
            <a:r>
              <a:rPr lang="en-US" dirty="0"/>
              <a:t>, </a:t>
            </a:r>
            <a:r>
              <a:rPr lang="en-US" dirty="0">
                <a:solidFill>
                  <a:schemeClr val="accent6"/>
                </a:solidFill>
              </a:rPr>
              <a:t>each with its own unique data</a:t>
            </a:r>
            <a:r>
              <a:rPr lang="en-US" dirty="0"/>
              <a:t>. </a:t>
            </a:r>
          </a:p>
          <a:p>
            <a:r>
              <a:rPr lang="en-US" dirty="0"/>
              <a:t>Each and every object posses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State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Behavior</a:t>
            </a:r>
          </a:p>
          <a:p>
            <a:pPr marL="914400" lvl="1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C0140D-8338-6798-ABDF-2D923B74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367D2-3A24-B9CD-9938-83044C5BB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425" y="5056620"/>
            <a:ext cx="2753826" cy="1317283"/>
          </a:xfrm>
          <a:prstGeom prst="rect">
            <a:avLst/>
          </a:prstGeom>
        </p:spPr>
      </p:pic>
      <p:pic>
        <p:nvPicPr>
          <p:cNvPr id="5" name="Picture 4" descr="Youth Identity Workshop - Children and Youth">
            <a:extLst>
              <a:ext uri="{FF2B5EF4-FFF2-40B4-BE49-F238E27FC236}">
                <a16:creationId xmlns:a16="http://schemas.microsoft.com/office/drawing/2014/main" id="{16A94434-1242-E37B-97BC-6C9A1D10AD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3" t="992" r="32520" b="18712"/>
          <a:stretch/>
        </p:blipFill>
        <p:spPr bwMode="auto">
          <a:xfrm>
            <a:off x="8561443" y="1049205"/>
            <a:ext cx="1543050" cy="133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809199D-9DCD-78D9-7042-5EE49F342657}"/>
              </a:ext>
            </a:extLst>
          </p:cNvPr>
          <p:cNvSpPr/>
          <p:nvPr/>
        </p:nvSpPr>
        <p:spPr>
          <a:xfrm>
            <a:off x="8370042" y="2601538"/>
            <a:ext cx="1925852" cy="1882029"/>
          </a:xfrm>
          <a:prstGeom prst="ellips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18900000" scaled="1"/>
            <a:tileRect/>
          </a:gra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OBJECT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7" name="Picture 10" descr="Free Picture Of A Key, Download Free Picture Of A Key png images, Free  ClipArts on Clipart Library">
            <a:extLst>
              <a:ext uri="{FF2B5EF4-FFF2-40B4-BE49-F238E27FC236}">
                <a16:creationId xmlns:a16="http://schemas.microsoft.com/office/drawing/2014/main" id="{5EB48426-D2BA-78C5-CED8-D1246BA1C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963" y="4580914"/>
            <a:ext cx="2168009" cy="111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Behavioral Images, Stock Photos &amp;amp; Vectors | Shutterstock">
            <a:extLst>
              <a:ext uri="{FF2B5EF4-FFF2-40B4-BE49-F238E27FC236}">
                <a16:creationId xmlns:a16="http://schemas.microsoft.com/office/drawing/2014/main" id="{2FC652B5-B4EE-4398-4A77-8198DE6B16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5" t="11792" r="8805" b="21002"/>
          <a:stretch/>
        </p:blipFill>
        <p:spPr bwMode="auto">
          <a:xfrm>
            <a:off x="6262218" y="2932952"/>
            <a:ext cx="20193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B8FAFA-8A83-2899-147A-E01FAD03CB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894" y="3071905"/>
            <a:ext cx="1836831" cy="85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5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chair, car, pen, mobile, laptop etc.</a:t>
            </a:r>
          </a:p>
          <a:p>
            <a:r>
              <a:rPr lang="en-US" dirty="0"/>
              <a:t>Each object can have different values of properties and field but, </a:t>
            </a:r>
            <a:r>
              <a:rPr lang="en-US" b="1" i="1" dirty="0"/>
              <a:t>methods and events behaves the same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Cont..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954064" y="2453568"/>
            <a:ext cx="4370410" cy="3385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student1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35978" y="2433035"/>
            <a:ext cx="51808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35979" y="2124386"/>
            <a:ext cx="1735720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Object Creation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954063" y="3192583"/>
            <a:ext cx="437041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student1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student1.FirstName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Naimish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student1.LastName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"Patel"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student1.GetFullName();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35977" y="3172048"/>
            <a:ext cx="518085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35978" y="2863399"/>
            <a:ext cx="246914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Access Members of a Class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118784" y="2440507"/>
            <a:ext cx="5942036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student1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student1.FirstName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"Raj"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student1.LastName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"Mehta"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student2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student2.FirstName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Abhay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student2.LastName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Doshi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5600698" y="2419972"/>
            <a:ext cx="518085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5600699" y="2111323"/>
            <a:ext cx="2114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Create Multiple Objects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66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7761C3-1B68-151E-073E-A916D9D5A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AE0E9C-9729-8599-923B-11294810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Cont..</a:t>
            </a:r>
            <a:endParaRPr lang="en-IN" dirty="0"/>
          </a:p>
        </p:txBody>
      </p:sp>
      <p:pic>
        <p:nvPicPr>
          <p:cNvPr id="4" name="Picture 2" descr="PHP Classes and Objects | Free Tutorials Plus">
            <a:extLst>
              <a:ext uri="{FF2B5EF4-FFF2-40B4-BE49-F238E27FC236}">
                <a16:creationId xmlns:a16="http://schemas.microsoft.com/office/drawing/2014/main" id="{680C6988-787C-5583-7A5A-01629345D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980" y="1649257"/>
            <a:ext cx="6838040" cy="249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23C7BD5-77EB-61C7-FC9E-7075F8B0D72B}"/>
              </a:ext>
            </a:extLst>
          </p:cNvPr>
          <p:cNvSpPr/>
          <p:nvPr/>
        </p:nvSpPr>
        <p:spPr>
          <a:xfrm>
            <a:off x="2094837" y="4315897"/>
            <a:ext cx="3058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/>
              <a:t>Class</a:t>
            </a:r>
            <a:r>
              <a:rPr lang="en-IN" dirty="0"/>
              <a:t> is a blueprint of an object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4055C7-68EB-0223-B34A-5AA91A302A40}"/>
              </a:ext>
            </a:extLst>
          </p:cNvPr>
          <p:cNvSpPr/>
          <p:nvPr/>
        </p:nvSpPr>
        <p:spPr>
          <a:xfrm>
            <a:off x="2330478" y="4673084"/>
            <a:ext cx="2587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/>
              <a:t>Class</a:t>
            </a:r>
            <a:r>
              <a:rPr lang="en-IN" dirty="0"/>
              <a:t> describes the object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4DE53A-2025-E5D4-F640-13AD9B6C4B16}"/>
              </a:ext>
            </a:extLst>
          </p:cNvPr>
          <p:cNvSpPr/>
          <p:nvPr/>
        </p:nvSpPr>
        <p:spPr>
          <a:xfrm>
            <a:off x="6319623" y="4315897"/>
            <a:ext cx="2611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/>
              <a:t>Object is </a:t>
            </a:r>
            <a:r>
              <a:rPr lang="en-IN" dirty="0"/>
              <a:t>instance of class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6BA9F-9967-8E46-FD51-FDD28A216E1C}"/>
              </a:ext>
            </a:extLst>
          </p:cNvPr>
          <p:cNvSpPr/>
          <p:nvPr/>
        </p:nvSpPr>
        <p:spPr>
          <a:xfrm>
            <a:off x="2770502" y="1068388"/>
            <a:ext cx="17075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Class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88B6BE-3028-4D55-DDB5-F553FB6BE3B8}"/>
              </a:ext>
            </a:extLst>
          </p:cNvPr>
          <p:cNvSpPr/>
          <p:nvPr/>
        </p:nvSpPr>
        <p:spPr>
          <a:xfrm>
            <a:off x="5590097" y="1237665"/>
            <a:ext cx="14590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66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Object1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ACE6AC-1BEF-97B1-9180-0E0313B2DF9C}"/>
              </a:ext>
            </a:extLst>
          </p:cNvPr>
          <p:cNvSpPr/>
          <p:nvPr/>
        </p:nvSpPr>
        <p:spPr>
          <a:xfrm>
            <a:off x="7625429" y="1231305"/>
            <a:ext cx="14590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Object2</a:t>
            </a:r>
          </a:p>
        </p:txBody>
      </p:sp>
    </p:spTree>
    <p:extLst>
      <p:ext uri="{BB962C8B-B14F-4D97-AF65-F5344CB8AC3E}">
        <p14:creationId xmlns:p14="http://schemas.microsoft.com/office/powerpoint/2010/main" val="99117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Objects Cont..</a:t>
            </a: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454599" y="2832669"/>
            <a:ext cx="2743200" cy="1671093"/>
            <a:chOff x="413656" y="870856"/>
            <a:chExt cx="2743200" cy="1671093"/>
          </a:xfrm>
        </p:grpSpPr>
        <p:sp>
          <p:nvSpPr>
            <p:cNvPr id="5" name="Rectangle 4"/>
            <p:cNvSpPr/>
            <p:nvPr/>
          </p:nvSpPr>
          <p:spPr>
            <a:xfrm>
              <a:off x="413656" y="1248228"/>
              <a:ext cx="2743200" cy="129372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Name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Gender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Profession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13656" y="870856"/>
              <a:ext cx="2743200" cy="3592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Person</a:t>
              </a:r>
              <a:endParaRPr lang="en-US" sz="3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4258100" y="2832669"/>
            <a:ext cx="1241947" cy="5868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Person: P1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58101" y="3916908"/>
            <a:ext cx="1241947" cy="5868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Person: P2</a:t>
            </a: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63810" y="1208586"/>
          <a:ext cx="2294340" cy="18796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294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Person</a:t>
                      </a:r>
                      <a:r>
                        <a:rPr lang="en-US" dirty="0"/>
                        <a:t>: P1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Name: </a:t>
                      </a:r>
                      <a:r>
                        <a:rPr lang="en-US" dirty="0" err="1"/>
                        <a:t>Narendra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Modi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Gender: Male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Age: 71 Years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Profession: Politician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38788" y="4035947"/>
          <a:ext cx="2619611" cy="18796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619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Person</a:t>
                      </a:r>
                      <a:r>
                        <a:rPr lang="en-US" dirty="0"/>
                        <a:t>: P2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Name: Amitabh </a:t>
                      </a:r>
                      <a:r>
                        <a:rPr lang="en-US" dirty="0" err="1"/>
                        <a:t>Bachchan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Gender: Male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Age: 79 Years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Profession: Actor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stCxn id="5" idx="3"/>
            <a:endCxn id="7" idx="1"/>
          </p:cNvCxnSpPr>
          <p:nvPr/>
        </p:nvCxnSpPr>
        <p:spPr>
          <a:xfrm flipV="1">
            <a:off x="3197799" y="3126096"/>
            <a:ext cx="1060301" cy="730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3"/>
            <a:endCxn id="8" idx="1"/>
          </p:cNvCxnSpPr>
          <p:nvPr/>
        </p:nvCxnSpPr>
        <p:spPr>
          <a:xfrm>
            <a:off x="3197799" y="3856902"/>
            <a:ext cx="1060302" cy="353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3"/>
            <a:endCxn id="9" idx="1"/>
          </p:cNvCxnSpPr>
          <p:nvPr/>
        </p:nvCxnSpPr>
        <p:spPr>
          <a:xfrm flipV="1">
            <a:off x="5500047" y="2148386"/>
            <a:ext cx="1963763" cy="977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10" idx="1"/>
          </p:cNvCxnSpPr>
          <p:nvPr/>
        </p:nvCxnSpPr>
        <p:spPr>
          <a:xfrm>
            <a:off x="5500048" y="4210335"/>
            <a:ext cx="1938740" cy="765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98036" y="2352861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Class</a:t>
            </a:r>
            <a:endParaRPr lang="en-IN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074066" y="711201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Object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74066" y="3571953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Object 2</a:t>
            </a:r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75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1" grpId="0"/>
      <p:bldP spid="22" grpId="0"/>
      <p:bldP spid="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Objects Cont..</a:t>
            </a: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454599" y="2832670"/>
            <a:ext cx="2743200" cy="1377666"/>
            <a:chOff x="413656" y="870856"/>
            <a:chExt cx="2743200" cy="1671093"/>
          </a:xfrm>
        </p:grpSpPr>
        <p:sp>
          <p:nvSpPr>
            <p:cNvPr id="5" name="Rectangle 4"/>
            <p:cNvSpPr/>
            <p:nvPr/>
          </p:nvSpPr>
          <p:spPr>
            <a:xfrm>
              <a:off x="413656" y="1248228"/>
              <a:ext cx="2743200" cy="129372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chemeClr val="tx1"/>
                  </a:solidFill>
                </a:rPr>
                <a:t>Account_No</a:t>
              </a:r>
              <a:endParaRPr lang="en-US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balance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13656" y="870856"/>
              <a:ext cx="2743200" cy="3592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solidFill>
                    <a:schemeClr val="tx1"/>
                  </a:solidFill>
                </a:rPr>
                <a:t>BankAccount</a:t>
              </a:r>
              <a:endParaRPr lang="en-US" sz="3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4279278" y="2254445"/>
            <a:ext cx="2183041" cy="5868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BankAccount</a:t>
            </a:r>
            <a:r>
              <a:rPr lang="en-US" b="1" dirty="0">
                <a:solidFill>
                  <a:schemeClr val="tx1"/>
                </a:solidFill>
              </a:rPr>
              <a:t>: B1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9278" y="3276496"/>
            <a:ext cx="2183040" cy="5868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BankAccount</a:t>
            </a:r>
            <a:r>
              <a:rPr lang="en-US" b="1" dirty="0">
                <a:solidFill>
                  <a:schemeClr val="tx1"/>
                </a:solidFill>
              </a:rPr>
              <a:t>: B2</a:t>
            </a: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0435" y="1208586"/>
          <a:ext cx="2971108" cy="11379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971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BankAccount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: B1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Account_No</a:t>
                      </a:r>
                      <a:r>
                        <a:rPr lang="en-US" dirty="0"/>
                        <a:t>: 1001123001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balance</a:t>
                      </a:r>
                      <a:r>
                        <a:rPr lang="en-US" dirty="0"/>
                        <a:t>: 1,00,000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08266" y="3188164"/>
          <a:ext cx="2915447" cy="11328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91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BankAccount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: B2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Account_No</a:t>
                      </a:r>
                      <a:r>
                        <a:rPr lang="en-US" dirty="0"/>
                        <a:t>: 1001123002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71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balance</a:t>
                      </a:r>
                      <a:r>
                        <a:rPr lang="en-US" dirty="0"/>
                        <a:t>: 5,60,0000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stCxn id="5" idx="3"/>
            <a:endCxn id="7" idx="1"/>
          </p:cNvCxnSpPr>
          <p:nvPr/>
        </p:nvCxnSpPr>
        <p:spPr>
          <a:xfrm flipV="1">
            <a:off x="3197799" y="2547872"/>
            <a:ext cx="1081479" cy="112918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3"/>
            <a:endCxn id="8" idx="1"/>
          </p:cNvCxnSpPr>
          <p:nvPr/>
        </p:nvCxnSpPr>
        <p:spPr>
          <a:xfrm flipV="1">
            <a:off x="3197799" y="3569923"/>
            <a:ext cx="1081479" cy="10713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3"/>
            <a:endCxn id="9" idx="1"/>
          </p:cNvCxnSpPr>
          <p:nvPr/>
        </p:nvCxnSpPr>
        <p:spPr>
          <a:xfrm flipV="1">
            <a:off x="6462319" y="1777546"/>
            <a:ext cx="1118116" cy="77032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10" idx="1"/>
          </p:cNvCxnSpPr>
          <p:nvPr/>
        </p:nvCxnSpPr>
        <p:spPr>
          <a:xfrm>
            <a:off x="6462318" y="3569923"/>
            <a:ext cx="1145948" cy="18466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98036" y="2352861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Class</a:t>
            </a:r>
            <a:endParaRPr lang="en-IN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313163" y="784738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Object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13163" y="2704934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Object 2</a:t>
            </a:r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279278" y="4298547"/>
            <a:ext cx="2183040" cy="5868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BankAccount</a:t>
            </a:r>
            <a:r>
              <a:rPr lang="en-US" b="1" dirty="0">
                <a:solidFill>
                  <a:schemeClr val="tx1"/>
                </a:solidFill>
              </a:rPr>
              <a:t>: B3</a:t>
            </a: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608266" y="5162662"/>
          <a:ext cx="2915447" cy="11379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91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BankAccount</a:t>
                      </a:r>
                      <a:r>
                        <a:rPr lang="en-US" sz="2000" dirty="0"/>
                        <a:t>: B3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Account_No</a:t>
                      </a:r>
                      <a:r>
                        <a:rPr lang="en-US" dirty="0"/>
                        <a:t>: 1001123003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balance: 10,000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>
            <a:stCxn id="5" idx="3"/>
            <a:endCxn id="28" idx="1"/>
          </p:cNvCxnSpPr>
          <p:nvPr/>
        </p:nvCxnSpPr>
        <p:spPr>
          <a:xfrm>
            <a:off x="3197799" y="3677058"/>
            <a:ext cx="1081479" cy="91491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3"/>
            <a:endCxn id="29" idx="1"/>
          </p:cNvCxnSpPr>
          <p:nvPr/>
        </p:nvCxnSpPr>
        <p:spPr>
          <a:xfrm>
            <a:off x="6462318" y="4591974"/>
            <a:ext cx="1145948" cy="113964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3163" y="4698668"/>
            <a:ext cx="1207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Object 3</a:t>
            </a:r>
            <a:endParaRPr lang="en-IN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09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1" grpId="0"/>
      <p:bldP spid="22" grpId="0"/>
      <p:bldP spid="23" grpId="0"/>
      <p:bldP spid="28" grpId="0" animBg="1"/>
      <p:bldP spid="3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Objects Cont..</a:t>
            </a: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145317" y="2330432"/>
            <a:ext cx="2743200" cy="1759304"/>
            <a:chOff x="413656" y="870856"/>
            <a:chExt cx="2743200" cy="1671093"/>
          </a:xfrm>
        </p:grpSpPr>
        <p:sp>
          <p:nvSpPr>
            <p:cNvPr id="5" name="Rectangle 4"/>
            <p:cNvSpPr/>
            <p:nvPr/>
          </p:nvSpPr>
          <p:spPr>
            <a:xfrm>
              <a:off x="413656" y="1248228"/>
              <a:ext cx="2743200" cy="129372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Name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Height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Width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Depth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13656" y="870856"/>
              <a:ext cx="2743200" cy="3592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Cube</a:t>
              </a:r>
              <a:endParaRPr lang="en-US" sz="3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3701054" y="1868767"/>
            <a:ext cx="2183041" cy="5868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Cube : C1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01054" y="2890818"/>
            <a:ext cx="2183040" cy="5868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Cube : C2</a:t>
            </a: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31784" y="1145783"/>
          <a:ext cx="2971108" cy="18796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971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Cube : C1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Name:C1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Height:20cm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Width:20cm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Depth:20cm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68125" y="2674238"/>
          <a:ext cx="2915447" cy="18338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91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Cube : C2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Name: C2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71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Height:5cm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712">
                <a:tc>
                  <a:txBody>
                    <a:bodyPr/>
                    <a:lstStyle/>
                    <a:p>
                      <a:r>
                        <a:rPr lang="en-US" dirty="0"/>
                        <a:t>Width:5cm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7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Depth:5cm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stCxn id="5" idx="3"/>
            <a:endCxn id="7" idx="1"/>
          </p:cNvCxnSpPr>
          <p:nvPr/>
        </p:nvCxnSpPr>
        <p:spPr>
          <a:xfrm flipV="1">
            <a:off x="2888517" y="2162194"/>
            <a:ext cx="812537" cy="124653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3"/>
            <a:endCxn id="8" idx="1"/>
          </p:cNvCxnSpPr>
          <p:nvPr/>
        </p:nvCxnSpPr>
        <p:spPr>
          <a:xfrm flipV="1">
            <a:off x="2888517" y="3184245"/>
            <a:ext cx="812537" cy="22448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3"/>
            <a:endCxn id="9" idx="1"/>
          </p:cNvCxnSpPr>
          <p:nvPr/>
        </p:nvCxnSpPr>
        <p:spPr>
          <a:xfrm flipV="1">
            <a:off x="5884095" y="2085583"/>
            <a:ext cx="247689" cy="7661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10" idx="1"/>
          </p:cNvCxnSpPr>
          <p:nvPr/>
        </p:nvCxnSpPr>
        <p:spPr>
          <a:xfrm>
            <a:off x="5884094" y="3184245"/>
            <a:ext cx="3284031" cy="40693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88755" y="1868767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Class</a:t>
            </a:r>
            <a:endParaRPr lang="en-IN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044789" y="748546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Object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73022" y="2322875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Object 2</a:t>
            </a:r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701054" y="3912869"/>
            <a:ext cx="2183040" cy="5868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Cube : C3</a:t>
            </a: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841992" y="4571874"/>
          <a:ext cx="2915447" cy="18796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91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Cube : C3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Name: C3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Height:10cm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Width:10cm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Depth:10cm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>
            <a:stCxn id="5" idx="3"/>
            <a:endCxn id="28" idx="1"/>
          </p:cNvCxnSpPr>
          <p:nvPr/>
        </p:nvCxnSpPr>
        <p:spPr>
          <a:xfrm>
            <a:off x="2888517" y="3408730"/>
            <a:ext cx="812537" cy="79756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3"/>
            <a:endCxn id="29" idx="1"/>
          </p:cNvCxnSpPr>
          <p:nvPr/>
        </p:nvCxnSpPr>
        <p:spPr>
          <a:xfrm>
            <a:off x="5884094" y="4206296"/>
            <a:ext cx="957898" cy="130537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546889" y="4107880"/>
            <a:ext cx="1207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Object 3</a:t>
            </a:r>
            <a:endParaRPr lang="en-IN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32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1" grpId="0"/>
      <p:bldP spid="22" grpId="0"/>
      <p:bldP spid="23" grpId="0"/>
      <p:bldP spid="28" grpId="0" animBg="1"/>
      <p:bldP spid="3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&amp; Object (for loop)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0" y="811192"/>
            <a:ext cx="3748489" cy="5726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557" y="811192"/>
            <a:ext cx="4462004" cy="49103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448" y="1124700"/>
            <a:ext cx="3083815" cy="1984259"/>
          </a:xfrm>
          <a:prstGeom prst="rect">
            <a:avLst/>
          </a:prstGeom>
        </p:spPr>
      </p:pic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609449" y="816052"/>
            <a:ext cx="861122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8401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&amp; Object (</a:t>
            </a:r>
            <a:r>
              <a:rPr lang="en-US" dirty="0" err="1"/>
              <a:t>foreach</a:t>
            </a:r>
            <a:r>
              <a:rPr lang="en-US" dirty="0"/>
              <a:t> loop)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0" y="811192"/>
            <a:ext cx="3748489" cy="5726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448" y="1124700"/>
            <a:ext cx="3083815" cy="1984259"/>
          </a:xfrm>
          <a:prstGeom prst="rect">
            <a:avLst/>
          </a:prstGeom>
        </p:spPr>
      </p:pic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609449" y="816052"/>
            <a:ext cx="861122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577" y="811192"/>
            <a:ext cx="4473962" cy="47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9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&amp; Object (foreach loop)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0" y="811192"/>
            <a:ext cx="3748489" cy="5726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126645" y="4309847"/>
            <a:ext cx="861122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645" y="811192"/>
            <a:ext cx="6897063" cy="34390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45" y="4618496"/>
            <a:ext cx="2151931" cy="190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2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BC5D3E-3A44-F2C5-E547-74D81CDB2E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236372"/>
              </p:ext>
            </p:extLst>
          </p:nvPr>
        </p:nvGraphicFramePr>
        <p:xfrm>
          <a:off x="131763" y="863600"/>
          <a:ext cx="11928474" cy="468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4237">
                  <a:extLst>
                    <a:ext uri="{9D8B030D-6E8A-4147-A177-3AD203B41FA5}">
                      <a16:colId xmlns:a16="http://schemas.microsoft.com/office/drawing/2014/main" val="3795093861"/>
                    </a:ext>
                  </a:extLst>
                </a:gridCol>
                <a:gridCol w="5964237">
                  <a:extLst>
                    <a:ext uri="{9D8B030D-6E8A-4147-A177-3AD203B41FA5}">
                      <a16:colId xmlns:a16="http://schemas.microsoft.com/office/drawing/2014/main" val="3643415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Class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Object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66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Class is a </a:t>
                      </a:r>
                      <a:r>
                        <a:rPr lang="en-US" b="1" dirty="0"/>
                        <a:t>Blueprint or template.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Object is the </a:t>
                      </a:r>
                      <a:r>
                        <a:rPr lang="en-US" b="1" dirty="0"/>
                        <a:t>instance of a class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01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Class </a:t>
                      </a:r>
                      <a:r>
                        <a:rPr lang="en-US" b="1" dirty="0"/>
                        <a:t>creates a logical framework that defines the relationship between its members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When you declare an object of a class, you are creating an instance of that class.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905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 is a logical construct.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 </a:t>
                      </a:r>
                      <a:r>
                        <a:rPr lang="en-US" b="1" dirty="0"/>
                        <a:t>Object has physical reality</a:t>
                      </a:r>
                      <a:r>
                        <a:rPr lang="en-US" dirty="0"/>
                        <a:t>. (i.e., an object occupies space in memory.)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15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 is a group or collection of similar objects. e.g. 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 Object is defined as real-world entity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e.g.: Audi, Volkswagen, Tesla, Ferrari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57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Class is declared only once.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 Object can be created as many times as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9312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 doesn’t allocate memory when it is created.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 Object allocates the memory upon creation.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20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 can exist without its objects.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 Object can’t exist without a class.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95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Class</a:t>
                      </a:r>
                      <a:r>
                        <a:rPr lang="en-US" dirty="0"/>
                        <a:t>: Profession, Mobile, Subject, Student, Color..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Object</a:t>
                      </a:r>
                      <a:r>
                        <a:rPr lang="en-US" dirty="0"/>
                        <a:t>:</a:t>
                      </a:r>
                      <a:r>
                        <a:rPr lang="en-US" baseline="0" dirty="0"/>
                        <a:t> Doctor, Teacher, Lawyer, Politician, iPhone, Samsung, </a:t>
                      </a:r>
                      <a:r>
                        <a:rPr lang="en-US" baseline="0" dirty="0" err="1"/>
                        <a:t>Maths</a:t>
                      </a:r>
                      <a:r>
                        <a:rPr lang="en-US" baseline="0" dirty="0"/>
                        <a:t>, English, Science, John, Aarav, Smita, </a:t>
                      </a:r>
                      <a:r>
                        <a:rPr lang="en-US" b="0" baseline="0" dirty="0"/>
                        <a:t>Blue, Green, Red, Yellow, Violet ..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97726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1CADDAE-96C7-7DC1-65E4-6B602C97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Class &amp; Object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256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Constructor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9230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constructor is a </a:t>
            </a:r>
            <a:r>
              <a:rPr lang="en-US" b="1" i="1" dirty="0"/>
              <a:t>special type of method</a:t>
            </a:r>
            <a:r>
              <a:rPr lang="en-US" dirty="0"/>
              <a:t> which will be called automatically when you create an instance of a class. </a:t>
            </a:r>
          </a:p>
          <a:p>
            <a:r>
              <a:rPr lang="en-US" dirty="0"/>
              <a:t>A constructor is defined by using an access modifier and class name </a:t>
            </a:r>
          </a:p>
          <a:p>
            <a:pPr marL="457200" lvl="1" indent="0">
              <a:buNone/>
            </a:pPr>
            <a:r>
              <a:rPr lang="en-US" dirty="0"/>
              <a:t>&lt;access-modifier&gt; &lt;class-name&gt;(){ }.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896915" y="2737163"/>
            <a:ext cx="4494235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600" b="1" u="sng" dirty="0"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//constructor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378829" y="2716628"/>
            <a:ext cx="518085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378830" y="2407979"/>
            <a:ext cx="1021346" cy="28811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8" name="Round Diagonal Corner Rectangle 7"/>
          <p:cNvSpPr/>
          <p:nvPr/>
        </p:nvSpPr>
        <p:spPr>
          <a:xfrm>
            <a:off x="5553075" y="2737162"/>
            <a:ext cx="6507746" cy="3130237"/>
          </a:xfrm>
          <a:prstGeom prst="round2Diag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A constructor </a:t>
            </a:r>
            <a:r>
              <a:rPr lang="en-US" sz="2000" b="1" dirty="0">
                <a:solidFill>
                  <a:schemeClr val="tx1"/>
                </a:solidFill>
              </a:rPr>
              <a:t>name must be the same as a class name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A constructor </a:t>
            </a:r>
            <a:r>
              <a:rPr lang="en-US" sz="2000" b="1" dirty="0">
                <a:solidFill>
                  <a:schemeClr val="tx1"/>
                </a:solidFill>
              </a:rPr>
              <a:t>can be public, private, or protected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The constructor </a:t>
            </a:r>
            <a:r>
              <a:rPr lang="en-US" sz="2000" b="1" dirty="0">
                <a:solidFill>
                  <a:schemeClr val="tx1"/>
                </a:solidFill>
              </a:rPr>
              <a:t>cannot return any value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so, cannot have a return type.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A class </a:t>
            </a:r>
            <a:r>
              <a:rPr lang="en-US" sz="2000" b="1" dirty="0">
                <a:solidFill>
                  <a:schemeClr val="tx1"/>
                </a:solidFill>
              </a:rPr>
              <a:t>can have multiple constructors </a:t>
            </a:r>
            <a:r>
              <a:rPr lang="en-US" sz="2000" dirty="0">
                <a:solidFill>
                  <a:schemeClr val="tx1"/>
                </a:solidFill>
              </a:rPr>
              <a:t>with different parameters but can only have one parameter less constructor.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If </a:t>
            </a:r>
            <a:r>
              <a:rPr lang="en-US" sz="2000" b="1" dirty="0">
                <a:solidFill>
                  <a:schemeClr val="tx1"/>
                </a:solidFill>
              </a:rPr>
              <a:t>no constructor is defined, the C# compiler would create it internally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1A3C4AD4-AE2C-BB37-D8F4-E2CF8B009D71}"/>
              </a:ext>
            </a:extLst>
          </p:cNvPr>
          <p:cNvSpPr/>
          <p:nvPr/>
        </p:nvSpPr>
        <p:spPr>
          <a:xfrm>
            <a:off x="7369084" y="2397807"/>
            <a:ext cx="3127825" cy="526468"/>
          </a:xfrm>
          <a:prstGeom prst="roundRect">
            <a:avLst>
              <a:gd name="adj" fmla="val 13506"/>
            </a:avLst>
          </a:prstGeom>
          <a:solidFill>
            <a:schemeClr val="tx2"/>
          </a:solidFill>
          <a:ln>
            <a:noFill/>
          </a:ln>
          <a:effectLst>
            <a:outerShdw blurRad="177800" sx="102000" sy="102000" algn="ctr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+mj-lt"/>
              </a:rPr>
              <a:t>Constructor </a:t>
            </a:r>
            <a:r>
              <a:rPr lang="en-US" sz="2000" b="1" dirty="0">
                <a:latin typeface="+mj-lt"/>
              </a:rPr>
              <a:t>Characteristics </a:t>
            </a:r>
          </a:p>
        </p:txBody>
      </p:sp>
    </p:spTree>
    <p:extLst>
      <p:ext uri="{BB962C8B-B14F-4D97-AF65-F5344CB8AC3E}">
        <p14:creationId xmlns:p14="http://schemas.microsoft.com/office/powerpoint/2010/main" val="306211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Constructors can be classified as follows.</a:t>
            </a:r>
          </a:p>
          <a:p>
            <a:pPr lvl="1"/>
            <a:r>
              <a:rPr lang="en-US" sz="2400" b="1" dirty="0"/>
              <a:t>Default Constructor</a:t>
            </a:r>
          </a:p>
          <a:p>
            <a:pPr lvl="2"/>
            <a:r>
              <a:rPr lang="en-US" sz="2000" dirty="0"/>
              <a:t>By default, C# creates default constructor internally.</a:t>
            </a:r>
          </a:p>
          <a:p>
            <a:pPr lvl="1"/>
            <a:r>
              <a:rPr lang="en-US" sz="2400" b="1" dirty="0"/>
              <a:t>Parameterized Constructor</a:t>
            </a:r>
          </a:p>
          <a:p>
            <a:pPr lvl="2"/>
            <a:r>
              <a:rPr lang="en-US" sz="2000" dirty="0"/>
              <a:t>When an object is declared in a </a:t>
            </a:r>
            <a:r>
              <a:rPr lang="en-US" sz="2000" b="1" dirty="0"/>
              <a:t>parameterized constructor</a:t>
            </a:r>
            <a:r>
              <a:rPr lang="en-US" sz="2000" dirty="0"/>
              <a:t>, the initial values have to be passed as arguments to the </a:t>
            </a:r>
            <a:r>
              <a:rPr lang="en-US" sz="2000" b="1" dirty="0"/>
              <a:t>constructor</a:t>
            </a:r>
            <a:r>
              <a:rPr lang="en-US" sz="2000" dirty="0"/>
              <a:t>.</a:t>
            </a:r>
          </a:p>
          <a:p>
            <a:pPr lvl="1"/>
            <a:r>
              <a:rPr lang="en-US" sz="2400" b="1" dirty="0"/>
              <a:t>Copy Constructor</a:t>
            </a:r>
          </a:p>
          <a:p>
            <a:pPr lvl="2"/>
            <a:r>
              <a:rPr lang="en-US" sz="2000" dirty="0"/>
              <a:t>The </a:t>
            </a:r>
            <a:r>
              <a:rPr lang="en-US" sz="2000" b="1" dirty="0"/>
              <a:t>copy constructor</a:t>
            </a:r>
            <a:r>
              <a:rPr lang="en-US" sz="2000" dirty="0"/>
              <a:t> is a </a:t>
            </a:r>
            <a:r>
              <a:rPr lang="en-US" sz="2000" b="1" dirty="0"/>
              <a:t>constructor</a:t>
            </a:r>
            <a:r>
              <a:rPr lang="en-US" sz="2000" dirty="0"/>
              <a:t> which creates an object by initializing it with an object of the same class, which has been created previously. </a:t>
            </a:r>
          </a:p>
          <a:p>
            <a:pPr lvl="2"/>
            <a:r>
              <a:rPr lang="en-US" sz="2000" dirty="0"/>
              <a:t>The </a:t>
            </a:r>
            <a:r>
              <a:rPr lang="en-US" sz="2000" b="1" dirty="0"/>
              <a:t>copy constructor</a:t>
            </a:r>
            <a:r>
              <a:rPr lang="en-US" sz="2000" dirty="0"/>
              <a:t> is used to: Initialize one object from another of the same type. </a:t>
            </a:r>
          </a:p>
          <a:p>
            <a:pPr lvl="2"/>
            <a:r>
              <a:rPr lang="en-US" sz="2000" b="1" dirty="0"/>
              <a:t>Copy</a:t>
            </a:r>
            <a:r>
              <a:rPr lang="en-US" sz="2000" dirty="0"/>
              <a:t> an object to pass it as an argument to a function.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of Constructor</a:t>
            </a:r>
            <a:r>
              <a:rPr lang="en-IN" dirty="0">
                <a:latin typeface="Open Sans Semibold" panose="020B0706030804020204"/>
              </a:rPr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31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Constructor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4" y="1116428"/>
            <a:ext cx="11399861" cy="5493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user =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Naimish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, 30);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user.GetUserDetails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.Empty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Age = 0;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age) </a:t>
            </a:r>
            <a:r>
              <a:rPr lang="en-US" sz="1300" dirty="0">
                <a:solidFill>
                  <a:schemeClr val="accent3">
                    <a:lumMod val="50000"/>
                  </a:schemeClr>
                </a:solidFill>
                <a:latin typeface="Cascadia Mono" panose="020B0609020000020004" pitchFamily="49" charset="0"/>
              </a:rPr>
              <a:t>//Parameterized Constructor</a:t>
            </a:r>
          </a:p>
          <a:p>
            <a:r>
              <a:rPr lang="en-US" sz="1300" dirty="0">
                <a:solidFill>
                  <a:schemeClr val="accent3">
                    <a:lumMod val="50000"/>
                  </a:schemeClr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Name = name;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Age = age;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GetUserDetails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"Name: {0}, Age: {1}"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, Name, Age);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5493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235228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228" y="1116427"/>
            <a:ext cx="4795496" cy="114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Copy Constructor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5" y="1116428"/>
            <a:ext cx="8834370" cy="5124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.Empty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Age = 0;</a:t>
            </a:r>
          </a:p>
          <a:p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age) </a:t>
            </a:r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//Parameterized Constructor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Name = name;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Age = age;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GetUserDetails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"Name: {0}, Age: {1}"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, Name, Age);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 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user) </a:t>
            </a:r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//Copy Constructor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.Name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user.Name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.Age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user.Age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50937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74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Copy Constructor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4" y="1116428"/>
            <a:ext cx="11399861" cy="22929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    class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user1 =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Naimish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, 30);</a:t>
            </a:r>
          </a:p>
          <a:p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            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user2 =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(user1);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user2.GetUserDetails();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22929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235228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228" y="1116427"/>
            <a:ext cx="4795496" cy="114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1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Inheritance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2616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 object-oriented programming, inheritance stands as a </a:t>
            </a:r>
            <a:r>
              <a:rPr lang="en-US" sz="2800" b="1" dirty="0"/>
              <a:t>fundamental characteristic</a:t>
            </a:r>
            <a:r>
              <a:rPr lang="en-US" sz="2800" dirty="0"/>
              <a:t>. </a:t>
            </a:r>
          </a:p>
          <a:p>
            <a:r>
              <a:rPr lang="en-US" sz="2800" dirty="0"/>
              <a:t>It provides the </a:t>
            </a:r>
            <a:r>
              <a:rPr lang="en-US" sz="2800" b="1" dirty="0"/>
              <a:t>ability to create a child class that can reuse (inherit), extend, or alter the functionalities of a parent class</a:t>
            </a:r>
            <a:r>
              <a:rPr lang="en-US" sz="2800" dirty="0"/>
              <a:t>.</a:t>
            </a:r>
          </a:p>
          <a:p>
            <a:r>
              <a:rPr lang="en-US" sz="2800" dirty="0"/>
              <a:t>The class </a:t>
            </a:r>
            <a:r>
              <a:rPr lang="en-US" sz="2800" b="1" dirty="0"/>
              <a:t>whose members are inherited is called the base class</a:t>
            </a:r>
            <a:r>
              <a:rPr lang="en-US" sz="2800" dirty="0"/>
              <a:t>. </a:t>
            </a:r>
          </a:p>
          <a:p>
            <a:r>
              <a:rPr lang="en-US" sz="2800" dirty="0"/>
              <a:t>The class that </a:t>
            </a:r>
            <a:r>
              <a:rPr lang="en-US" sz="2800" b="1" dirty="0"/>
              <a:t>inherits the members of the base class is called the derived class</a:t>
            </a:r>
            <a:r>
              <a:rPr lang="en-US" sz="2800" dirty="0"/>
              <a:t>.</a:t>
            </a:r>
          </a:p>
          <a:p>
            <a:r>
              <a:rPr lang="fr-FR" sz="2800" dirty="0"/>
              <a:t>Inheritance promotes </a:t>
            </a:r>
            <a:r>
              <a:rPr lang="fr-FR" sz="2800" b="1" dirty="0"/>
              <a:t>code reuse</a:t>
            </a:r>
            <a:r>
              <a:rPr lang="fr-FR" sz="2800" dirty="0"/>
              <a:t>, </a:t>
            </a:r>
            <a:r>
              <a:rPr lang="fr-FR" sz="2800" b="1" dirty="0"/>
              <a:t>simplifies code maintenance</a:t>
            </a:r>
            <a:r>
              <a:rPr lang="fr-FR" sz="2800" dirty="0"/>
              <a:t>, and </a:t>
            </a:r>
            <a:r>
              <a:rPr lang="fr-FR" sz="2800" b="1" dirty="0"/>
              <a:t>improves code </a:t>
            </a:r>
            <a:r>
              <a:rPr lang="fr-FR" sz="2800" b="1" dirty="0" err="1"/>
              <a:t>organization</a:t>
            </a:r>
            <a:r>
              <a:rPr lang="fr-FR" sz="2800" dirty="0"/>
              <a:t>.</a:t>
            </a:r>
          </a:p>
          <a:p>
            <a:r>
              <a:rPr lang="en-US" sz="2800" dirty="0"/>
              <a:t>It implements the </a:t>
            </a:r>
            <a:r>
              <a:rPr lang="en-US" sz="2800" b="1" dirty="0"/>
              <a:t>IS-A relationship</a:t>
            </a:r>
            <a:r>
              <a:rPr lang="en-US" sz="2800" dirty="0"/>
              <a:t> between a base class and one or more derived classes.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542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cont..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99" y="910356"/>
            <a:ext cx="4958301" cy="53987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CA84FB-6B99-AAFE-BEE8-2EFF83C4213F}"/>
              </a:ext>
            </a:extLst>
          </p:cNvPr>
          <p:cNvSpPr/>
          <p:nvPr/>
        </p:nvSpPr>
        <p:spPr>
          <a:xfrm>
            <a:off x="5124450" y="1143001"/>
            <a:ext cx="6724650" cy="494347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b="1" dirty="0">
                <a:solidFill>
                  <a:schemeClr val="tx1"/>
                </a:solidFill>
              </a:rPr>
              <a:t>Super Class: [Animal Class]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The class whose features are inherited is known as super class(or a base class or a parent class).</a:t>
            </a:r>
          </a:p>
          <a:p>
            <a:pPr algn="just"/>
            <a:endParaRPr lang="en-US" sz="2000" dirty="0">
              <a:solidFill>
                <a:schemeClr val="tx1"/>
              </a:solidFill>
            </a:endParaRPr>
          </a:p>
          <a:p>
            <a:pPr algn="just"/>
            <a:r>
              <a:rPr lang="en-US" sz="2000" b="1" dirty="0">
                <a:solidFill>
                  <a:schemeClr val="tx1"/>
                </a:solidFill>
              </a:rPr>
              <a:t>Sub Class: [Dog]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The class that inherits the other class is known as subclass(or a derived class, extended class, or child class).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The subclass can add its own fields and methods in addition to the superclass fields and methods.</a:t>
            </a:r>
          </a:p>
          <a:p>
            <a:pPr algn="just"/>
            <a:endParaRPr lang="en-US" sz="2000" dirty="0">
              <a:solidFill>
                <a:schemeClr val="tx1"/>
              </a:solidFill>
            </a:endParaRPr>
          </a:p>
          <a:p>
            <a:pPr algn="just"/>
            <a:r>
              <a:rPr lang="en-US" sz="2000" b="1" dirty="0">
                <a:solidFill>
                  <a:schemeClr val="tx1"/>
                </a:solidFill>
              </a:rPr>
              <a:t>Reusability: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Inheritance supports the concept of “reusability”, i.e. when we want to create a new class and there is already a class that includes some of the code that we want, we can derive our new class from the existing class.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By doing this, we are reusing the fields and methods of the existing class.</a:t>
            </a:r>
            <a:endParaRPr lang="en-GB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41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50FB0F-1258-EC9F-85E2-07951BE43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7" y="1111923"/>
            <a:ext cx="11613560" cy="55905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namespace Program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sz="2400" dirty="0"/>
              <a:t>class parent</a:t>
            </a:r>
          </a:p>
          <a:p>
            <a:pPr marL="457200" lvl="1" indent="0">
              <a:buNone/>
            </a:pPr>
            <a:r>
              <a:rPr lang="en-US" sz="2400" dirty="0"/>
              <a:t>{</a:t>
            </a:r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}</a:t>
            </a:r>
          </a:p>
          <a:p>
            <a:pPr marL="457200" lvl="1" indent="0">
              <a:buNone/>
            </a:pPr>
            <a:r>
              <a:rPr lang="en-US" sz="2400" dirty="0"/>
              <a:t>class </a:t>
            </a:r>
            <a:r>
              <a:rPr lang="en-US" sz="2400" b="1" dirty="0"/>
              <a:t>child : parent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{</a:t>
            </a:r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A05CC2-7D0A-68DD-B65B-CD7C913E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Syntax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3D0A5-7E5E-A69A-EA5F-35D0D6DDD505}"/>
              </a:ext>
            </a:extLst>
          </p:cNvPr>
          <p:cNvSpPr/>
          <p:nvPr/>
        </p:nvSpPr>
        <p:spPr>
          <a:xfrm>
            <a:off x="1244876" y="3534603"/>
            <a:ext cx="295275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0124C-8495-D39C-7C5A-C4C9C52C79DB}"/>
              </a:ext>
            </a:extLst>
          </p:cNvPr>
          <p:cNvSpPr/>
          <p:nvPr/>
        </p:nvSpPr>
        <p:spPr>
          <a:xfrm>
            <a:off x="437324" y="1053548"/>
            <a:ext cx="3945834" cy="51683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3EB53-F13B-1C02-13C8-473A2066C750}"/>
              </a:ext>
            </a:extLst>
          </p:cNvPr>
          <p:cNvSpPr/>
          <p:nvPr/>
        </p:nvSpPr>
        <p:spPr>
          <a:xfrm>
            <a:off x="4800186" y="1048164"/>
            <a:ext cx="4015823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98B4-5805-5C79-9E38-6BFEF8C9F038}"/>
              </a:ext>
            </a:extLst>
          </p:cNvPr>
          <p:cNvSpPr/>
          <p:nvPr/>
        </p:nvSpPr>
        <p:spPr>
          <a:xfrm>
            <a:off x="5652880" y="2136026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(Base)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13503E-3878-7882-B0B8-CE142FAA857F}"/>
              </a:ext>
            </a:extLst>
          </p:cNvPr>
          <p:cNvSpPr/>
          <p:nvPr/>
        </p:nvSpPr>
        <p:spPr>
          <a:xfrm>
            <a:off x="5614780" y="4198869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(Derived)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5E9419-6195-2CD8-C7C0-475BD63FF9BA}"/>
              </a:ext>
            </a:extLst>
          </p:cNvPr>
          <p:cNvCxnSpPr>
            <a:stCxn id="7" idx="2"/>
          </p:cNvCxnSpPr>
          <p:nvPr/>
        </p:nvCxnSpPr>
        <p:spPr>
          <a:xfrm>
            <a:off x="6833980" y="2745626"/>
            <a:ext cx="0" cy="14532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01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Inheritance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88063" y="887240"/>
          <a:ext cx="10394067" cy="4956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721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364E8F-19B0-4159-9AC5-46DCAE158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5517893-6BAB-405A-BB74-33A52A7FEA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7535ED-DBBC-420A-91B8-6C82570D2B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1B2E35-283C-4D43-B158-3955AF1936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A2F13C7-60A7-4730-B47E-DB94BE352E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C65CEC-913B-4C34-AF40-51100EAD1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FEE404D-E7CD-436D-A1BC-79DC45F3D2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1A34CC1-A795-42C3-8A99-59F3B30AEF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F27ABC6-81F6-414F-A8C8-D10E3BDE3D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606175-9E7F-4B99-989A-6E4E875146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81125" y="1038225"/>
            <a:ext cx="4267200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5762625" y="1038225"/>
            <a:ext cx="4267200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    </a:t>
            </a:r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Single Inheritance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    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In single inheritance, a derived class is created from a single base class.</a:t>
            </a:r>
          </a:p>
          <a:p>
            <a:pPr algn="ctr"/>
            <a:r>
              <a:rPr lang="en-US" sz="2400" i="1" dirty="0">
                <a:solidFill>
                  <a:schemeClr val="tx1"/>
                </a:solidFill>
              </a:rPr>
              <a:t>(There is only one parent class &amp; one child class)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343150" y="2404382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(Base)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5050" y="4467225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(Derived)</a:t>
            </a:r>
          </a:p>
        </p:txBody>
      </p:sp>
      <p:cxnSp>
        <p:nvCxnSpPr>
          <p:cNvPr id="8" name="Straight Arrow Connector 7"/>
          <p:cNvCxnSpPr>
            <a:stCxn id="6" idx="2"/>
          </p:cNvCxnSpPr>
          <p:nvPr/>
        </p:nvCxnSpPr>
        <p:spPr>
          <a:xfrm>
            <a:off x="3524250" y="3013982"/>
            <a:ext cx="0" cy="14532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50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Single Inheritance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3375" y="1047750"/>
            <a:ext cx="42672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//Base Class</a:t>
            </a:r>
          </a:p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Teach()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"Teach"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10" name="Rectangle 9"/>
          <p:cNvSpPr/>
          <p:nvPr/>
        </p:nvSpPr>
        <p:spPr>
          <a:xfrm>
            <a:off x="4714875" y="1047750"/>
            <a:ext cx="42672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//Derived Class</a:t>
            </a:r>
          </a:p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Learn()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"Learn"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11" name="Rectangle 10"/>
          <p:cNvSpPr/>
          <p:nvPr/>
        </p:nvSpPr>
        <p:spPr>
          <a:xfrm>
            <a:off x="333375" y="3479623"/>
            <a:ext cx="42672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 =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d.Teach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 =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s.Learn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s.Teach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12" name="Rectangle 11"/>
          <p:cNvSpPr/>
          <p:nvPr/>
        </p:nvSpPr>
        <p:spPr>
          <a:xfrm>
            <a:off x="4714875" y="3479623"/>
            <a:ext cx="42672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b="1" dirty="0">
              <a:solidFill>
                <a:schemeClr val="tx1"/>
              </a:solidFill>
            </a:endParaRPr>
          </a:p>
          <a:p>
            <a:endParaRPr lang="en-US" sz="15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75" y="3638550"/>
            <a:ext cx="3048000" cy="25015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80535F-A116-4805-D91F-8949C225851B}"/>
              </a:ext>
            </a:extLst>
          </p:cNvPr>
          <p:cNvSpPr/>
          <p:nvPr/>
        </p:nvSpPr>
        <p:spPr>
          <a:xfrm>
            <a:off x="5400675" y="1505778"/>
            <a:ext cx="1847850" cy="25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49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Multi-level Inheritance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" y="1066800"/>
            <a:ext cx="4267200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10" name="Rectangle 9"/>
          <p:cNvSpPr/>
          <p:nvPr/>
        </p:nvSpPr>
        <p:spPr>
          <a:xfrm>
            <a:off x="4686300" y="1066800"/>
            <a:ext cx="4267200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Multi-level Inheritance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    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In Multi-level inheritance, a derived class is created from another derived class.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57300" y="2356757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(Base)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381000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" name="Straight Arrow Connector 12"/>
          <p:cNvCxnSpPr>
            <a:stCxn id="11" idx="2"/>
          </p:cNvCxnSpPr>
          <p:nvPr/>
        </p:nvCxnSpPr>
        <p:spPr>
          <a:xfrm>
            <a:off x="2438400" y="2966357"/>
            <a:ext cx="0" cy="84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08314" y="5263243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C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400300" y="4419600"/>
            <a:ext cx="0" cy="84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77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Multi-Level Inheritance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066800"/>
            <a:ext cx="42672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//Base Class</a:t>
            </a:r>
          </a:p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Teach()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"Teach"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4686300" y="1066800"/>
            <a:ext cx="42672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5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Base,Derived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Class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Learn()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	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"Learn"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6" name="Rectangle 5"/>
          <p:cNvSpPr/>
          <p:nvPr/>
        </p:nvSpPr>
        <p:spPr>
          <a:xfrm>
            <a:off x="304800" y="3498673"/>
            <a:ext cx="42672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//Derived Class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SemFour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FourthSem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	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"Semester 	Four Students"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7" name="Rectangle 6"/>
          <p:cNvSpPr/>
          <p:nvPr/>
        </p:nvSpPr>
        <p:spPr>
          <a:xfrm>
            <a:off x="4689929" y="3496780"/>
            <a:ext cx="42672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US" sz="9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 =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d.Teach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9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 =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s.Learn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s.Teach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9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SemFour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SemFour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Sem.Learn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Sem.Teach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Sem.FourthSem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9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950" b="1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"/>
          <a:stretch/>
        </p:blipFill>
        <p:spPr>
          <a:xfrm>
            <a:off x="9054547" y="2133878"/>
            <a:ext cx="3021385" cy="26661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6656C5-A624-FD19-28D1-5F40E58F133A}"/>
              </a:ext>
            </a:extLst>
          </p:cNvPr>
          <p:cNvSpPr/>
          <p:nvPr/>
        </p:nvSpPr>
        <p:spPr>
          <a:xfrm>
            <a:off x="5788301" y="1406387"/>
            <a:ext cx="1847850" cy="25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8E5846-665C-80BE-A9D9-281716FD8F6C}"/>
              </a:ext>
            </a:extLst>
          </p:cNvPr>
          <p:cNvSpPr/>
          <p:nvPr/>
        </p:nvSpPr>
        <p:spPr>
          <a:xfrm>
            <a:off x="1415084" y="4089952"/>
            <a:ext cx="1847850" cy="25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11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" grpId="0" animBg="1"/>
      <p:bldP spid="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914400"/>
            <a:ext cx="8648700" cy="5257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3486150" y="114300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57300" y="3335703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C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82201" y="3348618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5257800"/>
            <a:ext cx="1600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D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57475" y="5257800"/>
            <a:ext cx="1600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E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82101" y="5238427"/>
            <a:ext cx="1600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F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62800" y="5238427"/>
            <a:ext cx="1600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G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A53393-1819-999C-FE62-D1E58FA241AA}"/>
              </a:ext>
            </a:extLst>
          </p:cNvPr>
          <p:cNvSpPr/>
          <p:nvPr/>
        </p:nvSpPr>
        <p:spPr>
          <a:xfrm>
            <a:off x="9004852" y="917713"/>
            <a:ext cx="2701786" cy="49662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Hierarchical </a:t>
            </a:r>
            <a:r>
              <a:rPr lang="en-US" sz="3600" b="1" u="sng" dirty="0" err="1">
                <a:solidFill>
                  <a:schemeClr val="accent1"/>
                </a:solidFill>
                <a:latin typeface="+mj-lt"/>
              </a:rPr>
              <a:t>Inheritace</a:t>
            </a:r>
            <a:endParaRPr lang="en-US" sz="3600" b="1" u="sng" dirty="0">
              <a:solidFill>
                <a:schemeClr val="accent1"/>
              </a:solidFill>
              <a:latin typeface="+mj-lt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There is one parent class that has more then one child class.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EDE4CD-D589-0DB9-D67D-42B9FE4F30E8}"/>
              </a:ext>
            </a:extLst>
          </p:cNvPr>
          <p:cNvCxnSpPr/>
          <p:nvPr/>
        </p:nvCxnSpPr>
        <p:spPr>
          <a:xfrm>
            <a:off x="4661452" y="1769165"/>
            <a:ext cx="0" cy="506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AE6C24-CC33-A823-2F95-B8149F930D10}"/>
              </a:ext>
            </a:extLst>
          </p:cNvPr>
          <p:cNvCxnSpPr/>
          <p:nvPr/>
        </p:nvCxnSpPr>
        <p:spPr>
          <a:xfrm>
            <a:off x="2445026" y="2286000"/>
            <a:ext cx="43334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97F4D32-246C-69D0-B37C-B18BCB11E577}"/>
              </a:ext>
            </a:extLst>
          </p:cNvPr>
          <p:cNvCxnSpPr>
            <a:cxnSpLocks/>
          </p:cNvCxnSpPr>
          <p:nvPr/>
        </p:nvCxnSpPr>
        <p:spPr>
          <a:xfrm>
            <a:off x="2455800" y="2288804"/>
            <a:ext cx="0" cy="9314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90F2258-334B-72C5-87E5-C5FD44E1DD33}"/>
              </a:ext>
            </a:extLst>
          </p:cNvPr>
          <p:cNvCxnSpPr>
            <a:cxnSpLocks/>
          </p:cNvCxnSpPr>
          <p:nvPr/>
        </p:nvCxnSpPr>
        <p:spPr>
          <a:xfrm>
            <a:off x="6772696" y="2282178"/>
            <a:ext cx="0" cy="9314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D34E2D-A234-1D9B-302B-01EAA23C0C17}"/>
              </a:ext>
            </a:extLst>
          </p:cNvPr>
          <p:cNvCxnSpPr>
            <a:cxnSpLocks/>
          </p:cNvCxnSpPr>
          <p:nvPr/>
        </p:nvCxnSpPr>
        <p:spPr>
          <a:xfrm>
            <a:off x="2388705" y="3949147"/>
            <a:ext cx="0" cy="506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76747E-7C63-AFCB-7F2F-9084C0E6B41D}"/>
              </a:ext>
            </a:extLst>
          </p:cNvPr>
          <p:cNvCxnSpPr>
            <a:cxnSpLocks/>
          </p:cNvCxnSpPr>
          <p:nvPr/>
        </p:nvCxnSpPr>
        <p:spPr>
          <a:xfrm>
            <a:off x="1106558" y="4446104"/>
            <a:ext cx="26206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5E54D6-ADF5-0B48-2774-77ACDEBC94E9}"/>
              </a:ext>
            </a:extLst>
          </p:cNvPr>
          <p:cNvCxnSpPr>
            <a:cxnSpLocks/>
          </p:cNvCxnSpPr>
          <p:nvPr/>
        </p:nvCxnSpPr>
        <p:spPr>
          <a:xfrm>
            <a:off x="3734636" y="4432343"/>
            <a:ext cx="0" cy="706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FD43799-6E51-BE13-2CB5-6C37154062B8}"/>
              </a:ext>
            </a:extLst>
          </p:cNvPr>
          <p:cNvCxnSpPr>
            <a:cxnSpLocks/>
          </p:cNvCxnSpPr>
          <p:nvPr/>
        </p:nvCxnSpPr>
        <p:spPr>
          <a:xfrm>
            <a:off x="1114018" y="4445595"/>
            <a:ext cx="0" cy="706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E22580B-1BE0-FC0B-9F33-94A6C26EE990}"/>
              </a:ext>
            </a:extLst>
          </p:cNvPr>
          <p:cNvCxnSpPr>
            <a:cxnSpLocks/>
          </p:cNvCxnSpPr>
          <p:nvPr/>
        </p:nvCxnSpPr>
        <p:spPr>
          <a:xfrm>
            <a:off x="7003775" y="3962399"/>
            <a:ext cx="0" cy="506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2D44816-5F89-9164-F926-0A3042447ABC}"/>
              </a:ext>
            </a:extLst>
          </p:cNvPr>
          <p:cNvCxnSpPr>
            <a:cxnSpLocks/>
          </p:cNvCxnSpPr>
          <p:nvPr/>
        </p:nvCxnSpPr>
        <p:spPr>
          <a:xfrm>
            <a:off x="5721628" y="4459356"/>
            <a:ext cx="26206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79BE5CA-1C28-FA4A-5DAC-00791C05B51B}"/>
              </a:ext>
            </a:extLst>
          </p:cNvPr>
          <p:cNvCxnSpPr>
            <a:cxnSpLocks/>
          </p:cNvCxnSpPr>
          <p:nvPr/>
        </p:nvCxnSpPr>
        <p:spPr>
          <a:xfrm>
            <a:off x="8349706" y="4445595"/>
            <a:ext cx="0" cy="706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9D84B4A-82F9-DC68-5C92-9E4BEE27A570}"/>
              </a:ext>
            </a:extLst>
          </p:cNvPr>
          <p:cNvCxnSpPr>
            <a:cxnSpLocks/>
          </p:cNvCxnSpPr>
          <p:nvPr/>
        </p:nvCxnSpPr>
        <p:spPr>
          <a:xfrm>
            <a:off x="5729088" y="4458847"/>
            <a:ext cx="0" cy="706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05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US" dirty="0"/>
              <a:t>Hierarchical</a:t>
            </a:r>
            <a:r>
              <a:rPr lang="en-IN" dirty="0"/>
              <a:t> Inheritance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545660" y="1102001"/>
            <a:ext cx="4267200" cy="23667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9" name="Rectangle 8"/>
          <p:cNvSpPr/>
          <p:nvPr/>
        </p:nvSpPr>
        <p:spPr>
          <a:xfrm>
            <a:off x="228186" y="3656358"/>
            <a:ext cx="4267200" cy="2590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81525" y="3666642"/>
            <a:ext cx="4267200" cy="25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529F18-9910-0961-8595-F896516A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813" y="1132996"/>
            <a:ext cx="3406414" cy="23259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424320-3747-511D-640E-0565D18C3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82" y="3685755"/>
            <a:ext cx="3925955" cy="25450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E5E7ACD-3FB8-EF83-6E9E-1196DC285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782" y="3705528"/>
            <a:ext cx="3965714" cy="247706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B9A3712-153E-7477-C7A5-D6FB5ED1ABEF}"/>
              </a:ext>
            </a:extLst>
          </p:cNvPr>
          <p:cNvSpPr/>
          <p:nvPr/>
        </p:nvSpPr>
        <p:spPr>
          <a:xfrm>
            <a:off x="4337188" y="1615109"/>
            <a:ext cx="751647" cy="2733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D558D7-D2C5-7A0F-B67E-4E0DBAA4651C}"/>
              </a:ext>
            </a:extLst>
          </p:cNvPr>
          <p:cNvSpPr/>
          <p:nvPr/>
        </p:nvSpPr>
        <p:spPr>
          <a:xfrm>
            <a:off x="1974988" y="4232414"/>
            <a:ext cx="2368412" cy="2700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6E2884-4B90-8E30-9501-95300D792845}"/>
              </a:ext>
            </a:extLst>
          </p:cNvPr>
          <p:cNvSpPr/>
          <p:nvPr/>
        </p:nvSpPr>
        <p:spPr>
          <a:xfrm>
            <a:off x="6288571" y="4232413"/>
            <a:ext cx="2428047" cy="270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88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20" grpId="0" animBg="1"/>
      <p:bldP spid="21" grpId="0" animBg="1"/>
      <p:bldP spid="2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Multiple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066800"/>
            <a:ext cx="86487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8994913" y="1063486"/>
            <a:ext cx="3120887" cy="48304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Multiple Inheritance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In Multiple inheritance, child class can have more than one parent class.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</a:rPr>
              <a:t>This type of inheritance is not supported by .NET Languages like C#, F# etc.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144780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(Base)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144780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(Base)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0900" y="2951843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C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C9C197-06C2-CF17-BC59-F4406FB30BEB}"/>
              </a:ext>
            </a:extLst>
          </p:cNvPr>
          <p:cNvCxnSpPr>
            <a:cxnSpLocks/>
          </p:cNvCxnSpPr>
          <p:nvPr/>
        </p:nvCxnSpPr>
        <p:spPr>
          <a:xfrm>
            <a:off x="4589401" y="2385391"/>
            <a:ext cx="0" cy="5565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6C611F-68B3-C2C9-2AD1-500A7C5894ED}"/>
              </a:ext>
            </a:extLst>
          </p:cNvPr>
          <p:cNvCxnSpPr>
            <a:cxnSpLocks/>
          </p:cNvCxnSpPr>
          <p:nvPr/>
        </p:nvCxnSpPr>
        <p:spPr>
          <a:xfrm>
            <a:off x="1967948" y="2047460"/>
            <a:ext cx="0" cy="3379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558D48-81A5-B408-3873-E4CDB446BD96}"/>
              </a:ext>
            </a:extLst>
          </p:cNvPr>
          <p:cNvCxnSpPr>
            <a:cxnSpLocks/>
          </p:cNvCxnSpPr>
          <p:nvPr/>
        </p:nvCxnSpPr>
        <p:spPr>
          <a:xfrm>
            <a:off x="1958009" y="2395330"/>
            <a:ext cx="535719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40F9EA-CC9E-CCCA-4B60-74B5E3F92E28}"/>
              </a:ext>
            </a:extLst>
          </p:cNvPr>
          <p:cNvCxnSpPr>
            <a:cxnSpLocks/>
          </p:cNvCxnSpPr>
          <p:nvPr/>
        </p:nvCxnSpPr>
        <p:spPr>
          <a:xfrm>
            <a:off x="7328452" y="2070651"/>
            <a:ext cx="0" cy="3379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52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Multiple Inheritance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500" y="1066800"/>
            <a:ext cx="4267200" cy="2590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//Base Class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Teach()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"Teach"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4572000" y="1066800"/>
            <a:ext cx="4267200" cy="2590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//Base Class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Learn()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"Learn"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8729" y="3810000"/>
            <a:ext cx="4267200" cy="2590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//Derived Class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SemFour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 Teacher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FourthSem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	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"Semester 	Four Students"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842708"/>
            <a:ext cx="7848600" cy="52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96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Hybrid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066800"/>
            <a:ext cx="8648700" cy="43997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8994913" y="1063487"/>
            <a:ext cx="3120887" cy="43952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Hybrid</a:t>
            </a:r>
          </a:p>
          <a:p>
            <a:pPr algn="ctr"/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Inheritance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It is mix of two or more of the above types of inheritance.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</a:rPr>
              <a:t>This type of inheritance is also not possible with classes in c#.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15278" y="293867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59287" y="2988365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C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11387" y="458186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D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C9C197-06C2-CF17-BC59-F4406FB30BEB}"/>
              </a:ext>
            </a:extLst>
          </p:cNvPr>
          <p:cNvCxnSpPr>
            <a:cxnSpLocks/>
          </p:cNvCxnSpPr>
          <p:nvPr/>
        </p:nvCxnSpPr>
        <p:spPr>
          <a:xfrm>
            <a:off x="4509888" y="4015408"/>
            <a:ext cx="0" cy="5565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6C611F-68B3-C2C9-2AD1-500A7C5894ED}"/>
              </a:ext>
            </a:extLst>
          </p:cNvPr>
          <p:cNvCxnSpPr>
            <a:cxnSpLocks/>
          </p:cNvCxnSpPr>
          <p:nvPr/>
        </p:nvCxnSpPr>
        <p:spPr>
          <a:xfrm>
            <a:off x="2435087" y="3568148"/>
            <a:ext cx="0" cy="46713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558D48-81A5-B408-3873-E4CDB446BD96}"/>
              </a:ext>
            </a:extLst>
          </p:cNvPr>
          <p:cNvCxnSpPr>
            <a:cxnSpLocks/>
          </p:cNvCxnSpPr>
          <p:nvPr/>
        </p:nvCxnSpPr>
        <p:spPr>
          <a:xfrm>
            <a:off x="2425148" y="4025347"/>
            <a:ext cx="43334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40F9EA-CC9E-CCCA-4B60-74B5E3F92E28}"/>
              </a:ext>
            </a:extLst>
          </p:cNvPr>
          <p:cNvCxnSpPr>
            <a:cxnSpLocks/>
          </p:cNvCxnSpPr>
          <p:nvPr/>
        </p:nvCxnSpPr>
        <p:spPr>
          <a:xfrm>
            <a:off x="6761921" y="3607904"/>
            <a:ext cx="0" cy="43069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B09EAB8-1C00-2EA1-4CFC-8C25AA2EEC98}"/>
              </a:ext>
            </a:extLst>
          </p:cNvPr>
          <p:cNvSpPr/>
          <p:nvPr/>
        </p:nvSpPr>
        <p:spPr>
          <a:xfrm>
            <a:off x="3486150" y="114300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282BCB-1EF5-FB37-7DCE-27364F8738E5}"/>
              </a:ext>
            </a:extLst>
          </p:cNvPr>
          <p:cNvCxnSpPr>
            <a:cxnSpLocks/>
          </p:cNvCxnSpPr>
          <p:nvPr/>
        </p:nvCxnSpPr>
        <p:spPr>
          <a:xfrm>
            <a:off x="4661452" y="1769165"/>
            <a:ext cx="0" cy="506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F3A68D-0169-28E4-9C2B-C91156E1B483}"/>
              </a:ext>
            </a:extLst>
          </p:cNvPr>
          <p:cNvCxnSpPr>
            <a:cxnSpLocks/>
          </p:cNvCxnSpPr>
          <p:nvPr/>
        </p:nvCxnSpPr>
        <p:spPr>
          <a:xfrm>
            <a:off x="2445026" y="2286000"/>
            <a:ext cx="43334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4810BF-C480-3D82-30EB-DBC2A53A1313}"/>
              </a:ext>
            </a:extLst>
          </p:cNvPr>
          <p:cNvCxnSpPr>
            <a:cxnSpLocks/>
          </p:cNvCxnSpPr>
          <p:nvPr/>
        </p:nvCxnSpPr>
        <p:spPr>
          <a:xfrm>
            <a:off x="2455800" y="2288804"/>
            <a:ext cx="0" cy="623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43646F-7C3B-FBA8-21EA-36D1E0F0E8C4}"/>
              </a:ext>
            </a:extLst>
          </p:cNvPr>
          <p:cNvCxnSpPr>
            <a:cxnSpLocks/>
          </p:cNvCxnSpPr>
          <p:nvPr/>
        </p:nvCxnSpPr>
        <p:spPr>
          <a:xfrm>
            <a:off x="6772696" y="2282178"/>
            <a:ext cx="0" cy="6399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07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8576C4-B833-AE6D-9254-58499F461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483" y="801512"/>
            <a:ext cx="8083033" cy="570653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06FA04C-52DB-AE87-60A4-23B1B79C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Summary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1544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B8A6BF-D00A-5456-1DA5-F2EA9575AB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05740"/>
              </p:ext>
            </p:extLst>
          </p:nvPr>
        </p:nvGraphicFramePr>
        <p:xfrm>
          <a:off x="131763" y="863600"/>
          <a:ext cx="11822111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111">
                  <a:extLst>
                    <a:ext uri="{9D8B030D-6E8A-4147-A177-3AD203B41FA5}">
                      <a16:colId xmlns:a16="http://schemas.microsoft.com/office/drawing/2014/main" val="2890830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45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GB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 Reusability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allows us to reuse existing code by inheriting properties and methods from an existing class.</a:t>
                      </a:r>
                      <a:endParaRPr lang="en-GB" sz="1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16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 Maintenance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makes code maintenance easier by allowing us to modify the base class and have the changes automatically reflected in the derived classes.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23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 Organization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improves code organization by grouping related classes together in a hierarchical structure.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16764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5E87392-AE44-7176-D43A-052C52B3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&amp; Disadvantages of Inheritance </a:t>
            </a:r>
            <a:endParaRPr lang="en-GB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8043E4C-B546-8660-0B50-FF59927DD8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308578"/>
              </p:ext>
            </p:extLst>
          </p:nvPr>
        </p:nvGraphicFramePr>
        <p:xfrm>
          <a:off x="150813" y="3378200"/>
          <a:ext cx="1182211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111">
                  <a:extLst>
                    <a:ext uri="{9D8B030D-6E8A-4147-A177-3AD203B41FA5}">
                      <a16:colId xmlns:a16="http://schemas.microsoft.com/office/drawing/2014/main" val="2890830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45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Tight Coupling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creates a tight coupling between the base class and the derived class, which can make the code more difficult to maintain.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16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Complexity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can increase the complexity of the code by introducing additional levels of abstraction.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23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Fragility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can make the code more fragile by creating dependencies between the base class and the derived 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167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37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Abstraction</a:t>
            </a:r>
            <a:endParaRPr lang="en-US" sz="3600" i="1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9538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 </a:t>
            </a:r>
            <a:r>
              <a:rPr lang="en-US" b="1" dirty="0"/>
              <a:t>abstraction</a:t>
            </a:r>
            <a:r>
              <a:rPr lang="en-US" dirty="0"/>
              <a:t> is the process of hiding certain details and showing only essential information to the user.</a:t>
            </a:r>
          </a:p>
          <a:p>
            <a:r>
              <a:rPr lang="en-US" dirty="0">
                <a:solidFill>
                  <a:schemeClr val="accent6"/>
                </a:solidFill>
              </a:rPr>
              <a:t>Abstraction can be achieved with either </a:t>
            </a:r>
            <a:r>
              <a:rPr lang="en-US" b="1" dirty="0">
                <a:solidFill>
                  <a:schemeClr val="accent6"/>
                </a:solidFill>
              </a:rPr>
              <a:t>abstract classes</a:t>
            </a:r>
            <a:r>
              <a:rPr lang="en-US" dirty="0">
                <a:solidFill>
                  <a:schemeClr val="accent6"/>
                </a:solidFill>
              </a:rPr>
              <a:t> or </a:t>
            </a:r>
            <a:r>
              <a:rPr lang="en-US" b="1" dirty="0">
                <a:solidFill>
                  <a:schemeClr val="accent6"/>
                </a:solidFill>
              </a:rPr>
              <a:t>interfaces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abstract</a:t>
            </a:r>
            <a:r>
              <a:rPr lang="en-US" dirty="0"/>
              <a:t> keyword is used for classes and methods:</a:t>
            </a:r>
          </a:p>
          <a:p>
            <a:pPr lvl="1"/>
            <a:r>
              <a:rPr lang="en-US" b="1" dirty="0"/>
              <a:t>Abstract class:</a:t>
            </a:r>
            <a:r>
              <a:rPr lang="en-US" dirty="0"/>
              <a:t> is a restricted class that cannot be used to create objects (to access it, it must be inherited from another class).</a:t>
            </a:r>
          </a:p>
          <a:p>
            <a:pPr lvl="1"/>
            <a:r>
              <a:rPr lang="en-US" b="1" dirty="0"/>
              <a:t>Abstract method:</a:t>
            </a:r>
            <a:r>
              <a:rPr lang="en-US" dirty="0"/>
              <a:t> can only be used in an abstract class, and it does not have a body. The body is provided by the derived class (inherited from).</a:t>
            </a:r>
          </a:p>
          <a:p>
            <a:r>
              <a:rPr lang="en-US" dirty="0"/>
              <a:t>An abstract class can have both abstract and regular methods.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51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AD5A27-45ED-F343-71BB-5B72B4E5D1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2945" y="853788"/>
            <a:ext cx="6186570" cy="276448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AD3666B-D7AA-6A2A-45D6-BD0193BA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Abstraction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6780CC-CC93-BFC0-F09E-79ADAC8FE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36" y="861764"/>
            <a:ext cx="5623662" cy="2710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10F2A1-6A4D-576E-0C50-6A2B19944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867" y="3752711"/>
            <a:ext cx="5487166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0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Abstraction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4" y="1116428"/>
            <a:ext cx="5307399" cy="4185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First_Prg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abstract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animal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abstract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eat();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sound()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"dog can sound"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dog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animal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eat()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"dog can eat"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42934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099549" y="1136963"/>
            <a:ext cx="4458313" cy="2462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dog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mydog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dog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animal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thePet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mydog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thePet.eat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mydog.sound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 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 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6581464" y="1116428"/>
            <a:ext cx="518085" cy="24929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35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6581464" y="4035180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464" y="4364364"/>
            <a:ext cx="3152633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7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1" grpId="0" animBg="1"/>
      <p:bldP spid="12" grpId="0" animBg="1"/>
      <p:bldP spid="1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C2C3-43C9-AB00-51D5-53B98F23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84F7DF-A99A-984D-9B8E-A3605A454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17"/>
          <a:stretch>
            <a:fillRect/>
          </a:stretch>
        </p:blipFill>
        <p:spPr>
          <a:xfrm>
            <a:off x="169279" y="986479"/>
            <a:ext cx="2133710" cy="220263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57A7596-9752-5385-280D-27C016F9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Real World Example | Summary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550E43-91EC-6990-88AA-A79D51707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989" y="906099"/>
            <a:ext cx="3568925" cy="45660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35090A-3C2F-B0D6-3E51-55F8FB515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723" y="906099"/>
            <a:ext cx="2626689" cy="4187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1C0D44-9386-D5AB-CDD5-7C5ACE60C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03" y="1324846"/>
            <a:ext cx="2519115" cy="4371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871476-7042-5EFD-4F97-E609B0F97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603" y="1761987"/>
            <a:ext cx="3218362" cy="4116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FAED42-7A50-4670-6799-606562559D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8723" y="2180733"/>
            <a:ext cx="2901609" cy="43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5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Interface</a:t>
            </a:r>
            <a:endParaRPr lang="en-US" sz="3600" i="1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0494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in C# is a </a:t>
            </a:r>
            <a:r>
              <a:rPr lang="en-US" b="1" dirty="0"/>
              <a:t>blueprint of a class</a:t>
            </a:r>
            <a:r>
              <a:rPr lang="en-US" dirty="0"/>
              <a:t>.</a:t>
            </a:r>
          </a:p>
          <a:p>
            <a:r>
              <a:rPr lang="en-US" dirty="0"/>
              <a:t>It is like </a:t>
            </a:r>
            <a:r>
              <a:rPr lang="en-US" b="1" dirty="0"/>
              <a:t>abstract class because all the methods which are declared inside the interface are abstract methods</a:t>
            </a:r>
            <a:r>
              <a:rPr lang="en-US" dirty="0"/>
              <a:t>. </a:t>
            </a:r>
          </a:p>
          <a:p>
            <a:r>
              <a:rPr lang="en-US" b="1" dirty="0"/>
              <a:t>It cannot have method body and cannot be instantiated</a:t>
            </a:r>
            <a:r>
              <a:rPr lang="en-US" dirty="0"/>
              <a:t>.</a:t>
            </a:r>
          </a:p>
          <a:p>
            <a:r>
              <a:rPr lang="en-US" dirty="0"/>
              <a:t>An </a:t>
            </a:r>
            <a:r>
              <a:rPr lang="en-US" b="1" dirty="0"/>
              <a:t>interface cannot contain constructors and fields</a:t>
            </a:r>
            <a:r>
              <a:rPr lang="en-US" dirty="0"/>
              <a:t>.</a:t>
            </a:r>
          </a:p>
          <a:p>
            <a:r>
              <a:rPr lang="en-US" dirty="0"/>
              <a:t>Interface </a:t>
            </a:r>
            <a:r>
              <a:rPr lang="en-US" b="1" dirty="0"/>
              <a:t>members are by default abstract and public</a:t>
            </a:r>
            <a:r>
              <a:rPr lang="en-US" dirty="0"/>
              <a:t>.</a:t>
            </a:r>
          </a:p>
          <a:p>
            <a:r>
              <a:rPr lang="en-US" dirty="0"/>
              <a:t>It is used </a:t>
            </a:r>
            <a:r>
              <a:rPr lang="en-US" i="1" dirty="0"/>
              <a:t>to </a:t>
            </a:r>
            <a:r>
              <a:rPr lang="en-US" i="1" dirty="0">
                <a:solidFill>
                  <a:schemeClr val="accent6"/>
                </a:solidFill>
              </a:rPr>
              <a:t>achieve multiple inheritance</a:t>
            </a:r>
            <a:r>
              <a:rPr lang="en-US" dirty="0">
                <a:solidFill>
                  <a:schemeClr val="accent6"/>
                </a:solidFill>
              </a:rPr>
              <a:t> which can't be achieved by class</a:t>
            </a:r>
            <a:r>
              <a:rPr lang="en-US" dirty="0"/>
              <a:t>. </a:t>
            </a:r>
          </a:p>
          <a:p>
            <a:r>
              <a:rPr lang="en-US" dirty="0"/>
              <a:t>It is used </a:t>
            </a:r>
            <a:r>
              <a:rPr lang="en-US" i="1" dirty="0"/>
              <a:t>to </a:t>
            </a:r>
            <a:r>
              <a:rPr lang="en-US" i="1" dirty="0">
                <a:solidFill>
                  <a:schemeClr val="accent6"/>
                </a:solidFill>
              </a:rPr>
              <a:t>achieve fully abstraction</a:t>
            </a:r>
            <a:r>
              <a:rPr lang="en-US" dirty="0">
                <a:solidFill>
                  <a:schemeClr val="accent6"/>
                </a:solidFill>
              </a:rPr>
              <a:t> because it cannot have method body</a:t>
            </a:r>
            <a:r>
              <a:rPr lang="en-US" dirty="0"/>
              <a:t>.</a:t>
            </a:r>
          </a:p>
          <a:p>
            <a:r>
              <a:rPr lang="en-US" dirty="0"/>
              <a:t>Its </a:t>
            </a:r>
            <a:r>
              <a:rPr lang="en-US" b="1" dirty="0"/>
              <a:t>implementation must be provided by class</a:t>
            </a:r>
            <a:r>
              <a:rPr lang="en-US" dirty="0"/>
              <a:t>. </a:t>
            </a:r>
          </a:p>
          <a:p>
            <a:r>
              <a:rPr lang="en-US" dirty="0"/>
              <a:t>The class which implements the interface, </a:t>
            </a:r>
            <a:r>
              <a:rPr lang="en-US" b="1" dirty="0"/>
              <a:t>must provide the implementation of all the methods declared inside the interface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static</a:t>
            </a:r>
            <a:r>
              <a:rPr lang="en-US" dirty="0"/>
              <a:t> &amp; </a:t>
            </a:r>
            <a:r>
              <a:rPr lang="en-US" b="1" dirty="0"/>
              <a:t>virtual</a:t>
            </a:r>
            <a:r>
              <a:rPr lang="en-US" dirty="0"/>
              <a:t> keyword cannot be used with a method that is marked as abstract.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Interface: Introduction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0798" y="0"/>
            <a:ext cx="711201" cy="7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8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Interface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4" y="1116428"/>
            <a:ext cx="11399861" cy="5262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First_Prg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Calculate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add(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a, 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b);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Calculate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add(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a, 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b)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 + b;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program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sum =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program.add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(10, 20);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"Sum is: {0}"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,sum);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48936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235228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8" y="1095893"/>
            <a:ext cx="328108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8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028C76-D4D3-128D-5164-32C55B98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Interface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2C757-2363-9B79-68BC-11997934C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871136"/>
            <a:ext cx="4843814" cy="5521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BAEB81-B0BE-D84E-FD95-1C5AE9117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684" y="871370"/>
            <a:ext cx="4172532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8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DCE939-A32B-3B48-0055-2F5AC5DCF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9" t="19091" r="9611" b="23521"/>
          <a:stretch>
            <a:fillRect/>
          </a:stretch>
        </p:blipFill>
        <p:spPr>
          <a:xfrm>
            <a:off x="7895032" y="3778350"/>
            <a:ext cx="3900311" cy="201506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E99D45-2766-6D5F-96E3-286AEF70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Real World Example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B6F70-8FCC-F4BF-E1E9-250803838C45}"/>
              </a:ext>
            </a:extLst>
          </p:cNvPr>
          <p:cNvSpPr txBox="1"/>
          <p:nvPr/>
        </p:nvSpPr>
        <p:spPr>
          <a:xfrm>
            <a:off x="104589" y="844111"/>
            <a:ext cx="612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TV Remote Control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74BEE0-598B-0FFD-4FBE-B2C21ACA7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68125"/>
            <a:ext cx="3707818" cy="2322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7ADB63-46E7-6DB9-BD79-50B9ED242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778350"/>
            <a:ext cx="6795692" cy="18354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52BDED-53AA-398B-D67A-1CED397A9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698" y="1268125"/>
            <a:ext cx="6994079" cy="195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8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8DBC84-6FD8-46A4-AE55-15AE2D0D0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783495"/>
              </p:ext>
            </p:extLst>
          </p:nvPr>
        </p:nvGraphicFramePr>
        <p:xfrm>
          <a:off x="131763" y="863600"/>
          <a:ext cx="11928474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837">
                  <a:extLst>
                    <a:ext uri="{9D8B030D-6E8A-4147-A177-3AD203B41FA5}">
                      <a16:colId xmlns:a16="http://schemas.microsoft.com/office/drawing/2014/main" val="1349521884"/>
                    </a:ext>
                  </a:extLst>
                </a:gridCol>
                <a:gridCol w="4799106">
                  <a:extLst>
                    <a:ext uri="{9D8B030D-6E8A-4147-A177-3AD203B41FA5}">
                      <a16:colId xmlns:a16="http://schemas.microsoft.com/office/drawing/2014/main" val="3409158622"/>
                    </a:ext>
                  </a:extLst>
                </a:gridCol>
                <a:gridCol w="5127531">
                  <a:extLst>
                    <a:ext uri="{9D8B030D-6E8A-4147-A177-3AD203B41FA5}">
                      <a16:colId xmlns:a16="http://schemas.microsoft.com/office/drawing/2014/main" val="3001382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Interface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Abstract Class (Abstraction)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971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Defines a </a:t>
                      </a:r>
                      <a:r>
                        <a:rPr lang="en-US" b="1"/>
                        <a:t>contract</a:t>
                      </a:r>
                      <a:r>
                        <a:rPr lang="en-US"/>
                        <a:t> with no 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Provides a </a:t>
                      </a:r>
                      <a:r>
                        <a:rPr lang="fr-FR" b="1"/>
                        <a:t>partial implementation</a:t>
                      </a:r>
                      <a:r>
                        <a:rPr lang="fr-FR"/>
                        <a:t> + abstraction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60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Implementation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Cannot have method body (until C# 8 with default methods)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have both abstract and concrete methods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344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Inheritance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class can implement </a:t>
                      </a:r>
                      <a:r>
                        <a:rPr lang="en-US" b="1"/>
                        <a:t>multiple interfaces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class can inherit from </a:t>
                      </a:r>
                      <a:r>
                        <a:rPr lang="en-US" b="1"/>
                        <a:t>only one abstract class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12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Access Modifiers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Methods are </a:t>
                      </a:r>
                      <a:r>
                        <a:rPr lang="en-US" b="1"/>
                        <a:t>public by default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have any access modifier (public, protected, private)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784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State (Fields)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Cannot have fields (only constants)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have fields, properties, constructors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398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When to Use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you want to </a:t>
                      </a:r>
                      <a:r>
                        <a:rPr lang="en-US" b="1"/>
                        <a:t>enforce capabilities/behavior</a:t>
                      </a:r>
                      <a:r>
                        <a:rPr lang="en-US"/>
                        <a:t>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you want to </a:t>
                      </a:r>
                      <a:r>
                        <a:rPr lang="en-US" b="1"/>
                        <a:t>share common code + enforce behavior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44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Constructors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Not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Allowed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05900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96979FD-14CA-357E-A404-6A3F0527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Interface &amp; Abstraction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7296E-8EAE-F7C2-78D5-DE3FF5E8D16F}"/>
              </a:ext>
            </a:extLst>
          </p:cNvPr>
          <p:cNvSpPr txBox="1"/>
          <p:nvPr/>
        </p:nvSpPr>
        <p:spPr>
          <a:xfrm>
            <a:off x="1213504" y="4790437"/>
            <a:ext cx="4260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Use </a:t>
            </a:r>
            <a:r>
              <a:rPr lang="en-US" b="1" dirty="0"/>
              <a:t>Interface</a:t>
            </a:r>
            <a:r>
              <a:rPr lang="en-US" dirty="0"/>
              <a:t> when you want to define </a:t>
            </a:r>
            <a:r>
              <a:rPr lang="en-US" b="1" dirty="0"/>
              <a:t>only behavior</a:t>
            </a:r>
            <a:r>
              <a:rPr lang="en-US" dirty="0"/>
              <a:t> (no code sharing).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CF980-0DE8-C1AD-B203-0264B387D200}"/>
              </a:ext>
            </a:extLst>
          </p:cNvPr>
          <p:cNvSpPr txBox="1"/>
          <p:nvPr/>
        </p:nvSpPr>
        <p:spPr>
          <a:xfrm>
            <a:off x="6096000" y="4790438"/>
            <a:ext cx="4817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Use </a:t>
            </a:r>
            <a:r>
              <a:rPr lang="en-US" b="1" dirty="0"/>
              <a:t>Abstract Class</a:t>
            </a:r>
            <a:r>
              <a:rPr lang="en-US" dirty="0"/>
              <a:t> when you want to define </a:t>
            </a:r>
            <a:r>
              <a:rPr lang="en-US" b="1" dirty="0"/>
              <a:t>behavior + reusable base functionality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31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Debugging and Error Handling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2873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Exception is a </a:t>
            </a:r>
            <a:r>
              <a:rPr lang="en-US" b="1" dirty="0"/>
              <a:t>runtime error that arises because of some abnormal conditions</a:t>
            </a:r>
            <a:r>
              <a:rPr lang="en-US" dirty="0"/>
              <a:t>, such as division of a number by zero and passing a string to a variable that holds an integer value.</a:t>
            </a:r>
          </a:p>
          <a:p>
            <a:r>
              <a:rPr lang="en-US" dirty="0"/>
              <a:t>Capturing and handling of runtime error is one of the important and crucial tasks for any programmer.</a:t>
            </a:r>
          </a:p>
          <a:p>
            <a:r>
              <a:rPr lang="en-US" dirty="0"/>
              <a:t>Compile time errors are those errors that occur during the compilation of a program.</a:t>
            </a:r>
          </a:p>
          <a:p>
            <a:r>
              <a:rPr lang="en-US" dirty="0"/>
              <a:t>It can happen due to bad coding or incorrect syntax.</a:t>
            </a:r>
          </a:p>
          <a:p>
            <a:r>
              <a:rPr lang="en-US" dirty="0"/>
              <a:t>We can correct these compile time errors after looking at the error message that the compiler generates.</a:t>
            </a:r>
          </a:p>
          <a:p>
            <a:r>
              <a:rPr lang="en-US" dirty="0"/>
              <a:t>On the other hand, runtime errors are those errors that occur during the execution of a program, and thus, they cannot be corrected at that time.  </a:t>
            </a:r>
          </a:p>
          <a:p>
            <a:r>
              <a:rPr lang="en-US" dirty="0"/>
              <a:t>So, necessary actions need to be taken beforehand to prevent such types of errors.</a:t>
            </a:r>
          </a:p>
          <a:p>
            <a:r>
              <a:rPr lang="en-US" dirty="0"/>
              <a:t>To do so, you should first identify the following two aspects.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Find out those parts of a program which can cause runtime errors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How to handle those errors when they occur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and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24942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1180" y="863444"/>
            <a:ext cx="5997689" cy="5590565"/>
          </a:xfrm>
        </p:spPr>
        <p:txBody>
          <a:bodyPr/>
          <a:lstStyle/>
          <a:p>
            <a:r>
              <a:rPr lang="en-US" dirty="0"/>
              <a:t>Exceptions can be handled by using the following two statements.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The try…catch…finally statement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The throw statement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3672" y="2611199"/>
            <a:ext cx="1676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try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7253" y="3748512"/>
            <a:ext cx="1676400" cy="457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catch 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310489" y="4929612"/>
            <a:ext cx="1676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finally block</a:t>
            </a:r>
          </a:p>
        </p:txBody>
      </p:sp>
      <p:sp>
        <p:nvSpPr>
          <p:cNvPr id="7" name="Diamond 6"/>
          <p:cNvSpPr/>
          <p:nvPr/>
        </p:nvSpPr>
        <p:spPr>
          <a:xfrm>
            <a:off x="1234289" y="3405612"/>
            <a:ext cx="1742364" cy="1143000"/>
          </a:xfrm>
          <a:prstGeom prst="diamond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Code throws an exception?</a:t>
            </a:r>
          </a:p>
        </p:txBody>
      </p:sp>
      <p:cxnSp>
        <p:nvCxnSpPr>
          <p:cNvPr id="8" name="Straight Arrow Connector 7"/>
          <p:cNvCxnSpPr>
            <a:stCxn id="7" idx="2"/>
          </p:cNvCxnSpPr>
          <p:nvPr/>
        </p:nvCxnSpPr>
        <p:spPr>
          <a:xfrm>
            <a:off x="2105471" y="4548612"/>
            <a:ext cx="0" cy="304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105471" y="3068399"/>
            <a:ext cx="0" cy="304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3"/>
          </p:cNvCxnSpPr>
          <p:nvPr/>
        </p:nvCxnSpPr>
        <p:spPr>
          <a:xfrm>
            <a:off x="2976653" y="3977112"/>
            <a:ext cx="9246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74152" y="454712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cxnSp>
        <p:nvCxnSpPr>
          <p:cNvPr id="12" name="Elbow Connector 11"/>
          <p:cNvCxnSpPr>
            <a:stCxn id="5" idx="2"/>
            <a:endCxn id="6" idx="3"/>
          </p:cNvCxnSpPr>
          <p:nvPr/>
        </p:nvCxnSpPr>
        <p:spPr>
          <a:xfrm rot="5400000">
            <a:off x="3419921" y="3772680"/>
            <a:ext cx="952500" cy="181856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64310" y="4810847"/>
            <a:ext cx="1698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All Errors Processed </a:t>
            </a:r>
          </a:p>
        </p:txBody>
      </p:sp>
      <p:sp>
        <p:nvSpPr>
          <p:cNvPr id="16" name="Content Placeholder 1"/>
          <p:cNvSpPr txBox="1">
            <a:spLocks/>
          </p:cNvSpPr>
          <p:nvPr/>
        </p:nvSpPr>
        <p:spPr>
          <a:xfrm>
            <a:off x="6393342" y="863444"/>
            <a:ext cx="559008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try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/>
              <a:t>try block </a:t>
            </a:r>
            <a:r>
              <a:rPr lang="en-US" dirty="0"/>
              <a:t>encloses the statements </a:t>
            </a:r>
            <a:r>
              <a:rPr lang="en-US" b="1" dirty="0"/>
              <a:t>that might throw an exception.</a:t>
            </a:r>
          </a:p>
          <a:p>
            <a:r>
              <a:rPr lang="en-US" b="1" dirty="0"/>
              <a:t>catch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catch block handles the exceptions thrown by the try block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 a program, a try block can contain </a:t>
            </a:r>
            <a:r>
              <a:rPr lang="en-US" b="1" dirty="0"/>
              <a:t>one or more catch blocks</a:t>
            </a:r>
            <a:r>
              <a:rPr lang="en-US" dirty="0"/>
              <a:t>.</a:t>
            </a:r>
          </a:p>
          <a:p>
            <a:r>
              <a:rPr lang="en-US" b="1" dirty="0"/>
              <a:t>finally</a:t>
            </a:r>
            <a:endParaRPr lang="en-US" dirty="0"/>
          </a:p>
          <a:p>
            <a:pPr lvl="1"/>
            <a:r>
              <a:rPr lang="en-US" dirty="0"/>
              <a:t>It is an </a:t>
            </a:r>
            <a:r>
              <a:rPr lang="en-US" b="1" dirty="0"/>
              <a:t>optional block </a:t>
            </a:r>
            <a:r>
              <a:rPr lang="en-US" dirty="0"/>
              <a:t>and is </a:t>
            </a:r>
            <a:r>
              <a:rPr lang="en-US" b="1" dirty="0"/>
              <a:t>always executed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chemeClr val="accent6"/>
                </a:solidFill>
              </a:rPr>
              <a:t>no exception occurs inside the try block</a:t>
            </a:r>
            <a:r>
              <a:rPr lang="en-US" dirty="0"/>
              <a:t>, </a:t>
            </a:r>
            <a:r>
              <a:rPr lang="en-US" b="1" dirty="0"/>
              <a:t>the program control is transferred directly to the finally block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76653" y="3635508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59076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1" grpId="0"/>
      <p:bldP spid="13" grpId="0"/>
      <p:bldP spid="16" grpId="0"/>
      <p:bldP spid="17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Exception Classes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750608"/>
              </p:ext>
            </p:extLst>
          </p:nvPr>
        </p:nvGraphicFramePr>
        <p:xfrm>
          <a:off x="304799" y="990600"/>
          <a:ext cx="1170914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3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SystemException</a:t>
                      </a:r>
                      <a:r>
                        <a:rPr lang="en-US" b="1" baseline="0" dirty="0"/>
                        <a:t>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Represents a base class for other exception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DivideByZeroException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Occurs if you try to divide a number by zero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IndexOutOfRangeException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Occurs if the</a:t>
                      </a:r>
                      <a:r>
                        <a:rPr lang="en-US" baseline="0" dirty="0"/>
                        <a:t> index of an array is out of bound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Format</a:t>
                      </a:r>
                      <a:r>
                        <a:rPr lang="en-US" b="1" baseline="0" dirty="0" err="1"/>
                        <a:t>Exception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Occurs if there is an</a:t>
                      </a:r>
                      <a:r>
                        <a:rPr lang="en-US" baseline="0" dirty="0"/>
                        <a:t> incorrect format of argument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OutOfMemoryException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Occurs if an execution</a:t>
                      </a:r>
                      <a:r>
                        <a:rPr lang="en-US" baseline="0" dirty="0"/>
                        <a:t> stops due to lake of memory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StackOverflowException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Occurs if a stack overflows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85721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Exception Handling without </a:t>
            </a:r>
            <a:r>
              <a:rPr lang="en-IN" dirty="0" err="1"/>
              <a:t>try..catch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78334" y="2443449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4F4501-C7CE-A66D-6819-EE47159B6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8" y="928564"/>
            <a:ext cx="6096735" cy="14241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F92AB291-9827-D7C5-6649-0C0452872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864020"/>
            <a:ext cx="5915025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Unhandled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exception.System.DivideByZeroException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 Attempted to divide by zero in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line 3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08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6AB17C-088A-E282-60A8-B2F67AC3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Exception Handling </a:t>
            </a:r>
            <a:r>
              <a:rPr lang="en-IN" dirty="0" err="1"/>
              <a:t>try..catch</a:t>
            </a:r>
            <a:r>
              <a:rPr lang="en-IN" dirty="0"/>
              <a:t> Cont..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6C75BF-0520-6FF4-2306-E79F59813C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9"/>
          <a:stretch/>
        </p:blipFill>
        <p:spPr>
          <a:xfrm>
            <a:off x="189935" y="904875"/>
            <a:ext cx="6116841" cy="3590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A08660-D975-90E6-51D2-C9DB032AFD1B}"/>
              </a:ext>
            </a:extLst>
          </p:cNvPr>
          <p:cNvSpPr txBox="1"/>
          <p:nvPr/>
        </p:nvSpPr>
        <p:spPr>
          <a:xfrm>
            <a:off x="6449925" y="843249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1497C2-E481-A8FC-A2CB-6DD973CC2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849" y="1187614"/>
            <a:ext cx="4020111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1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6AB17C-088A-E282-60A8-B2F67AC3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Exception Handling </a:t>
            </a:r>
            <a:r>
              <a:rPr lang="en-IN" dirty="0" err="1"/>
              <a:t>try..catch..finally</a:t>
            </a:r>
            <a:r>
              <a:rPr lang="en-IN" dirty="0"/>
              <a:t> Cont..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A08660-D975-90E6-51D2-C9DB032AFD1B}"/>
              </a:ext>
            </a:extLst>
          </p:cNvPr>
          <p:cNvSpPr txBox="1"/>
          <p:nvPr/>
        </p:nvSpPr>
        <p:spPr>
          <a:xfrm>
            <a:off x="7105908" y="83331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23404-D275-E890-25D9-9A0773913D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0"/>
          <a:stretch/>
        </p:blipFill>
        <p:spPr>
          <a:xfrm>
            <a:off x="163130" y="884582"/>
            <a:ext cx="6816604" cy="4333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9DFC92-19EF-EC46-0BF7-C35610E0E32A}"/>
              </a:ext>
            </a:extLst>
          </p:cNvPr>
          <p:cNvSpPr txBox="1"/>
          <p:nvPr/>
        </p:nvSpPr>
        <p:spPr>
          <a:xfrm>
            <a:off x="7086600" y="1174618"/>
            <a:ext cx="49397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Exception caught: </a:t>
            </a:r>
            <a:r>
              <a:rPr lang="en-GB" sz="2000" dirty="0" err="1">
                <a:solidFill>
                  <a:srgbClr val="FF0000"/>
                </a:solidFill>
              </a:rPr>
              <a:t>System.DivideByZeroException</a:t>
            </a:r>
            <a:r>
              <a:rPr lang="en-GB" sz="2000" dirty="0">
                <a:solidFill>
                  <a:srgbClr val="FF0000"/>
                </a:solidFill>
              </a:rPr>
              <a:t>: Attempted to divide by zero. at Program.&lt;Main&gt;$(String[] </a:t>
            </a:r>
            <a:r>
              <a:rPr lang="en-GB" sz="2000" dirty="0" err="1">
                <a:solidFill>
                  <a:srgbClr val="FF0000"/>
                </a:solidFill>
              </a:rPr>
              <a:t>args</a:t>
            </a:r>
            <a:r>
              <a:rPr lang="en-GB" sz="2000" dirty="0">
                <a:solidFill>
                  <a:srgbClr val="FF0000"/>
                </a:solidFill>
              </a:rPr>
              <a:t>) in </a:t>
            </a:r>
            <a:r>
              <a:rPr lang="en-GB" sz="2000" dirty="0" err="1">
                <a:solidFill>
                  <a:srgbClr val="FF0000"/>
                </a:solidFill>
              </a:rPr>
              <a:t>Program.cs:line</a:t>
            </a:r>
            <a:r>
              <a:rPr lang="en-GB" sz="2000" dirty="0">
                <a:solidFill>
                  <a:srgbClr val="FF0000"/>
                </a:solidFill>
              </a:rPr>
              <a:t> 6</a:t>
            </a:r>
          </a:p>
          <a:p>
            <a:r>
              <a:rPr lang="en-GB" sz="2000" dirty="0">
                <a:solidFill>
                  <a:srgbClr val="FF0000"/>
                </a:solidFill>
              </a:rPr>
              <a:t>Result: 0</a:t>
            </a:r>
          </a:p>
        </p:txBody>
      </p:sp>
    </p:spTree>
    <p:extLst>
      <p:ext uri="{BB962C8B-B14F-4D97-AF65-F5344CB8AC3E}">
        <p14:creationId xmlns:p14="http://schemas.microsoft.com/office/powerpoint/2010/main" val="372939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6AB17C-088A-E282-60A8-B2F67AC3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Exception Handling </a:t>
            </a:r>
            <a:r>
              <a:rPr lang="en-IN" dirty="0" err="1"/>
              <a:t>try..catch..finally</a:t>
            </a:r>
            <a:r>
              <a:rPr lang="en-IN" dirty="0"/>
              <a:t> Cont..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A08660-D975-90E6-51D2-C9DB032AFD1B}"/>
              </a:ext>
            </a:extLst>
          </p:cNvPr>
          <p:cNvSpPr txBox="1"/>
          <p:nvPr/>
        </p:nvSpPr>
        <p:spPr>
          <a:xfrm>
            <a:off x="7105908" y="83331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C23E9-D68F-D34D-DDBB-F9D66DE070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6"/>
          <a:stretch/>
        </p:blipFill>
        <p:spPr>
          <a:xfrm>
            <a:off x="108258" y="874643"/>
            <a:ext cx="6967233" cy="44129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E9B736-80CC-2945-B0D7-47EBEA04CF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28"/>
          <a:stretch/>
        </p:blipFill>
        <p:spPr>
          <a:xfrm>
            <a:off x="7216388" y="1212575"/>
            <a:ext cx="3543795" cy="103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0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FF2975-4100-6BDA-3800-0C1743054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47" y="883478"/>
            <a:ext cx="5138281" cy="5591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1F7878A-EB9D-3E12-C3C5-CF9D6F73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try with multiple catch blocks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68BE1-FF82-E3F4-135C-909574D62B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0" t="891" b="-1"/>
          <a:stretch/>
        </p:blipFill>
        <p:spPr>
          <a:xfrm>
            <a:off x="5505450" y="895350"/>
            <a:ext cx="6131422" cy="4810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587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>
              <a:buFont typeface="Wingdings" panose="05000000000000000000" pitchFamily="2" charset="2"/>
              <a:buChar char="§"/>
            </a:pPr>
            <a:r>
              <a:rPr lang="en-US" dirty="0"/>
              <a:t>The throw statement allows us to create a custom error also.</a:t>
            </a:r>
          </a:p>
          <a:p>
            <a:pPr marL="457200">
              <a:buFont typeface="Wingdings" panose="05000000000000000000" pitchFamily="2" charset="2"/>
              <a:buChar char="§"/>
            </a:pPr>
            <a:r>
              <a:rPr lang="en-US" dirty="0"/>
              <a:t>It is used together with an exception classes.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throw Statement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EDC115-F100-1BC5-88BA-E4FBE78CF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712" y="4491385"/>
            <a:ext cx="10981911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Unhandled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exception.System.DivideByZeroException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 Attempted to divide by zero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line 3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58E488-CB4A-BF92-B418-5625E000C2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5" b="1"/>
          <a:stretch/>
        </p:blipFill>
        <p:spPr>
          <a:xfrm>
            <a:off x="666217" y="1868142"/>
            <a:ext cx="6281236" cy="2512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668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Collection Classes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5059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We mostly use arrays to </a:t>
            </a:r>
            <a:r>
              <a:rPr lang="en-US" sz="2800" b="1" dirty="0"/>
              <a:t>store and manage data</a:t>
            </a:r>
            <a:r>
              <a:rPr lang="en-US" sz="2800" dirty="0"/>
              <a:t>.</a:t>
            </a:r>
          </a:p>
          <a:p>
            <a:r>
              <a:rPr lang="en-US" sz="2800" dirty="0"/>
              <a:t>However, </a:t>
            </a:r>
            <a:r>
              <a:rPr lang="en-US" sz="2800" b="1" dirty="0"/>
              <a:t>arrays can store a particular type of data, such as integer and characters</a:t>
            </a:r>
            <a:r>
              <a:rPr lang="en-US" sz="2800" dirty="0"/>
              <a:t>.</a:t>
            </a:r>
          </a:p>
          <a:p>
            <a:r>
              <a:rPr lang="en-US" sz="2800" dirty="0"/>
              <a:t>To resolve this issue, the framework introduces the concept of </a:t>
            </a:r>
            <a:r>
              <a:rPr lang="en-US" sz="2800" b="1" dirty="0"/>
              <a:t>collections</a:t>
            </a:r>
            <a:r>
              <a:rPr lang="en-US" sz="2800" dirty="0"/>
              <a:t> for data storage and retrieval, where collection means a </a:t>
            </a:r>
            <a:r>
              <a:rPr lang="en-US" sz="2800" b="1" dirty="0">
                <a:solidFill>
                  <a:schemeClr val="accent6"/>
                </a:solidFill>
              </a:rPr>
              <a:t>group of different types of data</a:t>
            </a:r>
            <a:r>
              <a:rPr lang="en-US" sz="2800" dirty="0"/>
              <a:t>.</a:t>
            </a:r>
          </a:p>
          <a:p>
            <a:r>
              <a:rPr lang="en-US" sz="2800" dirty="0"/>
              <a:t>In arrays, you need to define the number of elements at declaration time (Dynamic Array). </a:t>
            </a:r>
          </a:p>
          <a:p>
            <a:r>
              <a:rPr lang="en-US" sz="2800" dirty="0"/>
              <a:t>But in a collection, </a:t>
            </a:r>
            <a:r>
              <a:rPr lang="en-US" sz="2800" b="1" dirty="0"/>
              <a:t>you don't need to define the size of the collection in advance</a:t>
            </a:r>
            <a:r>
              <a:rPr lang="en-US" sz="2800" dirty="0"/>
              <a:t>.</a:t>
            </a:r>
          </a:p>
          <a:p>
            <a:r>
              <a:rPr lang="en-US" sz="2800" dirty="0"/>
              <a:t>You can add elements or even remove elements from the collection at any point of time.</a:t>
            </a:r>
            <a:endParaRPr lang="en-US" sz="2400" b="1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Classes: Introduction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48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655426-554A-367A-3EAB-7988A72F3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System.Collections</a:t>
            </a:r>
            <a:r>
              <a:rPr lang="en-US" b="1" dirty="0"/>
              <a:t> </a:t>
            </a:r>
            <a:r>
              <a:rPr lang="en-US" dirty="0"/>
              <a:t>namespace contains the non-generic collection types and </a:t>
            </a:r>
            <a:r>
              <a:rPr lang="en-US" b="1" dirty="0" err="1"/>
              <a:t>System.Collections.Generic</a:t>
            </a:r>
            <a:r>
              <a:rPr lang="en-US" b="1" dirty="0"/>
              <a:t> </a:t>
            </a:r>
            <a:r>
              <a:rPr lang="en-US" dirty="0"/>
              <a:t>namespace includes generic collection types.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939000-2976-88E8-58AC-8F2A0954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Collections Classes Types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50B3D9-7ABA-46C1-C678-9B1F1AD3A3F9}"/>
              </a:ext>
            </a:extLst>
          </p:cNvPr>
          <p:cNvGraphicFramePr>
            <a:graphicFrameLocks noGrp="1"/>
          </p:cNvGraphicFramePr>
          <p:nvPr/>
        </p:nvGraphicFramePr>
        <p:xfrm>
          <a:off x="488950" y="1691215"/>
          <a:ext cx="6778626" cy="2776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13">
                  <a:extLst>
                    <a:ext uri="{9D8B030D-6E8A-4147-A177-3AD203B41FA5}">
                      <a16:colId xmlns:a16="http://schemas.microsoft.com/office/drawing/2014/main" val="2004159493"/>
                    </a:ext>
                  </a:extLst>
                </a:gridCol>
                <a:gridCol w="3389313">
                  <a:extLst>
                    <a:ext uri="{9D8B030D-6E8A-4147-A177-3AD203B41FA5}">
                      <a16:colId xmlns:a16="http://schemas.microsoft.com/office/drawing/2014/main" val="398016012"/>
                    </a:ext>
                  </a:extLst>
                </a:gridCol>
              </a:tblGrid>
              <a:tr h="396573">
                <a:tc>
                  <a:txBody>
                    <a:bodyPr/>
                    <a:lstStyle/>
                    <a:p>
                      <a:r>
                        <a:rPr lang="en-GB" sz="2000" dirty="0"/>
                        <a:t>Generic Collections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Non-generic Collections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636939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/>
                        <a:t>List&lt;T&gt;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err="1"/>
                        <a:t>ArrayList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912314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/>
                        <a:t>Dictionary&lt;</a:t>
                      </a:r>
                      <a:r>
                        <a:rPr lang="en-GB" sz="2000" dirty="0" err="1"/>
                        <a:t>TKey,TValue</a:t>
                      </a:r>
                      <a:r>
                        <a:rPr lang="en-GB" sz="2000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Bit Array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417325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 err="1"/>
                        <a:t>SortedList</a:t>
                      </a:r>
                      <a:r>
                        <a:rPr lang="en-GB" sz="2000" dirty="0"/>
                        <a:t>&lt;</a:t>
                      </a:r>
                      <a:r>
                        <a:rPr lang="en-GB" sz="2000" dirty="0" err="1"/>
                        <a:t>TKey,TValue</a:t>
                      </a:r>
                      <a:r>
                        <a:rPr lang="en-GB" sz="2000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err="1"/>
                        <a:t>SortedList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120258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/>
                        <a:t>Queue&lt;T&gt;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Queue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895355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/>
                        <a:t>Stack&lt;T&gt;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820978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 err="1"/>
                        <a:t>Hashset</a:t>
                      </a:r>
                      <a:r>
                        <a:rPr lang="en-GB" sz="2000" dirty="0"/>
                        <a:t>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Hashtable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295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56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.NET Framework provides you a variety of collection classes, which are available in the </a:t>
            </a:r>
            <a:r>
              <a:rPr lang="en-US" sz="2800" b="1" dirty="0" err="1"/>
              <a:t>System.Collections</a:t>
            </a:r>
            <a:r>
              <a:rPr lang="en-US" sz="2800" b="1" dirty="0"/>
              <a:t> </a:t>
            </a:r>
            <a:r>
              <a:rPr lang="en-US" sz="2800" dirty="0"/>
              <a:t>namespace.</a:t>
            </a:r>
          </a:p>
          <a:p>
            <a:r>
              <a:rPr lang="en-US" sz="2800" dirty="0"/>
              <a:t>Most useful collection classes defined are as follows.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i="1" dirty="0" err="1"/>
              <a:t>ArrayList</a:t>
            </a:r>
            <a:r>
              <a:rPr lang="en-US" sz="2800" b="1" i="1" dirty="0"/>
              <a:t> Class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i="1" dirty="0"/>
              <a:t>Stack Class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i="1" dirty="0"/>
              <a:t>Queue Class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i="1" dirty="0" err="1"/>
              <a:t>Hashtable</a:t>
            </a:r>
            <a:r>
              <a:rPr lang="en-US" sz="2800" b="1" i="1" dirty="0"/>
              <a:t> Class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i="1" dirty="0" err="1"/>
              <a:t>BitArray</a:t>
            </a:r>
            <a:r>
              <a:rPr lang="en-US" sz="2800" b="1" i="1" dirty="0"/>
              <a:t> Class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Classes (</a:t>
            </a:r>
            <a:r>
              <a:rPr lang="en-GB" sz="3600" dirty="0"/>
              <a:t>Non-generic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5636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an array, the </a:t>
            </a:r>
            <a:r>
              <a:rPr lang="en-US" dirty="0" err="1"/>
              <a:t>ArrayList</a:t>
            </a:r>
            <a:r>
              <a:rPr lang="en-US" dirty="0"/>
              <a:t> class allows you to store and manage multiple elements.</a:t>
            </a:r>
          </a:p>
          <a:p>
            <a:r>
              <a:rPr lang="en-US" dirty="0"/>
              <a:t>Using an arrays, the main problem arises is that their size always remain fixed by the number that you specify when declaring an arrays.</a:t>
            </a:r>
          </a:p>
          <a:p>
            <a:r>
              <a:rPr lang="en-US" dirty="0"/>
              <a:t>In addition, you cannot add or remove items in the middle of array.</a:t>
            </a:r>
          </a:p>
          <a:p>
            <a:r>
              <a:rPr lang="en-US" dirty="0"/>
              <a:t>Also you can not deal with different data types.</a:t>
            </a:r>
          </a:p>
          <a:p>
            <a:r>
              <a:rPr lang="en-US" dirty="0"/>
              <a:t>The solution to these problems is the use of </a:t>
            </a:r>
            <a:r>
              <a:rPr lang="en-US" b="1" dirty="0" err="1"/>
              <a:t>ArrayList</a:t>
            </a:r>
            <a:r>
              <a:rPr lang="en-US" dirty="0"/>
              <a:t> Class, it allocated size dynamically and it gets double after elements value is filled.</a:t>
            </a:r>
          </a:p>
          <a:p>
            <a:r>
              <a:rPr lang="en-US" dirty="0"/>
              <a:t>With the </a:t>
            </a:r>
            <a:r>
              <a:rPr lang="en-US" dirty="0" err="1"/>
              <a:t>ArrayList</a:t>
            </a:r>
            <a:r>
              <a:rPr lang="en-US" dirty="0"/>
              <a:t> class, you can add and remove items from a list of array items from a specified position, and then the array items list automatically resizes itself accordingly.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233953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ArrayList</a:t>
            </a:r>
            <a:r>
              <a:rPr lang="en-IN" dirty="0"/>
              <a:t> Class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938060"/>
            <a:ext cx="4991100" cy="5653240"/>
          </a:xfrm>
          <a:ln>
            <a:solidFill>
              <a:schemeClr val="tx1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sz="4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4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4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ArrayList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A1 =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ArrayList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A1.Add(10);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A1.Add(</a:t>
            </a:r>
            <a:r>
              <a:rPr lang="en-US" sz="4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A1.Add(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(A1[0]);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(A1[1]);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(A1[2]);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49977" y="938058"/>
            <a:ext cx="3619500" cy="565324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5448300" y="1019175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1469623"/>
            <a:ext cx="2438400" cy="32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4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8" grpId="0" animBg="1"/>
      <p:bldP spid="9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ArrayList</a:t>
            </a:r>
            <a:r>
              <a:rPr lang="en-IN" dirty="0"/>
              <a:t> Class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4991100" cy="550545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ArrayList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A1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ArrayList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A1.Add(10); A1.Add(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 A1.Add(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(A1.Count);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(A1.Contains(10));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"-------------------"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(A1[1]);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A1.RemoveAt(1);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(A1[1]);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11877" y="985684"/>
            <a:ext cx="3619500" cy="551036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5410200" y="1066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65" y="1507416"/>
            <a:ext cx="2875935" cy="314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1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  <p:bldP spid="12" grpId="0" animBg="1"/>
      <p:bldP spid="13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47892B-7064-37E2-6997-5C822C636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879" y="941460"/>
            <a:ext cx="5722163" cy="52552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5EE245F-8E7D-622B-131A-D7703830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ArrayList</a:t>
            </a:r>
            <a:r>
              <a:rPr lang="en-IN" dirty="0"/>
              <a:t> Class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177D1B-58F5-5D0E-4D7E-02A6DE1B2F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16"/>
          <a:stretch/>
        </p:blipFill>
        <p:spPr>
          <a:xfrm>
            <a:off x="6061064" y="914399"/>
            <a:ext cx="3400900" cy="367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9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stack class represents a last in first out (LIFO) concept.</a:t>
            </a:r>
          </a:p>
          <a:p>
            <a:r>
              <a:rPr lang="en-US" dirty="0"/>
              <a:t>let's take an example. Imagine a stack of books with each book kept on top of each other. </a:t>
            </a:r>
          </a:p>
          <a:p>
            <a:r>
              <a:rPr lang="en-US" dirty="0"/>
              <a:t>The concept of last in first out in the case of books means that only the top most book can be removed from the stack of books.</a:t>
            </a:r>
          </a:p>
          <a:p>
            <a:r>
              <a:rPr lang="en-US" dirty="0"/>
              <a:t>It is not possible to remove a book from between, because then that would disturb the setting of the stack. </a:t>
            </a:r>
          </a:p>
          <a:p>
            <a:r>
              <a:rPr lang="en-US" dirty="0"/>
              <a:t>Hence in C#, the stack also works in the same way.</a:t>
            </a:r>
          </a:p>
          <a:p>
            <a:r>
              <a:rPr lang="en-US" dirty="0"/>
              <a:t>Elements are added to the stack, one on the top of each other.</a:t>
            </a:r>
          </a:p>
          <a:p>
            <a:r>
              <a:rPr lang="en-US" dirty="0"/>
              <a:t>The process of adding an element to the stack is called a </a:t>
            </a:r>
            <a:r>
              <a:rPr lang="en-US" b="1" dirty="0"/>
              <a:t>push</a:t>
            </a:r>
            <a:r>
              <a:rPr lang="en-US" dirty="0"/>
              <a:t> operation.</a:t>
            </a:r>
          </a:p>
          <a:p>
            <a:r>
              <a:rPr lang="en-US" dirty="0"/>
              <a:t>The process of removing an element from the stack is called a </a:t>
            </a:r>
            <a:r>
              <a:rPr lang="en-US" b="1" dirty="0"/>
              <a:t>pop</a:t>
            </a:r>
            <a:r>
              <a:rPr lang="en-US" dirty="0"/>
              <a:t> operation.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Class</a:t>
            </a:r>
          </a:p>
        </p:txBody>
      </p:sp>
    </p:spTree>
    <p:extLst>
      <p:ext uri="{BB962C8B-B14F-4D97-AF65-F5344CB8AC3E}">
        <p14:creationId xmlns:p14="http://schemas.microsoft.com/office/powerpoint/2010/main" val="134888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Stack Class (Push)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838200"/>
            <a:ext cx="6305550" cy="5734050"/>
          </a:xfrm>
          <a:ln>
            <a:solidFill>
              <a:schemeClr val="tx1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sz="3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3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3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>
                <a:solidFill>
                  <a:srgbClr val="2B91AF"/>
                </a:solidFill>
                <a:latin typeface="Cascadia Mono" panose="020B0609020000020004" pitchFamily="49" charset="0"/>
              </a:rPr>
              <a:t>Stack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>
                <a:solidFill>
                  <a:srgbClr val="2B91AF"/>
                </a:solidFill>
                <a:latin typeface="Cascadia Mono" panose="020B0609020000020004" pitchFamily="49" charset="0"/>
              </a:rPr>
              <a:t>Stack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(2);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(3);</a:t>
            </a:r>
          </a:p>
          <a:p>
            <a:pPr marL="0" indent="0">
              <a:buNone/>
            </a:pPr>
            <a:endParaRPr lang="en-US" sz="3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3100" dirty="0">
                <a:solidFill>
                  <a:srgbClr val="2B91AF"/>
                </a:solidFill>
                <a:latin typeface="Cascadia Mono" panose="020B0609020000020004" pitchFamily="49" charset="0"/>
              </a:rPr>
              <a:t>Object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3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"Total elements in the stack "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st.Count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fr-FR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3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fr-FR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fr-FR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3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</a:t>
            </a:r>
            <a:r>
              <a:rPr lang="fr-FR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fr-FR" sz="3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contain</a:t>
            </a:r>
            <a:r>
              <a:rPr lang="fr-FR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fr-FR" sz="3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element</a:t>
            </a:r>
            <a:r>
              <a:rPr lang="fr-FR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 3? "</a:t>
            </a:r>
            <a:r>
              <a:rPr lang="fr-FR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fr-FR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st.Contains</a:t>
            </a:r>
            <a:r>
              <a:rPr lang="fr-FR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(3));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3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06048" y="842809"/>
            <a:ext cx="3619500" cy="572944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686550" y="9144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047" y="1364848"/>
            <a:ext cx="3399503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6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Stack Class (Pop)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990599"/>
            <a:ext cx="4991100" cy="557212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Stack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Stack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(2);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(3);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st.Pop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11877" y="985684"/>
            <a:ext cx="3619500" cy="55770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410200" y="1066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492" y="1507415"/>
            <a:ext cx="2410108" cy="267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2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Queue class represents a first in first out (FIFO) concept.</a:t>
            </a:r>
          </a:p>
          <a:p>
            <a:r>
              <a:rPr lang="en-US" dirty="0"/>
              <a:t>let's take an example. Imagine a queue of people waiting for the bus.</a:t>
            </a:r>
          </a:p>
          <a:p>
            <a:r>
              <a:rPr lang="en-US" dirty="0"/>
              <a:t>Normally, the first person who enters the queue will be the first person to enter the bus.</a:t>
            </a:r>
          </a:p>
          <a:p>
            <a:r>
              <a:rPr lang="en-US" dirty="0"/>
              <a:t>Similarly, the last person to enter the queue will be the last person to enter into the bus.</a:t>
            </a:r>
          </a:p>
          <a:p>
            <a:r>
              <a:rPr lang="en-US" dirty="0"/>
              <a:t>The process of adding an element to the queue is the </a:t>
            </a:r>
            <a:r>
              <a:rPr lang="en-US" b="1" dirty="0" err="1"/>
              <a:t>Enqueue</a:t>
            </a:r>
            <a:r>
              <a:rPr lang="en-US" dirty="0"/>
              <a:t> operation.</a:t>
            </a:r>
          </a:p>
          <a:p>
            <a:r>
              <a:rPr lang="en-US" dirty="0"/>
              <a:t>The process of removing an element from the queue is the  </a:t>
            </a:r>
            <a:r>
              <a:rPr lang="en-US" b="1" dirty="0" err="1"/>
              <a:t>Dequeue</a:t>
            </a:r>
            <a:r>
              <a:rPr lang="en-US" dirty="0"/>
              <a:t> operation.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Class</a:t>
            </a:r>
          </a:p>
        </p:txBody>
      </p:sp>
    </p:spTree>
    <p:extLst>
      <p:ext uri="{BB962C8B-B14F-4D97-AF65-F5344CB8AC3E}">
        <p14:creationId xmlns:p14="http://schemas.microsoft.com/office/powerpoint/2010/main" val="76829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Queue Class (</a:t>
            </a:r>
            <a:r>
              <a:rPr lang="en-IN" dirty="0" err="1"/>
              <a:t>Enqueue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990599"/>
            <a:ext cx="6362700" cy="5553075"/>
          </a:xfrm>
          <a:ln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4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4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Queue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Queue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(2);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(3);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Object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4400" dirty="0">
                <a:solidFill>
                  <a:srgbClr val="A31515"/>
                </a:solidFill>
                <a:latin typeface="Cascadia Mono" panose="020B0609020000020004" pitchFamily="49" charset="0"/>
              </a:rPr>
              <a:t>"Total elements in the queue ="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qt.Count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 algn="l">
              <a:buNone/>
            </a:pPr>
            <a:r>
              <a:rPr lang="fr-FR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fr-FR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fr-FR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4400" dirty="0">
                <a:solidFill>
                  <a:srgbClr val="A31515"/>
                </a:solidFill>
                <a:latin typeface="Cascadia Mono" panose="020B0609020000020004" pitchFamily="49" charset="0"/>
              </a:rPr>
              <a:t>"Queue </a:t>
            </a:r>
            <a:r>
              <a:rPr lang="fr-FR" sz="4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contain</a:t>
            </a:r>
            <a:r>
              <a:rPr lang="fr-FR" sz="4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fr-FR" sz="4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element</a:t>
            </a:r>
            <a:r>
              <a:rPr lang="fr-FR" sz="4400" dirty="0">
                <a:solidFill>
                  <a:srgbClr val="A31515"/>
                </a:solidFill>
                <a:latin typeface="Cascadia Mono" panose="020B0609020000020004" pitchFamily="49" charset="0"/>
              </a:rPr>
              <a:t> 3? "</a:t>
            </a:r>
            <a:r>
              <a:rPr lang="fr-FR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fr-FR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qt.Contains</a:t>
            </a:r>
            <a:r>
              <a:rPr lang="fr-FR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(3));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3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45377" y="985684"/>
            <a:ext cx="3619500" cy="55579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743700" y="1066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00" y="1507416"/>
            <a:ext cx="3429000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2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Queue Class (</a:t>
            </a:r>
            <a:r>
              <a:rPr lang="en-IN" dirty="0" err="1"/>
              <a:t>Dequeue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0500" y="990600"/>
            <a:ext cx="4991100" cy="55245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(2);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(3);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qt.Dequeue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Object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1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11877" y="985684"/>
            <a:ext cx="3619500" cy="5529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410200" y="1066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392" y="1507416"/>
            <a:ext cx="2545608" cy="258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8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Hashtable</a:t>
            </a:r>
            <a:r>
              <a:rPr lang="en-US" dirty="0"/>
              <a:t> class is similar to the </a:t>
            </a:r>
            <a:r>
              <a:rPr lang="en-US" dirty="0" err="1"/>
              <a:t>ArrayList</a:t>
            </a:r>
            <a:r>
              <a:rPr lang="en-US" dirty="0"/>
              <a:t> class, but it allows you to access the items by a </a:t>
            </a:r>
            <a:r>
              <a:rPr lang="en-US" b="1" dirty="0"/>
              <a:t>key</a:t>
            </a:r>
            <a:r>
              <a:rPr lang="en-US" dirty="0"/>
              <a:t>.</a:t>
            </a:r>
          </a:p>
          <a:p>
            <a:r>
              <a:rPr lang="en-US" dirty="0"/>
              <a:t>Each item in a </a:t>
            </a:r>
            <a:r>
              <a:rPr lang="en-US" dirty="0" err="1"/>
              <a:t>Hashtable</a:t>
            </a:r>
            <a:r>
              <a:rPr lang="en-US" dirty="0"/>
              <a:t> object has a </a:t>
            </a:r>
            <a:r>
              <a:rPr lang="en-US" b="1" dirty="0"/>
              <a:t>key/value pair</a:t>
            </a:r>
            <a:r>
              <a:rPr lang="en-US" dirty="0"/>
              <a:t>.</a:t>
            </a:r>
          </a:p>
          <a:p>
            <a:r>
              <a:rPr lang="en-US" dirty="0"/>
              <a:t>So instead of storing just one value like the stack, array list and queue, the </a:t>
            </a:r>
            <a:r>
              <a:rPr lang="en-US" dirty="0" err="1"/>
              <a:t>Hashtable</a:t>
            </a:r>
            <a:r>
              <a:rPr lang="en-US" dirty="0"/>
              <a:t> stores 2 values that is key and value (</a:t>
            </a:r>
            <a:r>
              <a:rPr lang="en-US" dirty="0" err="1">
                <a:solidFill>
                  <a:schemeClr val="accent1"/>
                </a:solidFill>
              </a:rPr>
              <a:t>hashcode</a:t>
            </a:r>
            <a:r>
              <a:rPr lang="en-US" dirty="0"/>
              <a:t>).</a:t>
            </a:r>
          </a:p>
          <a:p>
            <a:r>
              <a:rPr lang="en-US" dirty="0"/>
              <a:t>The key is used to access the items in a collection and each key must be unique, whereas the value is stored in an array.</a:t>
            </a:r>
          </a:p>
          <a:p>
            <a:r>
              <a:rPr lang="en-US" dirty="0"/>
              <a:t>The keys are short strings or integers.</a:t>
            </a:r>
          </a:p>
          <a:p>
            <a:r>
              <a:rPr lang="en-US" dirty="0"/>
              <a:t>There is no direct way to display the elements of a </a:t>
            </a:r>
            <a:r>
              <a:rPr lang="en-US" dirty="0" err="1"/>
              <a:t>Hashtable</a:t>
            </a:r>
            <a:r>
              <a:rPr lang="en-US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{ "1" , “</a:t>
            </a:r>
            <a:r>
              <a:rPr lang="en-US" dirty="0" err="1"/>
              <a:t>Darshan</a:t>
            </a:r>
            <a:r>
              <a:rPr lang="en-US" dirty="0"/>
              <a:t>" }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{ "2" , “Institute " }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{ "3" , "of </a:t>
            </a:r>
            <a:r>
              <a:rPr lang="en-US" dirty="0" err="1"/>
              <a:t>Engg</a:t>
            </a:r>
            <a:r>
              <a:rPr lang="en-US" dirty="0"/>
              <a:t>. &amp; Technology" } </a:t>
            </a:r>
          </a:p>
          <a:p>
            <a:r>
              <a:rPr lang="en-US" dirty="0"/>
              <a:t>This is done via the </a:t>
            </a:r>
            <a:r>
              <a:rPr lang="en-US" b="1" dirty="0" err="1"/>
              <a:t>ICollection</a:t>
            </a:r>
            <a:r>
              <a:rPr lang="en-US" dirty="0"/>
              <a:t> interface. (</a:t>
            </a:r>
            <a:r>
              <a:rPr lang="en-US" sz="2000" i="1" dirty="0"/>
              <a:t>This is a special data type which can be used to store the keys of a </a:t>
            </a:r>
            <a:r>
              <a:rPr lang="en-US" sz="2000" i="1" dirty="0" err="1"/>
              <a:t>Hashtable</a:t>
            </a:r>
            <a:r>
              <a:rPr lang="en-US" sz="2000" i="1" dirty="0"/>
              <a:t> collections)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Hashtable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159006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13731E-39D1-E585-4DAC-082452F4A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69" y="817761"/>
            <a:ext cx="6839905" cy="365811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A7C95F2-0473-82E8-10D2-4E995EA12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Hashtable</a:t>
            </a:r>
            <a:r>
              <a:rPr lang="en-IN" dirty="0"/>
              <a:t> Class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C0631A-1319-FB69-C22F-3FA733740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163" y="936694"/>
            <a:ext cx="2781688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4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Hashtable</a:t>
            </a:r>
            <a:r>
              <a:rPr lang="en-IN" dirty="0"/>
              <a:t> Class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895350"/>
            <a:ext cx="4991100" cy="558165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Hashtable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Hashtable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ht.Add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"1"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Darshan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ht.Add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"2"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"Institute"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ht.Add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"3"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"of 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Engg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. &amp; Technology"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ICollection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keys =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ht.Keys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k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keys)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[k]);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11877" y="890434"/>
            <a:ext cx="3619500" cy="558656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410200" y="97155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238" y="1412165"/>
            <a:ext cx="3325761" cy="20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1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1180" y="863444"/>
            <a:ext cx="11917945" cy="559056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BitArray</a:t>
            </a:r>
            <a:r>
              <a:rPr lang="en-US" dirty="0"/>
              <a:t> class is used to manage an array of the binary representation using the value 1 and 0, where 1 stands for true and 0 stands for false.</a:t>
            </a:r>
          </a:p>
          <a:p>
            <a:r>
              <a:rPr lang="en-US" dirty="0"/>
              <a:t>A </a:t>
            </a:r>
            <a:r>
              <a:rPr lang="en-US" dirty="0" err="1"/>
              <a:t>BitArray</a:t>
            </a:r>
            <a:r>
              <a:rPr lang="en-US" dirty="0"/>
              <a:t> object is resizable, which is helpful in case if you do not know the number of bits in advance.</a:t>
            </a:r>
          </a:p>
          <a:p>
            <a:r>
              <a:rPr lang="en-US" dirty="0"/>
              <a:t>You can access items from the </a:t>
            </a:r>
            <a:r>
              <a:rPr lang="en-US" dirty="0" err="1"/>
              <a:t>BitArray</a:t>
            </a:r>
            <a:r>
              <a:rPr lang="en-US" dirty="0"/>
              <a:t> collection class by using an integer index.</a:t>
            </a:r>
          </a:p>
          <a:p>
            <a:r>
              <a:rPr lang="en-US" dirty="0"/>
              <a:t>A </a:t>
            </a:r>
            <a:r>
              <a:rPr lang="en-US" dirty="0" err="1"/>
              <a:t>BitArray</a:t>
            </a:r>
            <a:r>
              <a:rPr lang="en-US" dirty="0"/>
              <a:t> can be used to perform Logical AND, XOR, OR operations.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BitArray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73582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BitArray</a:t>
            </a:r>
            <a:r>
              <a:rPr lang="en-IN" dirty="0"/>
              <a:t> Class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895350"/>
            <a:ext cx="4991100" cy="558165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BitArray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BitArray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(4);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[0]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[1]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[2]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[3]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Object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11877" y="890434"/>
            <a:ext cx="3619500" cy="558656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410200" y="97155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340882"/>
            <a:ext cx="3402319" cy="16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1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6B7E-0497-9740-7038-CEFF295B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E35ED9-7FBA-708F-AA0A-8BCB3A7A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Generics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3A6336-ABE4-49A4-D5C7-A9200CEC2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1746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0ADCC-FDFD-9E67-728B-1873788F8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57CD76-1D04-1835-EE52-4021FE3B4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17945" cy="5590565"/>
          </a:xfrm>
        </p:spPr>
        <p:txBody>
          <a:bodyPr/>
          <a:lstStyle/>
          <a:p>
            <a:r>
              <a:rPr lang="en-IN" dirty="0"/>
              <a:t>In C#, </a:t>
            </a:r>
            <a:r>
              <a:rPr lang="en-IN" b="1" dirty="0"/>
              <a:t>generics</a:t>
            </a:r>
            <a:r>
              <a:rPr lang="en-IN" dirty="0"/>
              <a:t> allow you to write reusable, type-safe code by using placeholder type parameters (&lt;T&gt;). </a:t>
            </a:r>
          </a:p>
          <a:p>
            <a:r>
              <a:rPr lang="en-IN" dirty="0"/>
              <a:t>T is a </a:t>
            </a:r>
            <a:r>
              <a:rPr lang="en-IN" b="1" dirty="0"/>
              <a:t>type parameter (T = Type)</a:t>
            </a:r>
            <a:r>
              <a:rPr lang="en-IN" dirty="0"/>
              <a:t>, you can use any letter instead of T, but T is convention.</a:t>
            </a:r>
          </a:p>
          <a:p>
            <a:r>
              <a:rPr lang="en-IN" dirty="0"/>
              <a:t>Generic code is </a:t>
            </a:r>
            <a:r>
              <a:rPr lang="en-IN" b="1" dirty="0"/>
              <a:t>evaluated at compile time.</a:t>
            </a:r>
            <a:endParaRPr lang="en-IN" dirty="0"/>
          </a:p>
          <a:p>
            <a:r>
              <a:rPr lang="en-IN" dirty="0"/>
              <a:t>Works with both </a:t>
            </a:r>
            <a:r>
              <a:rPr lang="en-IN" b="1" dirty="0"/>
              <a:t>reference types</a:t>
            </a:r>
            <a:r>
              <a:rPr lang="en-IN" dirty="0"/>
              <a:t> (classes) and </a:t>
            </a:r>
            <a:r>
              <a:rPr lang="en-IN" b="1" dirty="0"/>
              <a:t>value types</a:t>
            </a:r>
            <a:r>
              <a:rPr lang="en-IN" dirty="0"/>
              <a:t> (structs).</a:t>
            </a:r>
          </a:p>
          <a:p>
            <a:r>
              <a:rPr lang="en-IN" dirty="0"/>
              <a:t>Instead of duplicating logic for int, string, or custom objects, you write the class or method once, and the specific data type is assigned when the code is executed.</a:t>
            </a:r>
          </a:p>
          <a:p>
            <a:endParaRPr lang="en-IN" dirty="0"/>
          </a:p>
          <a:p>
            <a:r>
              <a:rPr lang="en-US" b="1" dirty="0"/>
              <a:t>Advantages of Generics</a:t>
            </a:r>
          </a:p>
          <a:p>
            <a:pPr lvl="1"/>
            <a:r>
              <a:rPr lang="en-US" dirty="0"/>
              <a:t>Write code once and reuse it for many data types.</a:t>
            </a:r>
          </a:p>
          <a:p>
            <a:pPr lvl="1"/>
            <a:r>
              <a:rPr lang="en-US" dirty="0"/>
              <a:t>Compile-time type checking reduces runtime errors.</a:t>
            </a:r>
          </a:p>
          <a:p>
            <a:pPr lvl="1"/>
            <a:r>
              <a:rPr lang="en-US" dirty="0"/>
              <a:t>Eliminates unnecessary casting.</a:t>
            </a:r>
          </a:p>
          <a:p>
            <a:pPr lvl="1"/>
            <a:r>
              <a:rPr lang="en-US" dirty="0"/>
              <a:t>Better performance by avoiding boxing and unboxing.</a:t>
            </a:r>
          </a:p>
          <a:p>
            <a:pPr lvl="1"/>
            <a:r>
              <a:rPr lang="en-US" dirty="0"/>
              <a:t>Makes code cleaner, reusable, and easier to maintain.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96B5DF-EDF1-7DE6-2FF7-CCB4BB52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Generics: Overview</a:t>
            </a:r>
          </a:p>
        </p:txBody>
      </p:sp>
    </p:spTree>
    <p:extLst>
      <p:ext uri="{BB962C8B-B14F-4D97-AF65-F5344CB8AC3E}">
        <p14:creationId xmlns:p14="http://schemas.microsoft.com/office/powerpoint/2010/main" val="370855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C423DB-1660-F8F3-34B4-30EEE22CF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611394-CF9E-1C16-9A2F-611025304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29DAB3-FD25-6F3D-3A87-80A83B32D74E}"/>
              </a:ext>
            </a:extLst>
          </p:cNvPr>
          <p:cNvSpPr/>
          <p:nvPr/>
        </p:nvSpPr>
        <p:spPr>
          <a:xfrm>
            <a:off x="649266" y="1192628"/>
            <a:ext cx="8311854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names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names.Add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"Naimish"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names.Add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"Jayesh"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names.Add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(123);  // ERROR! Only strings allowed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numbers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{ 1, 2, 3, 4, 5 };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numbers.Add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numbers.Add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(2);</a:t>
            </a:r>
          </a:p>
          <a:p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numbers.Add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("Naimish"); // ERROR! Only integers allowed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8B92DD-D070-6F9E-2EB9-C6A409BBB95A}"/>
              </a:ext>
            </a:extLst>
          </p:cNvPr>
          <p:cNvSpPr/>
          <p:nvPr/>
        </p:nvSpPr>
        <p:spPr>
          <a:xfrm>
            <a:off x="131179" y="1172093"/>
            <a:ext cx="518085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DBFC857-5D9A-AB12-F826-EB5F36EFDEDF}"/>
              </a:ext>
            </a:extLst>
          </p:cNvPr>
          <p:cNvSpPr/>
          <p:nvPr/>
        </p:nvSpPr>
        <p:spPr>
          <a:xfrm>
            <a:off x="131179" y="863444"/>
            <a:ext cx="3206381" cy="30865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IN" dirty="0"/>
              <a:t>Most Common Generic - List&lt;T&gt;</a:t>
            </a:r>
          </a:p>
        </p:txBody>
      </p:sp>
    </p:spTree>
    <p:extLst>
      <p:ext uri="{BB962C8B-B14F-4D97-AF65-F5344CB8AC3E}">
        <p14:creationId xmlns:p14="http://schemas.microsoft.com/office/powerpoint/2010/main" val="291152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916DFD-01A3-8E20-321B-CC889B76A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352965-F603-9C2D-F58B-AE3D4C8BB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7C24E-D1C1-3CF5-E5F6-39A6607D7E7B}"/>
              </a:ext>
            </a:extLst>
          </p:cNvPr>
          <p:cNvSpPr/>
          <p:nvPr/>
        </p:nvSpPr>
        <p:spPr>
          <a:xfrm>
            <a:off x="649266" y="1192628"/>
            <a:ext cx="8311854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Generic class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Box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Item {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Display()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$"Box 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contains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: 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{Item}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Usage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Box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stringBox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Box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stringBox.Item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"Books"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stringBox.Display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Output: Box contains: Books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Box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numberBox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Box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numberBox.Item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42;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numberBox.Display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Output: Box contains: 42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C3CE98-EA80-8CC8-9ADA-034736AEF378}"/>
              </a:ext>
            </a:extLst>
          </p:cNvPr>
          <p:cNvSpPr/>
          <p:nvPr/>
        </p:nvSpPr>
        <p:spPr>
          <a:xfrm>
            <a:off x="131179" y="1172093"/>
            <a:ext cx="518085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3C1DBD7-D1FD-4674-C388-3EB0B0F4CC92}"/>
              </a:ext>
            </a:extLst>
          </p:cNvPr>
          <p:cNvSpPr/>
          <p:nvPr/>
        </p:nvSpPr>
        <p:spPr>
          <a:xfrm>
            <a:off x="131180" y="863444"/>
            <a:ext cx="1508210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IN" dirty="0"/>
              <a:t>Generic Class</a:t>
            </a:r>
          </a:p>
        </p:txBody>
      </p:sp>
    </p:spTree>
    <p:extLst>
      <p:ext uri="{BB962C8B-B14F-4D97-AF65-F5344CB8AC3E}">
        <p14:creationId xmlns:p14="http://schemas.microsoft.com/office/powerpoint/2010/main" val="271607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9087F9-21AF-9E42-7CF0-98CA2099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3C7D54-690F-8F14-86A8-A929DBB898A9}"/>
              </a:ext>
            </a:extLst>
          </p:cNvPr>
          <p:cNvSpPr/>
          <p:nvPr/>
        </p:nvSpPr>
        <p:spPr>
          <a:xfrm>
            <a:off x="649266" y="1192628"/>
            <a:ext cx="8311854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GetValue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input)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input;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Usage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Main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text = </a:t>
            </a:r>
            <a:r>
              <a:rPr lang="en-US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Returns "Hello"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number = </a:t>
            </a:r>
            <a:r>
              <a:rPr lang="en-US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&gt;(100);  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Returns 100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58423B-FD4A-6871-9F0D-CBF0B9898BE0}"/>
              </a:ext>
            </a:extLst>
          </p:cNvPr>
          <p:cNvSpPr/>
          <p:nvPr/>
        </p:nvSpPr>
        <p:spPr>
          <a:xfrm>
            <a:off x="131179" y="1172093"/>
            <a:ext cx="518085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9745F71B-889D-C1E1-1236-8B13FDBA19FA}"/>
              </a:ext>
            </a:extLst>
          </p:cNvPr>
          <p:cNvSpPr/>
          <p:nvPr/>
        </p:nvSpPr>
        <p:spPr>
          <a:xfrm>
            <a:off x="131180" y="863444"/>
            <a:ext cx="18543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dirty="0"/>
              <a:t>Generic Method</a:t>
            </a:r>
          </a:p>
        </p:txBody>
      </p:sp>
    </p:spTree>
    <p:extLst>
      <p:ext uri="{BB962C8B-B14F-4D97-AF65-F5344CB8AC3E}">
        <p14:creationId xmlns:p14="http://schemas.microsoft.com/office/powerpoint/2010/main" val="303549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IN" b="1" dirty="0"/>
              <a:t>Building RESTful APIs with ASP.NET Core</a:t>
            </a:r>
          </a:p>
          <a:p>
            <a:r>
              <a:rPr lang="en-US" dirty="0"/>
              <a:t>#</a:t>
            </a:r>
            <a:r>
              <a:rPr lang="en-IN" dirty="0"/>
              <a:t>2505CS311</a:t>
            </a:r>
            <a:endParaRPr lang="en-US" dirty="0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US" dirty="0"/>
              <a:t>madhuresh.fichadiya@darshan.ac.in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US" dirty="0"/>
              <a:t>8866215253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80000" cy="290081"/>
          </a:xfrm>
        </p:spPr>
        <p:txBody>
          <a:bodyPr/>
          <a:lstStyle/>
          <a:p>
            <a:r>
              <a:rPr lang="en-US"/>
              <a:t>Computer Science &amp; Engineering Department</a:t>
            </a:r>
            <a:endParaRPr lang="en-US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US" dirty="0">
                <a:gradFill>
                  <a:gsLst>
                    <a:gs pos="10000">
                      <a:srgbClr val="5C2321"/>
                    </a:gs>
                    <a:gs pos="100000">
                      <a:srgbClr val="B84742"/>
                    </a:gs>
                  </a:gsLst>
                  <a:lin ang="0" scaled="1"/>
                </a:gradFill>
                <a:latin typeface="Roboto Condensed" panose="02000000000000000000" pitchFamily="2" charset="0"/>
              </a:rPr>
              <a:t>Prof. Madhuresh R Fichadiya</a:t>
            </a:r>
            <a:endParaRPr lang="en-IN" dirty="0"/>
          </a:p>
        </p:txBody>
      </p:sp>
      <p:pic>
        <p:nvPicPr>
          <p:cNvPr id="3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145345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7254</TotalTime>
  <Words>9738</Words>
  <Application>Microsoft Office PowerPoint</Application>
  <PresentationFormat>Widescreen</PresentationFormat>
  <Paragraphs>2104</Paragraphs>
  <Slides>123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35" baseType="lpstr">
      <vt:lpstr>Arial</vt:lpstr>
      <vt:lpstr>Wingdings 3</vt:lpstr>
      <vt:lpstr>Open Sans Semibold</vt:lpstr>
      <vt:lpstr>Wingdings 2</vt:lpstr>
      <vt:lpstr>Wingdings</vt:lpstr>
      <vt:lpstr>Calibri</vt:lpstr>
      <vt:lpstr>euclid_circular_a</vt:lpstr>
      <vt:lpstr>Roboto Condensed</vt:lpstr>
      <vt:lpstr>Consolas</vt:lpstr>
      <vt:lpstr>Cascadia Mono</vt:lpstr>
      <vt:lpstr>Roboto Condensed Light</vt:lpstr>
      <vt:lpstr>Office Theme</vt:lpstr>
      <vt:lpstr>Unit-1 | Part-1 (C# Fundamentals)  Introduction to .NET Web API</vt:lpstr>
      <vt:lpstr>PowerPoint Presentation</vt:lpstr>
      <vt:lpstr>.NET: Overview </vt:lpstr>
      <vt:lpstr>.NET: Overview</vt:lpstr>
      <vt:lpstr>.NET History</vt:lpstr>
      <vt:lpstr>C#: Overview</vt:lpstr>
      <vt:lpstr>C#: Overview</vt:lpstr>
      <vt:lpstr>Namespace</vt:lpstr>
      <vt:lpstr>Namespace </vt:lpstr>
      <vt:lpstr>Namespace Cont..</vt:lpstr>
      <vt:lpstr>Namespace Cont..</vt:lpstr>
      <vt:lpstr>Namespace Cont..</vt:lpstr>
      <vt:lpstr>Namespace Cont..</vt:lpstr>
      <vt:lpstr>Namespace Cont..</vt:lpstr>
      <vt:lpstr>Namespace Cont..</vt:lpstr>
      <vt:lpstr>Console Class Methods</vt:lpstr>
      <vt:lpstr>Console.WriteLine() &amp; Console.Write()</vt:lpstr>
      <vt:lpstr>Console.ReadLine()</vt:lpstr>
      <vt:lpstr>Console.Read()</vt:lpstr>
      <vt:lpstr>Console.ReadKey()</vt:lpstr>
      <vt:lpstr>Data Types &amp; Variables</vt:lpstr>
      <vt:lpstr>Data Types &amp; Variables</vt:lpstr>
      <vt:lpstr>Example: Data Types &amp; Variables</vt:lpstr>
      <vt:lpstr>Rules to Declaring a Variable in C#</vt:lpstr>
      <vt:lpstr>Operators</vt:lpstr>
      <vt:lpstr>Operators</vt:lpstr>
      <vt:lpstr>Type of Operators</vt:lpstr>
      <vt:lpstr>Arithmetic Operators</vt:lpstr>
      <vt:lpstr>Example: Arithmetic Operators </vt:lpstr>
      <vt:lpstr>Relational Operators</vt:lpstr>
      <vt:lpstr>Example: Relational Operators </vt:lpstr>
      <vt:lpstr>Logical Operators</vt:lpstr>
      <vt:lpstr>Assignment Operators</vt:lpstr>
      <vt:lpstr>Example: Assignment Operators </vt:lpstr>
      <vt:lpstr>Arrays</vt:lpstr>
      <vt:lpstr>Arrays</vt:lpstr>
      <vt:lpstr>Example - Array</vt:lpstr>
      <vt:lpstr>Iterating C# Array using Loops</vt:lpstr>
      <vt:lpstr>Examples - Arrays</vt:lpstr>
      <vt:lpstr>Class &amp; Objects</vt:lpstr>
      <vt:lpstr>What is Class?</vt:lpstr>
      <vt:lpstr>What does a Class Contain?</vt:lpstr>
      <vt:lpstr>Declaring a Class in C#</vt:lpstr>
      <vt:lpstr>Example: Class &amp; Object</vt:lpstr>
      <vt:lpstr>Example: Class &amp; Object</vt:lpstr>
      <vt:lpstr>Object</vt:lpstr>
      <vt:lpstr>Object Cont..</vt:lpstr>
      <vt:lpstr>Object Cont..</vt:lpstr>
      <vt:lpstr>Class and Objects Cont..</vt:lpstr>
      <vt:lpstr>Class and Objects Cont..</vt:lpstr>
      <vt:lpstr>Class and Objects Cont..</vt:lpstr>
      <vt:lpstr>Example: Class &amp; Object (for loop)</vt:lpstr>
      <vt:lpstr>Example: Class &amp; Object (foreach loop)</vt:lpstr>
      <vt:lpstr>Example: Class &amp; Object (foreach loop)</vt:lpstr>
      <vt:lpstr>Difference Between Class &amp; Object</vt:lpstr>
      <vt:lpstr>Constructor</vt:lpstr>
      <vt:lpstr>Constructor</vt:lpstr>
      <vt:lpstr>Type of Constructor </vt:lpstr>
      <vt:lpstr>Example: Constructor</vt:lpstr>
      <vt:lpstr>Example: Copy Constructor</vt:lpstr>
      <vt:lpstr>Example: Copy Constructor</vt:lpstr>
      <vt:lpstr>Inheritance</vt:lpstr>
      <vt:lpstr>Inheritance</vt:lpstr>
      <vt:lpstr>Inheritance cont..</vt:lpstr>
      <vt:lpstr>Inheritance Syntax</vt:lpstr>
      <vt:lpstr>Types of Inheritance</vt:lpstr>
      <vt:lpstr>Single Inheritance</vt:lpstr>
      <vt:lpstr>Example - Single Inheritance</vt:lpstr>
      <vt:lpstr>Multi-level Inheritance</vt:lpstr>
      <vt:lpstr>Example – Multi-Level Inheritance</vt:lpstr>
      <vt:lpstr>Hierarchical Inheritance</vt:lpstr>
      <vt:lpstr>Example – Hierarchical Inheritance</vt:lpstr>
      <vt:lpstr>Multiple Inheritance</vt:lpstr>
      <vt:lpstr>Example – Multiple Inheritance</vt:lpstr>
      <vt:lpstr>Hybrid Inheritance</vt:lpstr>
      <vt:lpstr>Inheritance Summary</vt:lpstr>
      <vt:lpstr>Advantages &amp; Disadvantages of Inheritance </vt:lpstr>
      <vt:lpstr>Abstraction</vt:lpstr>
      <vt:lpstr>Abstraction</vt:lpstr>
      <vt:lpstr>Example: Abstraction</vt:lpstr>
      <vt:lpstr>Example: Abstraction</vt:lpstr>
      <vt:lpstr>Abstraction Real World Example | Summary</vt:lpstr>
      <vt:lpstr>Interface</vt:lpstr>
      <vt:lpstr>Interface: Introduction</vt:lpstr>
      <vt:lpstr>Example: Interface</vt:lpstr>
      <vt:lpstr>Example: Interface</vt:lpstr>
      <vt:lpstr>Interface Real World Example</vt:lpstr>
      <vt:lpstr>Difference Between Interface &amp; Abstraction</vt:lpstr>
      <vt:lpstr>Debugging and Error Handling</vt:lpstr>
      <vt:lpstr>Debugging and Error Handling</vt:lpstr>
      <vt:lpstr>Exception Handling</vt:lpstr>
      <vt:lpstr>Built-in Exception Classes</vt:lpstr>
      <vt:lpstr>Example: Exception Handling without try..catch</vt:lpstr>
      <vt:lpstr>Example: Exception Handling try..catch Cont..</vt:lpstr>
      <vt:lpstr>Example: Exception Handling try..catch..finally Cont..</vt:lpstr>
      <vt:lpstr>Example: Exception Handling try..catch..finally Cont..</vt:lpstr>
      <vt:lpstr>Example: try with multiple catch blocks</vt:lpstr>
      <vt:lpstr>The throw Statement</vt:lpstr>
      <vt:lpstr>Collection Classes</vt:lpstr>
      <vt:lpstr>Collection Classes: Introduction</vt:lpstr>
      <vt:lpstr>Collections Classes Types</vt:lpstr>
      <vt:lpstr>Collection Classes (Non-generic)</vt:lpstr>
      <vt:lpstr>ArrayList Class</vt:lpstr>
      <vt:lpstr>Example – ArrayList Class</vt:lpstr>
      <vt:lpstr>Example – ArrayList Class</vt:lpstr>
      <vt:lpstr>Example – ArrayList Class</vt:lpstr>
      <vt:lpstr>Stack Class</vt:lpstr>
      <vt:lpstr>Example – Stack Class (Push)</vt:lpstr>
      <vt:lpstr>Example – Stack Class (Pop)</vt:lpstr>
      <vt:lpstr>Queue Class</vt:lpstr>
      <vt:lpstr>Example – Queue Class (Enqueue)</vt:lpstr>
      <vt:lpstr>Example – Queue Class (Dequeue)</vt:lpstr>
      <vt:lpstr>Hashtable Class</vt:lpstr>
      <vt:lpstr>Example – Hashtable Class</vt:lpstr>
      <vt:lpstr>Example – Hashtable Class</vt:lpstr>
      <vt:lpstr>BitArray Class</vt:lpstr>
      <vt:lpstr>Example – BitArray Class</vt:lpstr>
      <vt:lpstr>Generics</vt:lpstr>
      <vt:lpstr>Generics: Overview</vt:lpstr>
      <vt:lpstr>Generics Cont..</vt:lpstr>
      <vt:lpstr>Generics Cont..</vt:lpstr>
      <vt:lpstr>Generics Cont..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Madhuresh Fichadiya</cp:lastModifiedBy>
  <cp:revision>830</cp:revision>
  <dcterms:created xsi:type="dcterms:W3CDTF">2020-05-01T05:09:15Z</dcterms:created>
  <dcterms:modified xsi:type="dcterms:W3CDTF">2026-07-15T14:39:39Z</dcterms:modified>
</cp:coreProperties>
</file>