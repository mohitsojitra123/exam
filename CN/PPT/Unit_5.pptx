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Default Extension="wdp" ContentType="image/vnd.ms-photo"/>
  <Default Extension="tiff" ContentType="image/tiff"/>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55"/>
  </p:notesMasterIdLst>
  <p:sldIdLst>
    <p:sldId id="700" r:id="rId2"/>
    <p:sldId id="447" r:id="rId3"/>
    <p:sldId id="578" r:id="rId4"/>
    <p:sldId id="653" r:id="rId5"/>
    <p:sldId id="654" r:id="rId6"/>
    <p:sldId id="697" r:id="rId7"/>
    <p:sldId id="656" r:id="rId8"/>
    <p:sldId id="657" r:id="rId9"/>
    <p:sldId id="658" r:id="rId10"/>
    <p:sldId id="659" r:id="rId11"/>
    <p:sldId id="660" r:id="rId12"/>
    <p:sldId id="661" r:id="rId13"/>
    <p:sldId id="689" r:id="rId14"/>
    <p:sldId id="690" r:id="rId15"/>
    <p:sldId id="691" r:id="rId16"/>
    <p:sldId id="692" r:id="rId17"/>
    <p:sldId id="662" r:id="rId18"/>
    <p:sldId id="663" r:id="rId19"/>
    <p:sldId id="698" r:id="rId20"/>
    <p:sldId id="664" r:id="rId21"/>
    <p:sldId id="704" r:id="rId22"/>
    <p:sldId id="703" r:id="rId23"/>
    <p:sldId id="665" r:id="rId24"/>
    <p:sldId id="666" r:id="rId25"/>
    <p:sldId id="667" r:id="rId26"/>
    <p:sldId id="695" r:id="rId27"/>
    <p:sldId id="668" r:id="rId28"/>
    <p:sldId id="669" r:id="rId29"/>
    <p:sldId id="670" r:id="rId30"/>
    <p:sldId id="694" r:id="rId31"/>
    <p:sldId id="671" r:id="rId32"/>
    <p:sldId id="672" r:id="rId33"/>
    <p:sldId id="673" r:id="rId34"/>
    <p:sldId id="674" r:id="rId35"/>
    <p:sldId id="675" r:id="rId36"/>
    <p:sldId id="676" r:id="rId37"/>
    <p:sldId id="693" r:id="rId38"/>
    <p:sldId id="677" r:id="rId39"/>
    <p:sldId id="678" r:id="rId40"/>
    <p:sldId id="679" r:id="rId41"/>
    <p:sldId id="680" r:id="rId42"/>
    <p:sldId id="681" r:id="rId43"/>
    <p:sldId id="699" r:id="rId44"/>
    <p:sldId id="682" r:id="rId45"/>
    <p:sldId id="683" r:id="rId46"/>
    <p:sldId id="709" r:id="rId47"/>
    <p:sldId id="684" r:id="rId48"/>
    <p:sldId id="685" r:id="rId49"/>
    <p:sldId id="686" r:id="rId50"/>
    <p:sldId id="687" r:id="rId51"/>
    <p:sldId id="696" r:id="rId52"/>
    <p:sldId id="688" r:id="rId53"/>
    <p:sldId id="701"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ld9Y7uGo+xdYLJyh5iu7/A==" hashData="9FYIyDIeUO8mM9jcB8CuKne5EwKwERGXDetgVh3qFoakv4BBtHPz/4iahlTYRlVPmYADg3ubXAMG3xVte+YnVA=="/>
  <p:extLst>
    <p:ext uri="{EFAFB233-063F-42B5-8137-9DF3F51BA10A}">
      <p15:sldGuideLst xmlns:p15="http://schemas.microsoft.com/office/powerpoint/2012/main">
        <p15:guide id="1" orient="horz" pos="3249"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5B5B"/>
    <a:srgbClr val="FF5D5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80" autoAdjust="0"/>
    <p:restoredTop sz="94783"/>
  </p:normalViewPr>
  <p:slideViewPr>
    <p:cSldViewPr snapToGrid="0" snapToObjects="1">
      <p:cViewPr>
        <p:scale>
          <a:sx n="80" d="100"/>
          <a:sy n="80" d="100"/>
        </p:scale>
        <p:origin x="778" y="48"/>
      </p:cViewPr>
      <p:guideLst>
        <p:guide orient="horz" pos="3249"/>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8578557-6D6E-4AEC-BC77-620101851EC8}"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CC0AF18E-FE41-4429-AB3B-7A07BDFD620D}">
      <dgm:prSet phldrT="[Text]"/>
      <dgm:spPr>
        <a:solidFill>
          <a:srgbClr val="FFD9DA"/>
        </a:solidFill>
        <a:ln>
          <a:solidFill>
            <a:schemeClr val="tx1"/>
          </a:solidFill>
        </a:ln>
      </dgm:spPr>
      <dgm:t>
        <a:bodyPr/>
        <a:lstStyle/>
        <a:p>
          <a:pPr algn="ctr"/>
          <a:r>
            <a:rPr lang="en-US" dirty="0">
              <a:solidFill>
                <a:schemeClr val="tx1"/>
              </a:solidFill>
            </a:rPr>
            <a:t>Multiple Access Protocols</a:t>
          </a:r>
        </a:p>
      </dgm:t>
    </dgm:pt>
    <dgm:pt modelId="{BF9A7B32-B87F-4553-A0B1-407AE8492AA9}" type="parTrans" cxnId="{C1A06807-B57B-48BF-95BC-8F996834D8FB}">
      <dgm:prSet/>
      <dgm:spPr/>
      <dgm:t>
        <a:bodyPr/>
        <a:lstStyle/>
        <a:p>
          <a:pPr algn="ctr"/>
          <a:endParaRPr lang="en-US"/>
        </a:p>
      </dgm:t>
    </dgm:pt>
    <dgm:pt modelId="{B0CE03BC-E9C9-4910-A8DE-504429D45FFF}" type="sibTrans" cxnId="{C1A06807-B57B-48BF-95BC-8F996834D8FB}">
      <dgm:prSet/>
      <dgm:spPr/>
      <dgm:t>
        <a:bodyPr/>
        <a:lstStyle/>
        <a:p>
          <a:pPr algn="ctr"/>
          <a:endParaRPr lang="en-US"/>
        </a:p>
      </dgm:t>
    </dgm:pt>
    <dgm:pt modelId="{4DEFA0BD-4614-4562-8E08-E2669A3DA28C}">
      <dgm:prSet phldrT="[Text]" custT="1"/>
      <dgm:spPr>
        <a:solidFill>
          <a:srgbClr val="FFD9DA"/>
        </a:solidFill>
        <a:ln w="12700" cap="flat" cmpd="sng" algn="ctr">
          <a:solidFill>
            <a:srgbClr val="212121"/>
          </a:solidFill>
          <a:prstDash val="solid"/>
          <a:miter lim="800000"/>
        </a:ln>
        <a:effectLst/>
      </dgm:spPr>
      <dgm:t>
        <a:bodyPr spcFirstLastPara="0" vert="horz" wrap="square" lIns="17780" tIns="17780" rIns="17780" bIns="17780" numCol="1" spcCol="1270" anchor="ctr" anchorCtr="0"/>
        <a:lstStyle/>
        <a:p>
          <a:pPr marL="0" lvl="0" indent="0" algn="ctr" defTabSz="1244600">
            <a:lnSpc>
              <a:spcPct val="90000"/>
            </a:lnSpc>
            <a:spcBef>
              <a:spcPct val="0"/>
            </a:spcBef>
            <a:spcAft>
              <a:spcPct val="35000"/>
            </a:spcAft>
            <a:buFont typeface="+mj-lt"/>
            <a:buNone/>
          </a:pPr>
          <a:r>
            <a:rPr lang="en-IN" sz="2800" kern="1200" dirty="0">
              <a:solidFill>
                <a:srgbClr val="212121"/>
              </a:solidFill>
              <a:latin typeface="Roboto Condensed"/>
              <a:ea typeface="+mn-ea"/>
              <a:cs typeface="+mn-cs"/>
            </a:rPr>
            <a:t>Channel Partitioning Protocols </a:t>
          </a:r>
          <a:endParaRPr lang="en-US" sz="2800" kern="1200" dirty="0">
            <a:solidFill>
              <a:srgbClr val="212121"/>
            </a:solidFill>
            <a:latin typeface="Roboto Condensed"/>
            <a:ea typeface="+mn-ea"/>
            <a:cs typeface="+mn-cs"/>
          </a:endParaRPr>
        </a:p>
      </dgm:t>
    </dgm:pt>
    <dgm:pt modelId="{B74083CE-068D-4436-BB65-0D5115404BA6}" type="parTrans" cxnId="{38F94011-547A-4DBF-ADD4-831775BD5B90}">
      <dgm:prSet>
        <dgm:style>
          <a:lnRef idx="2">
            <a:schemeClr val="dk1"/>
          </a:lnRef>
          <a:fillRef idx="0">
            <a:schemeClr val="dk1"/>
          </a:fillRef>
          <a:effectRef idx="1">
            <a:schemeClr val="dk1"/>
          </a:effectRef>
          <a:fontRef idx="minor">
            <a:schemeClr val="tx1"/>
          </a:fontRef>
        </dgm:style>
      </dgm:prSet>
      <dgm:spPr>
        <a:ln w="28575"/>
      </dgm:spPr>
      <dgm:t>
        <a:bodyPr/>
        <a:lstStyle/>
        <a:p>
          <a:pPr algn="ctr"/>
          <a:endParaRPr lang="en-US"/>
        </a:p>
      </dgm:t>
    </dgm:pt>
    <dgm:pt modelId="{D177F2A5-9839-4970-9215-A11B89AF783B}" type="sibTrans" cxnId="{38F94011-547A-4DBF-ADD4-831775BD5B90}">
      <dgm:prSet/>
      <dgm:spPr/>
      <dgm:t>
        <a:bodyPr/>
        <a:lstStyle/>
        <a:p>
          <a:pPr algn="ctr"/>
          <a:endParaRPr lang="en-US"/>
        </a:p>
      </dgm:t>
    </dgm:pt>
    <dgm:pt modelId="{59C2469E-F6CC-4036-BB36-873D96B7DC46}">
      <dgm:prSet phldrT="[Text]" custT="1"/>
      <dgm:spPr>
        <a:solidFill>
          <a:srgbClr val="FFD9DA"/>
        </a:solidFill>
        <a:ln w="12700" cap="flat" cmpd="sng" algn="ctr">
          <a:solidFill>
            <a:srgbClr val="212121"/>
          </a:solidFill>
          <a:prstDash val="solid"/>
          <a:miter lim="800000"/>
        </a:ln>
        <a:effectLst/>
      </dgm:spPr>
      <dgm:t>
        <a:bodyPr spcFirstLastPara="0" vert="horz" wrap="square" lIns="17780" tIns="17780" rIns="17780" bIns="17780" numCol="1" spcCol="1270" anchor="ctr" anchorCtr="0"/>
        <a:lstStyle/>
        <a:p>
          <a:pPr marL="0" lvl="0" indent="0" algn="ctr" defTabSz="1244600">
            <a:lnSpc>
              <a:spcPct val="90000"/>
            </a:lnSpc>
            <a:spcBef>
              <a:spcPct val="0"/>
            </a:spcBef>
            <a:spcAft>
              <a:spcPct val="35000"/>
            </a:spcAft>
            <a:buFont typeface="+mj-lt"/>
            <a:buNone/>
          </a:pPr>
          <a:r>
            <a:rPr lang="en-IN" sz="2800" kern="1200" dirty="0">
              <a:solidFill>
                <a:srgbClr val="212121"/>
              </a:solidFill>
              <a:latin typeface="Roboto Condensed"/>
              <a:ea typeface="+mn-ea"/>
              <a:cs typeface="+mn-cs"/>
            </a:rPr>
            <a:t>Random Access Protocols</a:t>
          </a:r>
          <a:endParaRPr lang="en-US" sz="2800" kern="1200" dirty="0">
            <a:solidFill>
              <a:srgbClr val="212121"/>
            </a:solidFill>
            <a:latin typeface="Roboto Condensed"/>
            <a:ea typeface="+mn-ea"/>
            <a:cs typeface="+mn-cs"/>
          </a:endParaRPr>
        </a:p>
      </dgm:t>
    </dgm:pt>
    <dgm:pt modelId="{220F49DE-5A76-4FB2-839A-C58D7D95BF94}" type="parTrans" cxnId="{8CE2C951-D6FB-47E7-9CEE-3A766314CD6D}">
      <dgm:prSet/>
      <dgm:spPr>
        <a:ln w="28575"/>
      </dgm:spPr>
      <dgm:t>
        <a:bodyPr/>
        <a:lstStyle/>
        <a:p>
          <a:pPr algn="ctr"/>
          <a:endParaRPr lang="en-US"/>
        </a:p>
      </dgm:t>
    </dgm:pt>
    <dgm:pt modelId="{DDFE2D87-86A9-4BD4-BA6C-FAEB36F9C0D7}" type="sibTrans" cxnId="{8CE2C951-D6FB-47E7-9CEE-3A766314CD6D}">
      <dgm:prSet/>
      <dgm:spPr/>
      <dgm:t>
        <a:bodyPr/>
        <a:lstStyle/>
        <a:p>
          <a:pPr algn="ctr"/>
          <a:endParaRPr lang="en-US"/>
        </a:p>
      </dgm:t>
    </dgm:pt>
    <dgm:pt modelId="{70AF6DD2-80A3-4777-A2F4-0F63CBFBB022}">
      <dgm:prSet phldrT="[Text]" custT="1"/>
      <dgm:spPr>
        <a:solidFill>
          <a:srgbClr val="FFD9DA"/>
        </a:solidFill>
        <a:ln w="12700" cap="flat" cmpd="sng" algn="ctr">
          <a:solidFill>
            <a:srgbClr val="212121"/>
          </a:solidFill>
          <a:prstDash val="solid"/>
          <a:miter lim="800000"/>
        </a:ln>
        <a:effectLst/>
      </dgm:spPr>
      <dgm:t>
        <a:bodyPr spcFirstLastPara="0" vert="horz" wrap="square" lIns="17780" tIns="17780" rIns="17780" bIns="17780" numCol="1" spcCol="1270" anchor="ctr" anchorCtr="0"/>
        <a:lstStyle/>
        <a:p>
          <a:pPr marL="0" lvl="0" indent="0" algn="ctr" defTabSz="1244600">
            <a:lnSpc>
              <a:spcPct val="90000"/>
            </a:lnSpc>
            <a:spcBef>
              <a:spcPct val="0"/>
            </a:spcBef>
            <a:spcAft>
              <a:spcPct val="35000"/>
            </a:spcAft>
            <a:buFont typeface="+mj-lt"/>
            <a:buNone/>
          </a:pPr>
          <a:r>
            <a:rPr lang="en-IN" sz="2800" kern="1200" dirty="0">
              <a:solidFill>
                <a:srgbClr val="212121"/>
              </a:solidFill>
              <a:latin typeface="Roboto Condensed"/>
              <a:ea typeface="+mn-ea"/>
              <a:cs typeface="+mn-cs"/>
            </a:rPr>
            <a:t>Taking-turns protocols</a:t>
          </a:r>
          <a:endParaRPr lang="en-US" sz="2800" kern="1200" dirty="0">
            <a:solidFill>
              <a:srgbClr val="212121"/>
            </a:solidFill>
            <a:latin typeface="Roboto Condensed"/>
            <a:ea typeface="+mn-ea"/>
            <a:cs typeface="+mn-cs"/>
          </a:endParaRPr>
        </a:p>
      </dgm:t>
    </dgm:pt>
    <dgm:pt modelId="{F52AB860-C6EF-496F-9CCD-3D7CA16BC93D}" type="parTrans" cxnId="{B16DDEBE-44CE-4DE6-928C-18D77DE21D61}">
      <dgm:prSet>
        <dgm:style>
          <a:lnRef idx="2">
            <a:schemeClr val="dk1"/>
          </a:lnRef>
          <a:fillRef idx="0">
            <a:schemeClr val="dk1"/>
          </a:fillRef>
          <a:effectRef idx="1">
            <a:schemeClr val="dk1"/>
          </a:effectRef>
          <a:fontRef idx="minor">
            <a:schemeClr val="tx1"/>
          </a:fontRef>
        </dgm:style>
      </dgm:prSet>
      <dgm:spPr>
        <a:ln w="28575"/>
      </dgm:spPr>
      <dgm:t>
        <a:bodyPr/>
        <a:lstStyle/>
        <a:p>
          <a:pPr algn="ctr"/>
          <a:endParaRPr lang="en-US"/>
        </a:p>
      </dgm:t>
    </dgm:pt>
    <dgm:pt modelId="{20240CF6-14F5-4C3D-BEA0-189D6E64E3A4}" type="sibTrans" cxnId="{B16DDEBE-44CE-4DE6-928C-18D77DE21D61}">
      <dgm:prSet/>
      <dgm:spPr/>
      <dgm:t>
        <a:bodyPr/>
        <a:lstStyle/>
        <a:p>
          <a:pPr algn="ctr"/>
          <a:endParaRPr lang="en-US"/>
        </a:p>
      </dgm:t>
    </dgm:pt>
    <dgm:pt modelId="{8C780586-21CC-49F4-A3F7-94BDE4CBF5C8}" type="pres">
      <dgm:prSet presAssocID="{58578557-6D6E-4AEC-BC77-620101851EC8}" presName="hierChild1" presStyleCnt="0">
        <dgm:presLayoutVars>
          <dgm:orgChart val="1"/>
          <dgm:chPref val="1"/>
          <dgm:dir/>
          <dgm:animOne val="branch"/>
          <dgm:animLvl val="lvl"/>
          <dgm:resizeHandles/>
        </dgm:presLayoutVars>
      </dgm:prSet>
      <dgm:spPr/>
    </dgm:pt>
    <dgm:pt modelId="{354CA1DB-DD3D-4AB7-9902-A7F0C1F4A504}" type="pres">
      <dgm:prSet presAssocID="{CC0AF18E-FE41-4429-AB3B-7A07BDFD620D}" presName="hierRoot1" presStyleCnt="0">
        <dgm:presLayoutVars>
          <dgm:hierBranch val="init"/>
        </dgm:presLayoutVars>
      </dgm:prSet>
      <dgm:spPr/>
    </dgm:pt>
    <dgm:pt modelId="{02C8C833-EDBC-4214-8903-3E97E099AB8E}" type="pres">
      <dgm:prSet presAssocID="{CC0AF18E-FE41-4429-AB3B-7A07BDFD620D}" presName="rootComposite1" presStyleCnt="0"/>
      <dgm:spPr/>
    </dgm:pt>
    <dgm:pt modelId="{8A1FFD5B-681E-4A50-A8E4-E179B529AB77}" type="pres">
      <dgm:prSet presAssocID="{CC0AF18E-FE41-4429-AB3B-7A07BDFD620D}" presName="rootText1" presStyleLbl="node0" presStyleIdx="0" presStyleCnt="1">
        <dgm:presLayoutVars>
          <dgm:chPref val="3"/>
        </dgm:presLayoutVars>
      </dgm:prSet>
      <dgm:spPr/>
    </dgm:pt>
    <dgm:pt modelId="{03051533-BA9D-4168-91A2-DFE969DD3669}" type="pres">
      <dgm:prSet presAssocID="{CC0AF18E-FE41-4429-AB3B-7A07BDFD620D}" presName="rootConnector1" presStyleLbl="node1" presStyleIdx="0" presStyleCnt="0"/>
      <dgm:spPr/>
    </dgm:pt>
    <dgm:pt modelId="{C4F098AC-2A41-4A89-B3B4-75EC8BC1C06E}" type="pres">
      <dgm:prSet presAssocID="{CC0AF18E-FE41-4429-AB3B-7A07BDFD620D}" presName="hierChild2" presStyleCnt="0"/>
      <dgm:spPr/>
    </dgm:pt>
    <dgm:pt modelId="{93DFF298-61C5-4DE1-BF9C-B673D92080E3}" type="pres">
      <dgm:prSet presAssocID="{B74083CE-068D-4436-BB65-0D5115404BA6}" presName="Name37" presStyleLbl="parChTrans1D2" presStyleIdx="0" presStyleCnt="3"/>
      <dgm:spPr/>
    </dgm:pt>
    <dgm:pt modelId="{F57B1B05-FCD3-409D-88CA-28AE97116E03}" type="pres">
      <dgm:prSet presAssocID="{4DEFA0BD-4614-4562-8E08-E2669A3DA28C}" presName="hierRoot2" presStyleCnt="0">
        <dgm:presLayoutVars>
          <dgm:hierBranch val="init"/>
        </dgm:presLayoutVars>
      </dgm:prSet>
      <dgm:spPr/>
    </dgm:pt>
    <dgm:pt modelId="{9AD650BF-E921-4891-B05C-6F17EEB87CC9}" type="pres">
      <dgm:prSet presAssocID="{4DEFA0BD-4614-4562-8E08-E2669A3DA28C}" presName="rootComposite" presStyleCnt="0"/>
      <dgm:spPr/>
    </dgm:pt>
    <dgm:pt modelId="{836BD3C0-E143-4963-BE65-46150F1CB0DE}" type="pres">
      <dgm:prSet presAssocID="{4DEFA0BD-4614-4562-8E08-E2669A3DA28C}" presName="rootText" presStyleLbl="node2" presStyleIdx="0" presStyleCnt="3">
        <dgm:presLayoutVars>
          <dgm:chPref val="3"/>
        </dgm:presLayoutVars>
      </dgm:prSet>
      <dgm:spPr>
        <a:xfrm>
          <a:off x="536" y="1845489"/>
          <a:ext cx="2336100" cy="1168050"/>
        </a:xfrm>
        <a:prstGeom prst="rect">
          <a:avLst/>
        </a:prstGeom>
      </dgm:spPr>
    </dgm:pt>
    <dgm:pt modelId="{FB04BF62-7FED-4752-B43A-144E044325EF}" type="pres">
      <dgm:prSet presAssocID="{4DEFA0BD-4614-4562-8E08-E2669A3DA28C}" presName="rootConnector" presStyleLbl="node2" presStyleIdx="0" presStyleCnt="3"/>
      <dgm:spPr/>
    </dgm:pt>
    <dgm:pt modelId="{88A7E23C-33EC-434A-B865-7A819D6EB9F5}" type="pres">
      <dgm:prSet presAssocID="{4DEFA0BD-4614-4562-8E08-E2669A3DA28C}" presName="hierChild4" presStyleCnt="0"/>
      <dgm:spPr/>
    </dgm:pt>
    <dgm:pt modelId="{51542881-A1CD-42DD-932F-C00AD2369234}" type="pres">
      <dgm:prSet presAssocID="{4DEFA0BD-4614-4562-8E08-E2669A3DA28C}" presName="hierChild5" presStyleCnt="0"/>
      <dgm:spPr/>
    </dgm:pt>
    <dgm:pt modelId="{58C11406-CB49-4FFF-B2AF-BD261A6785B3}" type="pres">
      <dgm:prSet presAssocID="{220F49DE-5A76-4FB2-839A-C58D7D95BF94}" presName="Name37" presStyleLbl="parChTrans1D2" presStyleIdx="1" presStyleCnt="3"/>
      <dgm:spPr/>
    </dgm:pt>
    <dgm:pt modelId="{6DB7AB86-AC26-46D5-8F0D-0D691B06D43A}" type="pres">
      <dgm:prSet presAssocID="{59C2469E-F6CC-4036-BB36-873D96B7DC46}" presName="hierRoot2" presStyleCnt="0">
        <dgm:presLayoutVars>
          <dgm:hierBranch val="init"/>
        </dgm:presLayoutVars>
      </dgm:prSet>
      <dgm:spPr/>
    </dgm:pt>
    <dgm:pt modelId="{9B5CD57A-A2B2-4111-8CB2-9C7BE4873BC9}" type="pres">
      <dgm:prSet presAssocID="{59C2469E-F6CC-4036-BB36-873D96B7DC46}" presName="rootComposite" presStyleCnt="0"/>
      <dgm:spPr/>
    </dgm:pt>
    <dgm:pt modelId="{0F1B48ED-3E68-48C9-A44A-570A30F70CB1}" type="pres">
      <dgm:prSet presAssocID="{59C2469E-F6CC-4036-BB36-873D96B7DC46}" presName="rootText" presStyleLbl="node2" presStyleIdx="1" presStyleCnt="3">
        <dgm:presLayoutVars>
          <dgm:chPref val="3"/>
        </dgm:presLayoutVars>
      </dgm:prSet>
      <dgm:spPr>
        <a:xfrm>
          <a:off x="2827217" y="1845489"/>
          <a:ext cx="2336100" cy="1168050"/>
        </a:xfrm>
        <a:prstGeom prst="rect">
          <a:avLst/>
        </a:prstGeom>
      </dgm:spPr>
    </dgm:pt>
    <dgm:pt modelId="{C6B5E1C7-A7F8-47CF-92C2-25A47FDEBBF0}" type="pres">
      <dgm:prSet presAssocID="{59C2469E-F6CC-4036-BB36-873D96B7DC46}" presName="rootConnector" presStyleLbl="node2" presStyleIdx="1" presStyleCnt="3"/>
      <dgm:spPr/>
    </dgm:pt>
    <dgm:pt modelId="{00F27645-CA6A-4DA0-901A-0B19D71DF88E}" type="pres">
      <dgm:prSet presAssocID="{59C2469E-F6CC-4036-BB36-873D96B7DC46}" presName="hierChild4" presStyleCnt="0"/>
      <dgm:spPr/>
    </dgm:pt>
    <dgm:pt modelId="{B2B9AF5E-9BE6-463E-868E-14B71955B893}" type="pres">
      <dgm:prSet presAssocID="{59C2469E-F6CC-4036-BB36-873D96B7DC46}" presName="hierChild5" presStyleCnt="0"/>
      <dgm:spPr/>
    </dgm:pt>
    <dgm:pt modelId="{240680EE-66CE-4676-AAA1-F54CCB18C5D7}" type="pres">
      <dgm:prSet presAssocID="{F52AB860-C6EF-496F-9CCD-3D7CA16BC93D}" presName="Name37" presStyleLbl="parChTrans1D2" presStyleIdx="2" presStyleCnt="3"/>
      <dgm:spPr/>
    </dgm:pt>
    <dgm:pt modelId="{DAD8D96A-F2B0-4A7D-ADEF-1DCBB1FE09AD}" type="pres">
      <dgm:prSet presAssocID="{70AF6DD2-80A3-4777-A2F4-0F63CBFBB022}" presName="hierRoot2" presStyleCnt="0">
        <dgm:presLayoutVars>
          <dgm:hierBranch val="init"/>
        </dgm:presLayoutVars>
      </dgm:prSet>
      <dgm:spPr/>
    </dgm:pt>
    <dgm:pt modelId="{A1C6F64E-F33F-4C48-B33D-D7EF3E016EF4}" type="pres">
      <dgm:prSet presAssocID="{70AF6DD2-80A3-4777-A2F4-0F63CBFBB022}" presName="rootComposite" presStyleCnt="0"/>
      <dgm:spPr/>
    </dgm:pt>
    <dgm:pt modelId="{84C8526D-114C-4F6A-807A-41E83B2345A7}" type="pres">
      <dgm:prSet presAssocID="{70AF6DD2-80A3-4777-A2F4-0F63CBFBB022}" presName="rootText" presStyleLbl="node2" presStyleIdx="2" presStyleCnt="3">
        <dgm:presLayoutVars>
          <dgm:chPref val="3"/>
        </dgm:presLayoutVars>
      </dgm:prSet>
      <dgm:spPr>
        <a:xfrm>
          <a:off x="5653899" y="1845489"/>
          <a:ext cx="2336100" cy="1168050"/>
        </a:xfrm>
        <a:prstGeom prst="rect">
          <a:avLst/>
        </a:prstGeom>
      </dgm:spPr>
    </dgm:pt>
    <dgm:pt modelId="{42E971A5-F25C-4769-8FEF-F73A40F23102}" type="pres">
      <dgm:prSet presAssocID="{70AF6DD2-80A3-4777-A2F4-0F63CBFBB022}" presName="rootConnector" presStyleLbl="node2" presStyleIdx="2" presStyleCnt="3"/>
      <dgm:spPr/>
    </dgm:pt>
    <dgm:pt modelId="{923DB2F4-F77B-4241-8CC2-A5804E85E1B7}" type="pres">
      <dgm:prSet presAssocID="{70AF6DD2-80A3-4777-A2F4-0F63CBFBB022}" presName="hierChild4" presStyleCnt="0"/>
      <dgm:spPr/>
    </dgm:pt>
    <dgm:pt modelId="{C39CC468-AF9B-4DD6-92CB-C241289556C2}" type="pres">
      <dgm:prSet presAssocID="{70AF6DD2-80A3-4777-A2F4-0F63CBFBB022}" presName="hierChild5" presStyleCnt="0"/>
      <dgm:spPr/>
    </dgm:pt>
    <dgm:pt modelId="{2D84FA24-29BF-4611-B33C-0EECEC2F0521}" type="pres">
      <dgm:prSet presAssocID="{CC0AF18E-FE41-4429-AB3B-7A07BDFD620D}" presName="hierChild3" presStyleCnt="0"/>
      <dgm:spPr/>
    </dgm:pt>
  </dgm:ptLst>
  <dgm:cxnLst>
    <dgm:cxn modelId="{D1BC1E04-1008-4CB9-8277-A21F17452E49}" type="presOf" srcId="{70AF6DD2-80A3-4777-A2F4-0F63CBFBB022}" destId="{42E971A5-F25C-4769-8FEF-F73A40F23102}" srcOrd="1" destOrd="0" presId="urn:microsoft.com/office/officeart/2005/8/layout/orgChart1"/>
    <dgm:cxn modelId="{C1A06807-B57B-48BF-95BC-8F996834D8FB}" srcId="{58578557-6D6E-4AEC-BC77-620101851EC8}" destId="{CC0AF18E-FE41-4429-AB3B-7A07BDFD620D}" srcOrd="0" destOrd="0" parTransId="{BF9A7B32-B87F-4553-A0B1-407AE8492AA9}" sibTransId="{B0CE03BC-E9C9-4910-A8DE-504429D45FFF}"/>
    <dgm:cxn modelId="{8354EE0D-D5E2-4A4B-B5ED-25CBEBC8B53F}" type="presOf" srcId="{70AF6DD2-80A3-4777-A2F4-0F63CBFBB022}" destId="{84C8526D-114C-4F6A-807A-41E83B2345A7}" srcOrd="0" destOrd="0" presId="urn:microsoft.com/office/officeart/2005/8/layout/orgChart1"/>
    <dgm:cxn modelId="{38F94011-547A-4DBF-ADD4-831775BD5B90}" srcId="{CC0AF18E-FE41-4429-AB3B-7A07BDFD620D}" destId="{4DEFA0BD-4614-4562-8E08-E2669A3DA28C}" srcOrd="0" destOrd="0" parTransId="{B74083CE-068D-4436-BB65-0D5115404BA6}" sibTransId="{D177F2A5-9839-4970-9215-A11B89AF783B}"/>
    <dgm:cxn modelId="{51BE1614-C1E5-44E4-926C-37BB10F50DCF}" type="presOf" srcId="{F52AB860-C6EF-496F-9CCD-3D7CA16BC93D}" destId="{240680EE-66CE-4676-AAA1-F54CCB18C5D7}" srcOrd="0" destOrd="0" presId="urn:microsoft.com/office/officeart/2005/8/layout/orgChart1"/>
    <dgm:cxn modelId="{98B76C25-5A78-4DD1-8AD2-A3EC0C7D1620}" type="presOf" srcId="{59C2469E-F6CC-4036-BB36-873D96B7DC46}" destId="{0F1B48ED-3E68-48C9-A44A-570A30F70CB1}" srcOrd="0" destOrd="0" presId="urn:microsoft.com/office/officeart/2005/8/layout/orgChart1"/>
    <dgm:cxn modelId="{8CE2C951-D6FB-47E7-9CEE-3A766314CD6D}" srcId="{CC0AF18E-FE41-4429-AB3B-7A07BDFD620D}" destId="{59C2469E-F6CC-4036-BB36-873D96B7DC46}" srcOrd="1" destOrd="0" parTransId="{220F49DE-5A76-4FB2-839A-C58D7D95BF94}" sibTransId="{DDFE2D87-86A9-4BD4-BA6C-FAEB36F9C0D7}"/>
    <dgm:cxn modelId="{57B9A253-232B-444B-A20D-045A364542D5}" type="presOf" srcId="{58578557-6D6E-4AEC-BC77-620101851EC8}" destId="{8C780586-21CC-49F4-A3F7-94BDE4CBF5C8}" srcOrd="0" destOrd="0" presId="urn:microsoft.com/office/officeart/2005/8/layout/orgChart1"/>
    <dgm:cxn modelId="{12706874-7EA6-429A-80A3-C1E289D76A38}" type="presOf" srcId="{4DEFA0BD-4614-4562-8E08-E2669A3DA28C}" destId="{836BD3C0-E143-4963-BE65-46150F1CB0DE}" srcOrd="0" destOrd="0" presId="urn:microsoft.com/office/officeart/2005/8/layout/orgChart1"/>
    <dgm:cxn modelId="{9A856F55-3022-47A3-BE41-69BC07A73931}" type="presOf" srcId="{CC0AF18E-FE41-4429-AB3B-7A07BDFD620D}" destId="{03051533-BA9D-4168-91A2-DFE969DD3669}" srcOrd="1" destOrd="0" presId="urn:microsoft.com/office/officeart/2005/8/layout/orgChart1"/>
    <dgm:cxn modelId="{A783F184-4B23-4979-9EE7-BDC435396688}" type="presOf" srcId="{59C2469E-F6CC-4036-BB36-873D96B7DC46}" destId="{C6B5E1C7-A7F8-47CF-92C2-25A47FDEBBF0}" srcOrd="1" destOrd="0" presId="urn:microsoft.com/office/officeart/2005/8/layout/orgChart1"/>
    <dgm:cxn modelId="{0998068E-19F2-4204-8F1F-446705DAF150}" type="presOf" srcId="{4DEFA0BD-4614-4562-8E08-E2669A3DA28C}" destId="{FB04BF62-7FED-4752-B43A-144E044325EF}" srcOrd="1" destOrd="0" presId="urn:microsoft.com/office/officeart/2005/8/layout/orgChart1"/>
    <dgm:cxn modelId="{077C63AB-97AB-4075-8E54-44B5949EE0DA}" type="presOf" srcId="{CC0AF18E-FE41-4429-AB3B-7A07BDFD620D}" destId="{8A1FFD5B-681E-4A50-A8E4-E179B529AB77}" srcOrd="0" destOrd="0" presId="urn:microsoft.com/office/officeart/2005/8/layout/orgChart1"/>
    <dgm:cxn modelId="{B16DDEBE-44CE-4DE6-928C-18D77DE21D61}" srcId="{CC0AF18E-FE41-4429-AB3B-7A07BDFD620D}" destId="{70AF6DD2-80A3-4777-A2F4-0F63CBFBB022}" srcOrd="2" destOrd="0" parTransId="{F52AB860-C6EF-496F-9CCD-3D7CA16BC93D}" sibTransId="{20240CF6-14F5-4C3D-BEA0-189D6E64E3A4}"/>
    <dgm:cxn modelId="{FE016DE5-7F5A-4563-BB34-F011FD9D51B9}" type="presOf" srcId="{220F49DE-5A76-4FB2-839A-C58D7D95BF94}" destId="{58C11406-CB49-4FFF-B2AF-BD261A6785B3}" srcOrd="0" destOrd="0" presId="urn:microsoft.com/office/officeart/2005/8/layout/orgChart1"/>
    <dgm:cxn modelId="{7D58B3EB-CA34-42EA-893A-933E404D950E}" type="presOf" srcId="{B74083CE-068D-4436-BB65-0D5115404BA6}" destId="{93DFF298-61C5-4DE1-BF9C-B673D92080E3}" srcOrd="0" destOrd="0" presId="urn:microsoft.com/office/officeart/2005/8/layout/orgChart1"/>
    <dgm:cxn modelId="{812B07EB-FE6C-4470-A4D6-13CE8D3CFF25}" type="presParOf" srcId="{8C780586-21CC-49F4-A3F7-94BDE4CBF5C8}" destId="{354CA1DB-DD3D-4AB7-9902-A7F0C1F4A504}" srcOrd="0" destOrd="0" presId="urn:microsoft.com/office/officeart/2005/8/layout/orgChart1"/>
    <dgm:cxn modelId="{0E7358D2-05A9-4B38-B193-DF169A8EDA22}" type="presParOf" srcId="{354CA1DB-DD3D-4AB7-9902-A7F0C1F4A504}" destId="{02C8C833-EDBC-4214-8903-3E97E099AB8E}" srcOrd="0" destOrd="0" presId="urn:microsoft.com/office/officeart/2005/8/layout/orgChart1"/>
    <dgm:cxn modelId="{625A3244-533F-4294-A49B-1DFAEAFE6704}" type="presParOf" srcId="{02C8C833-EDBC-4214-8903-3E97E099AB8E}" destId="{8A1FFD5B-681E-4A50-A8E4-E179B529AB77}" srcOrd="0" destOrd="0" presId="urn:microsoft.com/office/officeart/2005/8/layout/orgChart1"/>
    <dgm:cxn modelId="{0B5BA239-4A11-4504-8EC6-621582E078E5}" type="presParOf" srcId="{02C8C833-EDBC-4214-8903-3E97E099AB8E}" destId="{03051533-BA9D-4168-91A2-DFE969DD3669}" srcOrd="1" destOrd="0" presId="urn:microsoft.com/office/officeart/2005/8/layout/orgChart1"/>
    <dgm:cxn modelId="{20BF1894-6555-4A73-BEA1-2DF32E953199}" type="presParOf" srcId="{354CA1DB-DD3D-4AB7-9902-A7F0C1F4A504}" destId="{C4F098AC-2A41-4A89-B3B4-75EC8BC1C06E}" srcOrd="1" destOrd="0" presId="urn:microsoft.com/office/officeart/2005/8/layout/orgChart1"/>
    <dgm:cxn modelId="{6D2098CD-4782-475B-83C1-DB936AE4099D}" type="presParOf" srcId="{C4F098AC-2A41-4A89-B3B4-75EC8BC1C06E}" destId="{93DFF298-61C5-4DE1-BF9C-B673D92080E3}" srcOrd="0" destOrd="0" presId="urn:microsoft.com/office/officeart/2005/8/layout/orgChart1"/>
    <dgm:cxn modelId="{0E24AF00-A61B-4BFB-AB38-BEA325521905}" type="presParOf" srcId="{C4F098AC-2A41-4A89-B3B4-75EC8BC1C06E}" destId="{F57B1B05-FCD3-409D-88CA-28AE97116E03}" srcOrd="1" destOrd="0" presId="urn:microsoft.com/office/officeart/2005/8/layout/orgChart1"/>
    <dgm:cxn modelId="{364A7B2B-807A-4873-ACF6-8386ECCBEC95}" type="presParOf" srcId="{F57B1B05-FCD3-409D-88CA-28AE97116E03}" destId="{9AD650BF-E921-4891-B05C-6F17EEB87CC9}" srcOrd="0" destOrd="0" presId="urn:microsoft.com/office/officeart/2005/8/layout/orgChart1"/>
    <dgm:cxn modelId="{BE1F42BF-43A0-4993-B4FE-411C8C95EE20}" type="presParOf" srcId="{9AD650BF-E921-4891-B05C-6F17EEB87CC9}" destId="{836BD3C0-E143-4963-BE65-46150F1CB0DE}" srcOrd="0" destOrd="0" presId="urn:microsoft.com/office/officeart/2005/8/layout/orgChart1"/>
    <dgm:cxn modelId="{B86E4178-4360-44C2-A8AD-8854CBBC9B9F}" type="presParOf" srcId="{9AD650BF-E921-4891-B05C-6F17EEB87CC9}" destId="{FB04BF62-7FED-4752-B43A-144E044325EF}" srcOrd="1" destOrd="0" presId="urn:microsoft.com/office/officeart/2005/8/layout/orgChart1"/>
    <dgm:cxn modelId="{07B0901D-BB5A-43C2-8A55-A7E0696C8294}" type="presParOf" srcId="{F57B1B05-FCD3-409D-88CA-28AE97116E03}" destId="{88A7E23C-33EC-434A-B865-7A819D6EB9F5}" srcOrd="1" destOrd="0" presId="urn:microsoft.com/office/officeart/2005/8/layout/orgChart1"/>
    <dgm:cxn modelId="{D0AABCDA-717E-4A0C-8056-8A54C34FCC5A}" type="presParOf" srcId="{F57B1B05-FCD3-409D-88CA-28AE97116E03}" destId="{51542881-A1CD-42DD-932F-C00AD2369234}" srcOrd="2" destOrd="0" presId="urn:microsoft.com/office/officeart/2005/8/layout/orgChart1"/>
    <dgm:cxn modelId="{6953C969-2C6D-4B2E-A365-03B32A7B8C28}" type="presParOf" srcId="{C4F098AC-2A41-4A89-B3B4-75EC8BC1C06E}" destId="{58C11406-CB49-4FFF-B2AF-BD261A6785B3}" srcOrd="2" destOrd="0" presId="urn:microsoft.com/office/officeart/2005/8/layout/orgChart1"/>
    <dgm:cxn modelId="{8770FBF4-6D2A-40B5-8C67-E861F60F0C5C}" type="presParOf" srcId="{C4F098AC-2A41-4A89-B3B4-75EC8BC1C06E}" destId="{6DB7AB86-AC26-46D5-8F0D-0D691B06D43A}" srcOrd="3" destOrd="0" presId="urn:microsoft.com/office/officeart/2005/8/layout/orgChart1"/>
    <dgm:cxn modelId="{9F8AD059-87D7-42C0-B942-2E1064DE9F67}" type="presParOf" srcId="{6DB7AB86-AC26-46D5-8F0D-0D691B06D43A}" destId="{9B5CD57A-A2B2-4111-8CB2-9C7BE4873BC9}" srcOrd="0" destOrd="0" presId="urn:microsoft.com/office/officeart/2005/8/layout/orgChart1"/>
    <dgm:cxn modelId="{E638916F-CD9D-404B-95B9-23EC021339DA}" type="presParOf" srcId="{9B5CD57A-A2B2-4111-8CB2-9C7BE4873BC9}" destId="{0F1B48ED-3E68-48C9-A44A-570A30F70CB1}" srcOrd="0" destOrd="0" presId="urn:microsoft.com/office/officeart/2005/8/layout/orgChart1"/>
    <dgm:cxn modelId="{91F2EE71-7FA8-46F3-BBA5-3412784C2566}" type="presParOf" srcId="{9B5CD57A-A2B2-4111-8CB2-9C7BE4873BC9}" destId="{C6B5E1C7-A7F8-47CF-92C2-25A47FDEBBF0}" srcOrd="1" destOrd="0" presId="urn:microsoft.com/office/officeart/2005/8/layout/orgChart1"/>
    <dgm:cxn modelId="{799D0C31-D142-4871-AA32-05152DDCA6CD}" type="presParOf" srcId="{6DB7AB86-AC26-46D5-8F0D-0D691B06D43A}" destId="{00F27645-CA6A-4DA0-901A-0B19D71DF88E}" srcOrd="1" destOrd="0" presId="urn:microsoft.com/office/officeart/2005/8/layout/orgChart1"/>
    <dgm:cxn modelId="{10E79C4D-248B-4FFA-9814-FBB0E34424D8}" type="presParOf" srcId="{6DB7AB86-AC26-46D5-8F0D-0D691B06D43A}" destId="{B2B9AF5E-9BE6-463E-868E-14B71955B893}" srcOrd="2" destOrd="0" presId="urn:microsoft.com/office/officeart/2005/8/layout/orgChart1"/>
    <dgm:cxn modelId="{C4CC6C9D-70A4-41C3-AFC9-56A1EC64207C}" type="presParOf" srcId="{C4F098AC-2A41-4A89-B3B4-75EC8BC1C06E}" destId="{240680EE-66CE-4676-AAA1-F54CCB18C5D7}" srcOrd="4" destOrd="0" presId="urn:microsoft.com/office/officeart/2005/8/layout/orgChart1"/>
    <dgm:cxn modelId="{AE8A6BF0-AD62-4649-AE7B-74973776A974}" type="presParOf" srcId="{C4F098AC-2A41-4A89-B3B4-75EC8BC1C06E}" destId="{DAD8D96A-F2B0-4A7D-ADEF-1DCBB1FE09AD}" srcOrd="5" destOrd="0" presId="urn:microsoft.com/office/officeart/2005/8/layout/orgChart1"/>
    <dgm:cxn modelId="{8C704273-198E-413A-BDE9-76404B2F1C8A}" type="presParOf" srcId="{DAD8D96A-F2B0-4A7D-ADEF-1DCBB1FE09AD}" destId="{A1C6F64E-F33F-4C48-B33D-D7EF3E016EF4}" srcOrd="0" destOrd="0" presId="urn:microsoft.com/office/officeart/2005/8/layout/orgChart1"/>
    <dgm:cxn modelId="{51BA16B8-6875-48F5-9CC1-B86C80E19C66}" type="presParOf" srcId="{A1C6F64E-F33F-4C48-B33D-D7EF3E016EF4}" destId="{84C8526D-114C-4F6A-807A-41E83B2345A7}" srcOrd="0" destOrd="0" presId="urn:microsoft.com/office/officeart/2005/8/layout/orgChart1"/>
    <dgm:cxn modelId="{81315CE1-1FCA-4CC3-AB07-C5E925131325}" type="presParOf" srcId="{A1C6F64E-F33F-4C48-B33D-D7EF3E016EF4}" destId="{42E971A5-F25C-4769-8FEF-F73A40F23102}" srcOrd="1" destOrd="0" presId="urn:microsoft.com/office/officeart/2005/8/layout/orgChart1"/>
    <dgm:cxn modelId="{84664A8F-8AE5-4E44-82DA-817E879A7DA4}" type="presParOf" srcId="{DAD8D96A-F2B0-4A7D-ADEF-1DCBB1FE09AD}" destId="{923DB2F4-F77B-4241-8CC2-A5804E85E1B7}" srcOrd="1" destOrd="0" presId="urn:microsoft.com/office/officeart/2005/8/layout/orgChart1"/>
    <dgm:cxn modelId="{62CBE7BC-E51A-4136-99F5-432C1D7F356C}" type="presParOf" srcId="{DAD8D96A-F2B0-4A7D-ADEF-1DCBB1FE09AD}" destId="{C39CC468-AF9B-4DD6-92CB-C241289556C2}" srcOrd="2" destOrd="0" presId="urn:microsoft.com/office/officeart/2005/8/layout/orgChart1"/>
    <dgm:cxn modelId="{8E60FCDE-2537-4565-8DFE-02DC278714AC}" type="presParOf" srcId="{354CA1DB-DD3D-4AB7-9902-A7F0C1F4A504}" destId="{2D84FA24-29BF-4611-B33C-0EECEC2F0521}"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0680EE-66CE-4676-AAA1-F54CCB18C5D7}">
      <dsp:nvSpPr>
        <dsp:cNvPr id="0" name=""/>
        <dsp:cNvSpPr/>
      </dsp:nvSpPr>
      <dsp:spPr>
        <a:xfrm>
          <a:off x="3995268" y="1354907"/>
          <a:ext cx="2826681" cy="490581"/>
        </a:xfrm>
        <a:custGeom>
          <a:avLst/>
          <a:gdLst/>
          <a:ahLst/>
          <a:cxnLst/>
          <a:rect l="0" t="0" r="0" b="0"/>
          <a:pathLst>
            <a:path>
              <a:moveTo>
                <a:pt x="0" y="0"/>
              </a:moveTo>
              <a:lnTo>
                <a:pt x="0" y="245290"/>
              </a:lnTo>
              <a:lnTo>
                <a:pt x="2826681" y="245290"/>
              </a:lnTo>
              <a:lnTo>
                <a:pt x="2826681" y="490581"/>
              </a:lnTo>
            </a:path>
          </a:pathLst>
        </a:custGeom>
        <a:noFill/>
        <a:ln w="28575" cap="flat" cmpd="sng" algn="ctr">
          <a:solidFill>
            <a:schemeClr val="dk1"/>
          </a:solidFill>
          <a:prstDash val="solid"/>
          <a:miter lim="800000"/>
        </a:ln>
        <a:effectLst/>
      </dsp:spPr>
      <dsp:style>
        <a:lnRef idx="2">
          <a:schemeClr val="dk1"/>
        </a:lnRef>
        <a:fillRef idx="0">
          <a:schemeClr val="dk1"/>
        </a:fillRef>
        <a:effectRef idx="1">
          <a:schemeClr val="dk1"/>
        </a:effectRef>
        <a:fontRef idx="minor">
          <a:schemeClr val="tx1"/>
        </a:fontRef>
      </dsp:style>
    </dsp:sp>
    <dsp:sp modelId="{58C11406-CB49-4FFF-B2AF-BD261A6785B3}">
      <dsp:nvSpPr>
        <dsp:cNvPr id="0" name=""/>
        <dsp:cNvSpPr/>
      </dsp:nvSpPr>
      <dsp:spPr>
        <a:xfrm>
          <a:off x="3949548" y="1354907"/>
          <a:ext cx="91440" cy="490581"/>
        </a:xfrm>
        <a:custGeom>
          <a:avLst/>
          <a:gdLst/>
          <a:ahLst/>
          <a:cxnLst/>
          <a:rect l="0" t="0" r="0" b="0"/>
          <a:pathLst>
            <a:path>
              <a:moveTo>
                <a:pt x="45720" y="0"/>
              </a:moveTo>
              <a:lnTo>
                <a:pt x="45720" y="490581"/>
              </a:lnTo>
            </a:path>
          </a:pathLst>
        </a:custGeom>
        <a:noFill/>
        <a:ln w="28575" cap="flat" cmpd="sng" algn="ctr">
          <a:solidFill>
            <a:scrgbClr r="0" g="0" b="0"/>
          </a:solidFill>
          <a:prstDash val="solid"/>
          <a:miter lim="800000"/>
        </a:ln>
        <a:effectLst/>
      </dsp:spPr>
      <dsp:style>
        <a:lnRef idx="2">
          <a:scrgbClr r="0" g="0" b="0"/>
        </a:lnRef>
        <a:fillRef idx="0">
          <a:scrgbClr r="0" g="0" b="0"/>
        </a:fillRef>
        <a:effectRef idx="0">
          <a:scrgbClr r="0" g="0" b="0"/>
        </a:effectRef>
        <a:fontRef idx="minor"/>
      </dsp:style>
    </dsp:sp>
    <dsp:sp modelId="{93DFF298-61C5-4DE1-BF9C-B673D92080E3}">
      <dsp:nvSpPr>
        <dsp:cNvPr id="0" name=""/>
        <dsp:cNvSpPr/>
      </dsp:nvSpPr>
      <dsp:spPr>
        <a:xfrm>
          <a:off x="1168586" y="1354907"/>
          <a:ext cx="2826681" cy="490581"/>
        </a:xfrm>
        <a:custGeom>
          <a:avLst/>
          <a:gdLst/>
          <a:ahLst/>
          <a:cxnLst/>
          <a:rect l="0" t="0" r="0" b="0"/>
          <a:pathLst>
            <a:path>
              <a:moveTo>
                <a:pt x="2826681" y="0"/>
              </a:moveTo>
              <a:lnTo>
                <a:pt x="2826681" y="245290"/>
              </a:lnTo>
              <a:lnTo>
                <a:pt x="0" y="245290"/>
              </a:lnTo>
              <a:lnTo>
                <a:pt x="0" y="490581"/>
              </a:lnTo>
            </a:path>
          </a:pathLst>
        </a:custGeom>
        <a:noFill/>
        <a:ln w="28575" cap="flat" cmpd="sng" algn="ctr">
          <a:solidFill>
            <a:schemeClr val="dk1"/>
          </a:solidFill>
          <a:prstDash val="solid"/>
          <a:miter lim="800000"/>
        </a:ln>
        <a:effectLst/>
      </dsp:spPr>
      <dsp:style>
        <a:lnRef idx="2">
          <a:schemeClr val="dk1"/>
        </a:lnRef>
        <a:fillRef idx="0">
          <a:schemeClr val="dk1"/>
        </a:fillRef>
        <a:effectRef idx="1">
          <a:schemeClr val="dk1"/>
        </a:effectRef>
        <a:fontRef idx="minor">
          <a:schemeClr val="tx1"/>
        </a:fontRef>
      </dsp:style>
    </dsp:sp>
    <dsp:sp modelId="{8A1FFD5B-681E-4A50-A8E4-E179B529AB77}">
      <dsp:nvSpPr>
        <dsp:cNvPr id="0" name=""/>
        <dsp:cNvSpPr/>
      </dsp:nvSpPr>
      <dsp:spPr>
        <a:xfrm>
          <a:off x="2827217" y="186857"/>
          <a:ext cx="2336100" cy="1168050"/>
        </a:xfrm>
        <a:prstGeom prst="rect">
          <a:avLst/>
        </a:prstGeom>
        <a:solidFill>
          <a:srgbClr val="FFD9DA"/>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solidFill>
                <a:schemeClr val="tx1"/>
              </a:solidFill>
            </a:rPr>
            <a:t>Multiple Access Protocols</a:t>
          </a:r>
        </a:p>
      </dsp:txBody>
      <dsp:txXfrm>
        <a:off x="2827217" y="186857"/>
        <a:ext cx="2336100" cy="1168050"/>
      </dsp:txXfrm>
    </dsp:sp>
    <dsp:sp modelId="{836BD3C0-E143-4963-BE65-46150F1CB0DE}">
      <dsp:nvSpPr>
        <dsp:cNvPr id="0" name=""/>
        <dsp:cNvSpPr/>
      </dsp:nvSpPr>
      <dsp:spPr>
        <a:xfrm>
          <a:off x="536" y="1845489"/>
          <a:ext cx="2336100" cy="1168050"/>
        </a:xfrm>
        <a:prstGeom prst="rect">
          <a:avLst/>
        </a:prstGeom>
        <a:solidFill>
          <a:srgbClr val="FFD9DA"/>
        </a:solidFill>
        <a:ln w="12700" cap="flat" cmpd="sng" algn="ctr">
          <a:solidFill>
            <a:srgbClr val="21212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Font typeface="+mj-lt"/>
            <a:buNone/>
          </a:pPr>
          <a:r>
            <a:rPr lang="en-IN" sz="2800" kern="1200" dirty="0">
              <a:solidFill>
                <a:srgbClr val="212121"/>
              </a:solidFill>
              <a:latin typeface="Roboto Condensed"/>
              <a:ea typeface="+mn-ea"/>
              <a:cs typeface="+mn-cs"/>
            </a:rPr>
            <a:t>Channel Partitioning Protocols </a:t>
          </a:r>
          <a:endParaRPr lang="en-US" sz="2800" kern="1200" dirty="0">
            <a:solidFill>
              <a:srgbClr val="212121"/>
            </a:solidFill>
            <a:latin typeface="Roboto Condensed"/>
            <a:ea typeface="+mn-ea"/>
            <a:cs typeface="+mn-cs"/>
          </a:endParaRPr>
        </a:p>
      </dsp:txBody>
      <dsp:txXfrm>
        <a:off x="536" y="1845489"/>
        <a:ext cx="2336100" cy="1168050"/>
      </dsp:txXfrm>
    </dsp:sp>
    <dsp:sp modelId="{0F1B48ED-3E68-48C9-A44A-570A30F70CB1}">
      <dsp:nvSpPr>
        <dsp:cNvPr id="0" name=""/>
        <dsp:cNvSpPr/>
      </dsp:nvSpPr>
      <dsp:spPr>
        <a:xfrm>
          <a:off x="2827217" y="1845489"/>
          <a:ext cx="2336100" cy="1168050"/>
        </a:xfrm>
        <a:prstGeom prst="rect">
          <a:avLst/>
        </a:prstGeom>
        <a:solidFill>
          <a:srgbClr val="FFD9DA"/>
        </a:solidFill>
        <a:ln w="12700" cap="flat" cmpd="sng" algn="ctr">
          <a:solidFill>
            <a:srgbClr val="21212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Font typeface="+mj-lt"/>
            <a:buNone/>
          </a:pPr>
          <a:r>
            <a:rPr lang="en-IN" sz="2800" kern="1200" dirty="0">
              <a:solidFill>
                <a:srgbClr val="212121"/>
              </a:solidFill>
              <a:latin typeface="Roboto Condensed"/>
              <a:ea typeface="+mn-ea"/>
              <a:cs typeface="+mn-cs"/>
            </a:rPr>
            <a:t>Random Access Protocols</a:t>
          </a:r>
          <a:endParaRPr lang="en-US" sz="2800" kern="1200" dirty="0">
            <a:solidFill>
              <a:srgbClr val="212121"/>
            </a:solidFill>
            <a:latin typeface="Roboto Condensed"/>
            <a:ea typeface="+mn-ea"/>
            <a:cs typeface="+mn-cs"/>
          </a:endParaRPr>
        </a:p>
      </dsp:txBody>
      <dsp:txXfrm>
        <a:off x="2827217" y="1845489"/>
        <a:ext cx="2336100" cy="1168050"/>
      </dsp:txXfrm>
    </dsp:sp>
    <dsp:sp modelId="{84C8526D-114C-4F6A-807A-41E83B2345A7}">
      <dsp:nvSpPr>
        <dsp:cNvPr id="0" name=""/>
        <dsp:cNvSpPr/>
      </dsp:nvSpPr>
      <dsp:spPr>
        <a:xfrm>
          <a:off x="5653899" y="1845489"/>
          <a:ext cx="2336100" cy="1168050"/>
        </a:xfrm>
        <a:prstGeom prst="rect">
          <a:avLst/>
        </a:prstGeom>
        <a:solidFill>
          <a:srgbClr val="FFD9DA"/>
        </a:solidFill>
        <a:ln w="12700" cap="flat" cmpd="sng" algn="ctr">
          <a:solidFill>
            <a:srgbClr val="21212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Font typeface="+mj-lt"/>
            <a:buNone/>
          </a:pPr>
          <a:r>
            <a:rPr lang="en-IN" sz="2800" kern="1200" dirty="0">
              <a:solidFill>
                <a:srgbClr val="212121"/>
              </a:solidFill>
              <a:latin typeface="Roboto Condensed"/>
              <a:ea typeface="+mn-ea"/>
              <a:cs typeface="+mn-cs"/>
            </a:rPr>
            <a:t>Taking-turns protocols</a:t>
          </a:r>
          <a:endParaRPr lang="en-US" sz="2800" kern="1200" dirty="0">
            <a:solidFill>
              <a:srgbClr val="212121"/>
            </a:solidFill>
            <a:latin typeface="Roboto Condensed"/>
            <a:ea typeface="+mn-ea"/>
            <a:cs typeface="+mn-cs"/>
          </a:endParaRPr>
        </a:p>
      </dsp:txBody>
      <dsp:txXfrm>
        <a:off x="5653899" y="1845489"/>
        <a:ext cx="2336100" cy="1168050"/>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F390E7-7720-6346-B70B-19F583BE4EB9}" type="datetimeFigureOut">
              <a:rPr lang="en-US" smtClean="0"/>
              <a:t>22-Sep-26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8C442F-C52E-1F42-A6BA-4466C2815034}" type="slidenum">
              <a:rPr lang="en-US" smtClean="0"/>
              <a:t>‹#›</a:t>
            </a:fld>
            <a:endParaRPr lang="en-US"/>
          </a:p>
        </p:txBody>
      </p:sp>
    </p:spTree>
    <p:extLst>
      <p:ext uri="{BB962C8B-B14F-4D97-AF65-F5344CB8AC3E}">
        <p14:creationId xmlns:p14="http://schemas.microsoft.com/office/powerpoint/2010/main" val="1899090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tiff"/><Relationship Id="rId5" Type="http://schemas.openxmlformats.org/officeDocument/2006/relationships/image" Target="../media/image4.png"/><Relationship Id="rId10" Type="http://schemas.openxmlformats.org/officeDocument/2006/relationships/image" Target="../media/image8.jpeg"/><Relationship Id="rId4" Type="http://schemas.openxmlformats.org/officeDocument/2006/relationships/image" Target="../media/image3.png"/><Relationship Id="rId9"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 Id="rId5" Type="http://schemas.openxmlformats.org/officeDocument/2006/relationships/image" Target="../media/image14.png"/><Relationship Id="rId4" Type="http://schemas.microsoft.com/office/2007/relationships/hdphoto" Target="../media/hdphoto2.wdp"/></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 Id="rId5" Type="http://schemas.openxmlformats.org/officeDocument/2006/relationships/image" Target="../media/image10.png"/><Relationship Id="rId4" Type="http://schemas.microsoft.com/office/2007/relationships/hdphoto" Target="../media/hdphoto2.wdp"/></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5.png"/><Relationship Id="rId9" Type="http://schemas.microsoft.com/office/2007/relationships/hdphoto" Target="../media/hdphoto3.wdp"/></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5.png"/><Relationship Id="rId9" Type="http://schemas.microsoft.com/office/2007/relationships/hdphoto" Target="../media/hdphoto3.wdp"/></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5.png"/><Relationship Id="rId9" Type="http://schemas.microsoft.com/office/2007/relationships/hdphoto" Target="../media/hdphoto4.wdp"/></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5.png"/><Relationship Id="rId9" Type="http://schemas.microsoft.com/office/2007/relationships/hdphoto" Target="../media/hdphoto3.wdp"/></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5.png"/><Relationship Id="rId9" Type="http://schemas.microsoft.com/office/2007/relationships/hdphoto" Target="../media/hdphoto3.wdp"/></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5.png"/><Relationship Id="rId9" Type="http://schemas.microsoft.com/office/2007/relationships/hdphoto" Target="../media/hdphoto5.wdp"/></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5.png"/><Relationship Id="rId9" Type="http://schemas.microsoft.com/office/2007/relationships/hdphoto" Target="../media/hdphoto6.wdp"/></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5.png"/><Relationship Id="rId9" Type="http://schemas.microsoft.com/office/2007/relationships/hdphoto" Target="../media/hdphoto7.wdp"/></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5.png"/><Relationship Id="rId9" Type="http://schemas.microsoft.com/office/2007/relationships/hdphoto" Target="../media/hdphoto3.wdp"/></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2.png"/><Relationship Id="rId7" Type="http://schemas.openxmlformats.org/officeDocument/2006/relationships/image" Target="../media/image16.jpe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4.png"/><Relationship Id="rId11" Type="http://schemas.microsoft.com/office/2007/relationships/hdphoto" Target="../media/hdphoto8.wdp"/><Relationship Id="rId5" Type="http://schemas.openxmlformats.org/officeDocument/2006/relationships/image" Target="../media/image4.png"/><Relationship Id="rId10" Type="http://schemas.openxmlformats.org/officeDocument/2006/relationships/image" Target="../media/image17.png"/><Relationship Id="rId4" Type="http://schemas.openxmlformats.org/officeDocument/2006/relationships/image" Target="../media/image3.png"/><Relationship Id="rId9" Type="http://schemas.openxmlformats.org/officeDocument/2006/relationships/image" Target="../media/image9.tiff"/></Relationships>
</file>

<file path=ppt/slideLayouts/_rels/slideLayout2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5.png"/><Relationship Id="rId9" Type="http://schemas.microsoft.com/office/2007/relationships/hdphoto" Target="../media/hdphoto9.wdp"/></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8.png"/><Relationship Id="rId7" Type="http://schemas.openxmlformats.org/officeDocument/2006/relationships/image" Target="../media/image21.tiff"/><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20.jpeg"/><Relationship Id="rId5" Type="http://schemas.openxmlformats.org/officeDocument/2006/relationships/image" Target="../media/image14.png"/><Relationship Id="rId4" Type="http://schemas.openxmlformats.org/officeDocument/2006/relationships/image" Target="../media/image19.png"/><Relationship Id="rId9" Type="http://schemas.microsoft.com/office/2007/relationships/hdphoto" Target="../media/hdphoto8.wdp"/></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24.jpeg"/><Relationship Id="rId3" Type="http://schemas.openxmlformats.org/officeDocument/2006/relationships/image" Target="../media/image22.png"/><Relationship Id="rId7" Type="http://schemas.microsoft.com/office/2007/relationships/hdphoto" Target="../media/hdphoto10.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23.png"/><Relationship Id="rId5" Type="http://schemas.openxmlformats.org/officeDocument/2006/relationships/image" Target="../media/image14.png"/><Relationship Id="rId4" Type="http://schemas.openxmlformats.org/officeDocument/2006/relationships/image" Target="../media/image19.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p:nvPicPr>
        <p:blipFill>
          <a:blip r:embed="rId3" cstate="email">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endParaRPr lang="en-US" dirty="0"/>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p:nvPicPr>
        <p:blipFill rotWithShape="1">
          <a:blip r:embed="rId7" cstate="email">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a:ext>
            </a:extLst>
          </a:blip>
          <a:src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p:nvPicPr>
        <p:blipFill rotWithShape="1">
          <a:blip r:embed="rId9"/>
          <a:srcRect/>
          <a:stretch/>
        </p:blipFill>
        <p:spPr>
          <a:xfrm>
            <a:off x="959767" y="3827036"/>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p:nvPicPr>
        <p:blipFill>
          <a:blip r:embed="rId10" cstate="email">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r>
              <a:rPr lang="en-US"/>
              <a:t>Click icon to add picture</a:t>
            </a:r>
          </a:p>
        </p:txBody>
      </p:sp>
      <p:pic>
        <p:nvPicPr>
          <p:cNvPr id="30" name="Picture 29">
            <a:extLst>
              <a:ext uri="{FF2B5EF4-FFF2-40B4-BE49-F238E27FC236}">
                <a16:creationId xmlns:a16="http://schemas.microsoft.com/office/drawing/2014/main" id="{BD370FB6-7031-0A4B-838F-03DBE8CD8D6E}"/>
              </a:ext>
            </a:extLst>
          </p:cNvPr>
          <p:cNvPicPr>
            <a:picLocks noChangeAspect="1"/>
          </p:cNvPicPr>
          <p:nvPr userDrawn="1"/>
        </p:nvPicPr>
        <p:blipFill>
          <a:blip r:embed="rId11" cstate="email">
            <a:extLst>
              <a:ext uri="{28A0092B-C50C-407E-A947-70E740481C1C}">
                <a14:useLocalDpi xmlns:a14="http://schemas.microsoft.com/office/drawing/2010/main"/>
              </a:ext>
            </a:extLst>
          </a:blip>
          <a:stretch>
            <a:fillRect/>
          </a:stretch>
        </p:blipFill>
        <p:spPr>
          <a:xfrm>
            <a:off x="8983130" y="2329344"/>
            <a:ext cx="2199311" cy="2199311"/>
          </a:xfrm>
          <a:prstGeom prst="rect">
            <a:avLst/>
          </a:prstGeom>
        </p:spPr>
      </p:pic>
    </p:spTree>
    <p:extLst>
      <p:ext uri="{BB962C8B-B14F-4D97-AF65-F5344CB8AC3E}">
        <p14:creationId xmlns:p14="http://schemas.microsoft.com/office/powerpoint/2010/main" val="2439697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 Logo on T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967F7A9-F404-4412-B868-8EB67A41E2A4}"/>
              </a:ext>
            </a:extLst>
          </p:cNvPr>
          <p:cNvGrpSpPr/>
          <p:nvPr/>
        </p:nvGrpSpPr>
        <p:grpSpPr>
          <a:xfrm>
            <a:off x="9576895" y="861192"/>
            <a:ext cx="2554143" cy="587454"/>
            <a:chOff x="131177" y="5775962"/>
            <a:chExt cx="2530239" cy="581956"/>
          </a:xfrm>
        </p:grpSpPr>
        <p:pic>
          <p:nvPicPr>
            <p:cNvPr id="16" name="Picture 15">
              <a:extLst>
                <a:ext uri="{FF2B5EF4-FFF2-40B4-BE49-F238E27FC236}">
                  <a16:creationId xmlns:a16="http://schemas.microsoft.com/office/drawing/2014/main" id="{23F8D339-A0AA-4150-B7E8-C84E7F2AB7D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31177" y="5775962"/>
              <a:ext cx="2530238" cy="581955"/>
            </a:xfrm>
            <a:prstGeom prst="rect">
              <a:avLst/>
            </a:prstGeom>
          </p:spPr>
        </p:pic>
        <p:sp>
          <p:nvSpPr>
            <p:cNvPr id="5" name="Rectangle 4">
              <a:extLst>
                <a:ext uri="{FF2B5EF4-FFF2-40B4-BE49-F238E27FC236}">
                  <a16:creationId xmlns:a16="http://schemas.microsoft.com/office/drawing/2014/main"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p:nvPicPr>
        <p:blipFill rotWithShape="1">
          <a:blip r:embed="rId3" cstate="print">
            <a:alphaModFix/>
            <a:extLst>
              <a:ext uri="{28A0092B-C50C-407E-A947-70E740481C1C}">
                <a14:useLocalDpi xmlns:a14="http://schemas.microsoft.com/office/drawing/2010/main"/>
              </a:ext>
            </a:extLst>
          </a:blip>
          <a:srcRect/>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Footer Placeholder 2">
            <a:extLst>
              <a:ext uri="{FF2B5EF4-FFF2-40B4-BE49-F238E27FC236}">
                <a16:creationId xmlns:a16="http://schemas.microsoft.com/office/drawing/2014/main" id="{21489CE0-196C-4C42-9757-3759E6FAF4ED}"/>
              </a:ext>
            </a:extLst>
          </p:cNvPr>
          <p:cNvSpPr txBox="1">
            <a:spLocks/>
          </p:cNvSpPr>
          <p:nvPr userDrawn="1"/>
        </p:nvSpPr>
        <p:spPr>
          <a:xfrm>
            <a:off x="4038600" y="6604000"/>
            <a:ext cx="5257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#3150710(CN)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4 – Network Layer</a:t>
            </a:r>
          </a:p>
        </p:txBody>
      </p:sp>
      <p:sp>
        <p:nvSpPr>
          <p:cNvPr id="15" name="Date Placeholder 1">
            <a:extLst>
              <a:ext uri="{FF2B5EF4-FFF2-40B4-BE49-F238E27FC236}">
                <a16:creationId xmlns:a16="http://schemas.microsoft.com/office/drawing/2014/main" id="{7679F503-E571-4752-ABB6-9A181A2DCE5C}"/>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Devangi</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L. Kotak</a:t>
            </a:r>
          </a:p>
        </p:txBody>
      </p:sp>
    </p:spTree>
    <p:extLst>
      <p:ext uri="{BB962C8B-B14F-4D97-AF65-F5344CB8AC3E}">
        <p14:creationId xmlns:p14="http://schemas.microsoft.com/office/powerpoint/2010/main" val="23215461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p:nvPicPr>
        <p:blipFill rotWithShape="1">
          <a:blip r:embed="rId2" cstate="email">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p:nvPicPr>
        <p:blipFill rotWithShape="1">
          <a:blip r:embed="rId3" cstate="email">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a:ext>
            </a:extLst>
          </a:blip>
          <a:srcRect/>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a:noFill/>
        </p:spPr>
        <p:txBody>
          <a:bodyPr anchor="b">
            <a:normAutofit/>
          </a:bodyPr>
          <a:lstStyle>
            <a:lvl1pPr>
              <a:defRPr lang="en-US" sz="60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marL="0" lvl="0" indent="0" algn="l" defTabSz="914400" rtl="0" eaLnBrk="1" latinLnBrk="0" hangingPunct="1">
              <a:lnSpc>
                <a:spcPct val="90000"/>
              </a:lnSpc>
              <a:spcBef>
                <a:spcPct val="0"/>
              </a:spcBef>
              <a:buFont typeface="Arial" panose="020B0604020202020204" pitchFamily="34" charset="0"/>
              <a:buNone/>
            </a:pPr>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15"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5" name="Picture 4">
            <a:extLst>
              <a:ext uri="{FF2B5EF4-FFF2-40B4-BE49-F238E27FC236}">
                <a16:creationId xmlns:a16="http://schemas.microsoft.com/office/drawing/2014/main" id="{777FB6A7-9254-31DE-D613-15B74DA5C58E}"/>
              </a:ext>
            </a:extLst>
          </p:cNvPr>
          <p:cNvPicPr>
            <a:picLocks noChangeAspect="1"/>
          </p:cNvPicPr>
          <p:nvPr userDrawn="1"/>
        </p:nvPicPr>
        <p:blipFill>
          <a:blip r:embed="rId5">
            <a:alphaModFix amt="35000"/>
          </a:blip>
          <a:srcRect/>
          <a:stretch/>
        </p:blipFill>
        <p:spPr>
          <a:xfrm>
            <a:off x="9982200" y="5715125"/>
            <a:ext cx="2088924" cy="887749"/>
          </a:xfrm>
          <a:prstGeom prst="rect">
            <a:avLst/>
          </a:prstGeom>
        </p:spPr>
      </p:pic>
    </p:spTree>
    <p:extLst>
      <p:ext uri="{BB962C8B-B14F-4D97-AF65-F5344CB8AC3E}">
        <p14:creationId xmlns:p14="http://schemas.microsoft.com/office/powerpoint/2010/main" val="6293178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Title and Content - Logo on T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ooter Placeholder 2">
            <a:extLst>
              <a:ext uri="{FF2B5EF4-FFF2-40B4-BE49-F238E27FC236}">
                <a16:creationId xmlns:a16="http://schemas.microsoft.com/office/drawing/2014/main" id="{BF2BE79E-EA17-4AB9-8CB5-714A52A6B2F5}"/>
              </a:ext>
            </a:extLst>
          </p:cNvPr>
          <p:cNvSpPr txBox="1">
            <a:spLocks/>
          </p:cNvSpPr>
          <p:nvPr/>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GB"/>
              <a:t>Click to edit Master title style</a:t>
            </a:r>
            <a:endParaRPr lang="en-US" dirty="0"/>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20" name="Straight Connector 19">
            <a:extLst>
              <a:ext uri="{FF2B5EF4-FFF2-40B4-BE49-F238E27FC236}">
                <a16:creationId xmlns:a16="http://schemas.microsoft.com/office/drawing/2014/main" id="{05596C8C-2163-45E8-B709-8118C381771F}"/>
              </a:ext>
            </a:extLst>
          </p:cNvPr>
          <p:cNvCxnSpPr/>
          <p:nvPr/>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67FE28E9-05C7-BA4A-A6B9-63B6ED98C644}"/>
              </a:ext>
            </a:extLst>
          </p:cNvPr>
          <p:cNvPicPr>
            <a:picLocks noChangeAspect="1"/>
          </p:cNvPicPr>
          <p:nvPr/>
        </p:nvPicPr>
        <p:blipFill>
          <a:blip r:embed="rId3">
            <a:alphaModFix amt="35000"/>
          </a:blip>
          <a:srcRect/>
          <a:stretch/>
        </p:blipFill>
        <p:spPr>
          <a:xfrm>
            <a:off x="9971896" y="711201"/>
            <a:ext cx="2088924" cy="887749"/>
          </a:xfrm>
          <a:prstGeom prst="rect">
            <a:avLst/>
          </a:prstGeom>
        </p:spPr>
      </p:pic>
      <p:sp>
        <p:nvSpPr>
          <p:cNvPr id="4" name="Footer Placeholder 2">
            <a:extLst>
              <a:ext uri="{FF2B5EF4-FFF2-40B4-BE49-F238E27FC236}">
                <a16:creationId xmlns:a16="http://schemas.microsoft.com/office/drawing/2014/main" id="{538D31E1-44EA-57F8-3809-9C68FBC125D3}"/>
              </a:ext>
            </a:extLst>
          </p:cNvPr>
          <p:cNvSpPr txBox="1">
            <a:spLocks/>
          </p:cNvSpPr>
          <p:nvPr userDrawn="1"/>
        </p:nvSpPr>
        <p:spPr>
          <a:xfrm>
            <a:off x="4038600" y="6604000"/>
            <a:ext cx="5257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#2305CS332 (CN)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4 – Network Layer</a:t>
            </a:r>
          </a:p>
        </p:txBody>
      </p:sp>
      <p:sp>
        <p:nvSpPr>
          <p:cNvPr id="13" name="Date Placeholder 1">
            <a:extLst>
              <a:ext uri="{FF2B5EF4-FFF2-40B4-BE49-F238E27FC236}">
                <a16:creationId xmlns:a16="http://schemas.microsoft.com/office/drawing/2014/main" id="{A0273809-CD76-4D38-9B58-1C0CB90DF5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Devangi</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L. Kotak</a:t>
            </a:r>
          </a:p>
        </p:txBody>
      </p:sp>
    </p:spTree>
    <p:extLst>
      <p:ext uri="{BB962C8B-B14F-4D97-AF65-F5344CB8AC3E}">
        <p14:creationId xmlns:p14="http://schemas.microsoft.com/office/powerpoint/2010/main" val="41724657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Devangi</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L. Kotak</a:t>
            </a:r>
          </a:p>
        </p:txBody>
      </p:sp>
      <p:sp>
        <p:nvSpPr>
          <p:cNvPr id="22" name="Footer Placeholder 2">
            <a:extLst>
              <a:ext uri="{FF2B5EF4-FFF2-40B4-BE49-F238E27FC236}">
                <a16:creationId xmlns:a16="http://schemas.microsoft.com/office/drawing/2014/main" id="{BF2BE79E-EA17-4AB9-8CB5-714A52A6B2F5}"/>
              </a:ext>
            </a:extLst>
          </p:cNvPr>
          <p:cNvSpPr txBox="1">
            <a:spLocks/>
          </p:cNvSpPr>
          <p:nvPr/>
        </p:nvSpPr>
        <p:spPr>
          <a:xfrm>
            <a:off x="4038600" y="6604000"/>
            <a:ext cx="5257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#2305CS332 (CN)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5 – Link Layer &amp; Local Area Networks</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GB"/>
              <a:t>Click to edit Master title style</a:t>
            </a:r>
            <a:endParaRPr lang="en-US" dirty="0"/>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20" name="Straight Connector 19">
            <a:extLst>
              <a:ext uri="{FF2B5EF4-FFF2-40B4-BE49-F238E27FC236}">
                <a16:creationId xmlns:a16="http://schemas.microsoft.com/office/drawing/2014/main" id="{05596C8C-2163-45E8-B709-8118C381771F}"/>
              </a:ext>
            </a:extLst>
          </p:cNvPr>
          <p:cNvCxnSpPr/>
          <p:nvPr/>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33C8C9CD-3693-C144-BADE-D675A4049479}"/>
              </a:ext>
            </a:extLst>
          </p:cNvPr>
          <p:cNvPicPr>
            <a:picLocks noChangeAspect="1"/>
          </p:cNvPicPr>
          <p:nvPr/>
        </p:nvPicPr>
        <p:blipFill>
          <a:blip r:embed="rId3">
            <a:alphaModFix amt="35000"/>
          </a:blip>
          <a:srcRect/>
          <a:stretch/>
        </p:blipFill>
        <p:spPr>
          <a:xfrm>
            <a:off x="9982200" y="5715125"/>
            <a:ext cx="2088924" cy="887749"/>
          </a:xfrm>
          <a:prstGeom prst="rect">
            <a:avLst/>
          </a:prstGeom>
        </p:spPr>
      </p:pic>
    </p:spTree>
    <p:extLst>
      <p:ext uri="{BB962C8B-B14F-4D97-AF65-F5344CB8AC3E}">
        <p14:creationId xmlns:p14="http://schemas.microsoft.com/office/powerpoint/2010/main" val="12557359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Content - Logo on B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967F7A9-F404-4412-B868-8EB67A41E2A4}"/>
              </a:ext>
            </a:extLst>
          </p:cNvPr>
          <p:cNvGrpSpPr/>
          <p:nvPr/>
        </p:nvGrpSpPr>
        <p:grpSpPr>
          <a:xfrm>
            <a:off x="9576895" y="5890392"/>
            <a:ext cx="2554143" cy="587454"/>
            <a:chOff x="131177" y="5775962"/>
            <a:chExt cx="2530239" cy="581956"/>
          </a:xfrm>
        </p:grpSpPr>
        <p:pic>
          <p:nvPicPr>
            <p:cNvPr id="16" name="Picture 15">
              <a:extLst>
                <a:ext uri="{FF2B5EF4-FFF2-40B4-BE49-F238E27FC236}">
                  <a16:creationId xmlns:a16="http://schemas.microsoft.com/office/drawing/2014/main" id="{23F8D339-A0AA-4150-B7E8-C84E7F2AB7D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31177" y="5775962"/>
              <a:ext cx="2530238" cy="581955"/>
            </a:xfrm>
            <a:prstGeom prst="rect">
              <a:avLst/>
            </a:prstGeom>
          </p:spPr>
        </p:pic>
        <p:sp>
          <p:nvSpPr>
            <p:cNvPr id="5" name="Rectangle 4">
              <a:extLst>
                <a:ext uri="{FF2B5EF4-FFF2-40B4-BE49-F238E27FC236}">
                  <a16:creationId xmlns:a16="http://schemas.microsoft.com/office/drawing/2014/main"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ooter Placeholder 2">
            <a:extLst>
              <a:ext uri="{FF2B5EF4-FFF2-40B4-BE49-F238E27FC236}">
                <a16:creationId xmlns:a16="http://schemas.microsoft.com/office/drawing/2014/main" id="{BF2BE79E-EA17-4AB9-8CB5-714A52A6B2F5}"/>
              </a:ext>
            </a:extLst>
          </p:cNvPr>
          <p:cNvSpPr txBox="1">
            <a:spLocks/>
          </p:cNvSpPr>
          <p:nvPr/>
        </p:nvSpPr>
        <p:spPr>
          <a:xfrm>
            <a:off x="4038600" y="6604000"/>
            <a:ext cx="5257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#3150710(CN)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5 – The Link layer and Local area networks</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p:nvPicPr>
        <p:blipFill rotWithShape="1">
          <a:blip r:embed="rId3" cstate="print">
            <a:alphaModFix/>
            <a:extLst>
              <a:ext uri="{28A0092B-C50C-407E-A947-70E740481C1C}">
                <a14:useLocalDpi xmlns:a14="http://schemas.microsoft.com/office/drawing/2010/main"/>
              </a:ext>
            </a:extLst>
          </a:blip>
          <a:srcRect/>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20" name="Straight Connector 19">
            <a:extLst>
              <a:ext uri="{FF2B5EF4-FFF2-40B4-BE49-F238E27FC236}">
                <a16:creationId xmlns:a16="http://schemas.microsoft.com/office/drawing/2014/main" id="{05596C8C-2163-45E8-B709-8118C381771F}"/>
              </a:ext>
            </a:extLst>
          </p:cNvPr>
          <p:cNvCxnSpPr/>
          <p:nvPr/>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Date Placeholder 1">
            <a:extLst>
              <a:ext uri="{FF2B5EF4-FFF2-40B4-BE49-F238E27FC236}">
                <a16:creationId xmlns:a16="http://schemas.microsoft.com/office/drawing/2014/main" id="{E3282D9E-37C3-44BC-824D-2A6B47E43478}"/>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Devangi</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L. Kotak</a:t>
            </a:r>
          </a:p>
        </p:txBody>
      </p:sp>
    </p:spTree>
    <p:extLst>
      <p:ext uri="{BB962C8B-B14F-4D97-AF65-F5344CB8AC3E}">
        <p14:creationId xmlns:p14="http://schemas.microsoft.com/office/powerpoint/2010/main" val="18487492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Content - Logo on BL">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967F7A9-F404-4412-B868-8EB67A41E2A4}"/>
              </a:ext>
            </a:extLst>
          </p:cNvPr>
          <p:cNvGrpSpPr/>
          <p:nvPr/>
        </p:nvGrpSpPr>
        <p:grpSpPr>
          <a:xfrm>
            <a:off x="128095" y="5890392"/>
            <a:ext cx="2554143" cy="587454"/>
            <a:chOff x="131177" y="5775962"/>
            <a:chExt cx="2530239" cy="581956"/>
          </a:xfrm>
        </p:grpSpPr>
        <p:pic>
          <p:nvPicPr>
            <p:cNvPr id="16" name="Picture 15">
              <a:extLst>
                <a:ext uri="{FF2B5EF4-FFF2-40B4-BE49-F238E27FC236}">
                  <a16:creationId xmlns:a16="http://schemas.microsoft.com/office/drawing/2014/main" id="{23F8D339-A0AA-4150-B7E8-C84E7F2AB7D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31177" y="5775962"/>
              <a:ext cx="2530238" cy="581955"/>
            </a:xfrm>
            <a:prstGeom prst="rect">
              <a:avLst/>
            </a:prstGeom>
          </p:spPr>
        </p:pic>
        <p:sp>
          <p:nvSpPr>
            <p:cNvPr id="5" name="Rectangle 4">
              <a:extLst>
                <a:ext uri="{FF2B5EF4-FFF2-40B4-BE49-F238E27FC236}">
                  <a16:creationId xmlns:a16="http://schemas.microsoft.com/office/drawing/2014/main"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p:nvPicPr>
        <p:blipFill rotWithShape="1">
          <a:blip r:embed="rId3" cstate="print">
            <a:alphaModFix/>
            <a:extLst>
              <a:ext uri="{28A0092B-C50C-407E-A947-70E740481C1C}">
                <a14:useLocalDpi xmlns:a14="http://schemas.microsoft.com/office/drawing/2010/main"/>
              </a:ext>
            </a:extLst>
          </a:blip>
          <a:srcRect/>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20" name="Straight Connector 19">
            <a:extLst>
              <a:ext uri="{FF2B5EF4-FFF2-40B4-BE49-F238E27FC236}">
                <a16:creationId xmlns:a16="http://schemas.microsoft.com/office/drawing/2014/main" id="{05596C8C-2163-45E8-B709-8118C381771F}"/>
              </a:ext>
            </a:extLst>
          </p:cNvPr>
          <p:cNvCxnSpPr/>
          <p:nvPr/>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5" name="Footer Placeholder 2">
            <a:extLst>
              <a:ext uri="{FF2B5EF4-FFF2-40B4-BE49-F238E27FC236}">
                <a16:creationId xmlns:a16="http://schemas.microsoft.com/office/drawing/2014/main" id="{79FD50AE-2B4F-8D48-8D6B-5E238535F779}"/>
              </a:ext>
            </a:extLst>
          </p:cNvPr>
          <p:cNvSpPr txBox="1">
            <a:spLocks/>
          </p:cNvSpPr>
          <p:nvPr userDrawn="1"/>
        </p:nvSpPr>
        <p:spPr>
          <a:xfrm>
            <a:off x="4038600" y="6604000"/>
            <a:ext cx="5257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#3150710(CN)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4 – Network Layer</a:t>
            </a:r>
          </a:p>
        </p:txBody>
      </p:sp>
      <p:sp>
        <p:nvSpPr>
          <p:cNvPr id="19" name="Date Placeholder 1">
            <a:extLst>
              <a:ext uri="{FF2B5EF4-FFF2-40B4-BE49-F238E27FC236}">
                <a16:creationId xmlns:a16="http://schemas.microsoft.com/office/drawing/2014/main" id="{61126F4B-6A6B-4E7D-AC07-EDEDFAB7753A}"/>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Devangi</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L. Kotak</a:t>
            </a:r>
          </a:p>
        </p:txBody>
      </p:sp>
    </p:spTree>
    <p:extLst>
      <p:ext uri="{BB962C8B-B14F-4D97-AF65-F5344CB8AC3E}">
        <p14:creationId xmlns:p14="http://schemas.microsoft.com/office/powerpoint/2010/main" val="18626072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p:nvPicPr>
        <p:blipFill rotWithShape="1">
          <a:blip r:embed="rId2" cstate="email">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p:nvPicPr>
        <p:blipFill rotWithShape="1">
          <a:blip r:embed="rId3" cstate="email">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a:ext>
            </a:extLst>
          </a:blip>
          <a:srcRect/>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a:noFill/>
        </p:spPr>
        <p:txBody>
          <a:bodyPr anchor="b">
            <a:normAutofit/>
          </a:bodyPr>
          <a:lstStyle>
            <a:lvl1pPr>
              <a:defRPr lang="en-US" sz="60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marL="0" lvl="0" indent="0" algn="l" defTabSz="914400" rtl="0" eaLnBrk="1" latinLnBrk="0" hangingPunct="1">
              <a:lnSpc>
                <a:spcPct val="90000"/>
              </a:lnSpc>
              <a:spcBef>
                <a:spcPct val="0"/>
              </a:spcBef>
              <a:buFont typeface="Arial" panose="020B0604020202020204" pitchFamily="34" charset="0"/>
              <a:buNone/>
            </a:pPr>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grpSp>
        <p:nvGrpSpPr>
          <p:cNvPr id="9" name="Group 8">
            <a:extLst>
              <a:ext uri="{FF2B5EF4-FFF2-40B4-BE49-F238E27FC236}">
                <a16:creationId xmlns:a16="http://schemas.microsoft.com/office/drawing/2014/main" id="{2802A992-B18A-47D4-8497-02E7586DF58D}"/>
              </a:ext>
            </a:extLst>
          </p:cNvPr>
          <p:cNvGrpSpPr/>
          <p:nvPr/>
        </p:nvGrpSpPr>
        <p:grpSpPr>
          <a:xfrm>
            <a:off x="9437223" y="6087939"/>
            <a:ext cx="2554143" cy="587454"/>
            <a:chOff x="131177" y="5775962"/>
            <a:chExt cx="2530239" cy="581956"/>
          </a:xfrm>
        </p:grpSpPr>
        <p:pic>
          <p:nvPicPr>
            <p:cNvPr id="13" name="Picture 12">
              <a:extLst>
                <a:ext uri="{FF2B5EF4-FFF2-40B4-BE49-F238E27FC236}">
                  <a16:creationId xmlns:a16="http://schemas.microsoft.com/office/drawing/2014/main" id="{8DD61FEC-075B-4EDD-97CA-36E6F72630F4}"/>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131177" y="5775962"/>
              <a:ext cx="2530238" cy="581955"/>
            </a:xfrm>
            <a:prstGeom prst="rect">
              <a:avLst/>
            </a:prstGeom>
          </p:spPr>
        </p:pic>
        <p:sp>
          <p:nvSpPr>
            <p:cNvPr id="14" name="Rectangle 13">
              <a:extLst>
                <a:ext uri="{FF2B5EF4-FFF2-40B4-BE49-F238E27FC236}">
                  <a16:creationId xmlns:a16="http://schemas.microsoft.com/office/drawing/2014/main" id="{CB550E12-AA95-4B1B-A8D2-ED01E515FC43}"/>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Tree>
    <p:extLst>
      <p:ext uri="{BB962C8B-B14F-4D97-AF65-F5344CB8AC3E}">
        <p14:creationId xmlns:p14="http://schemas.microsoft.com/office/powerpoint/2010/main" val="774771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 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Dhamsaniya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#3150710(CN)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4 – Network Layer</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FE191CF5-3D57-422B-B2EB-FF235E30DB22}"/>
              </a:ext>
            </a:extLst>
          </p:cNvPr>
          <p:cNvGrpSpPr/>
          <p:nvPr/>
        </p:nvGrpSpPr>
        <p:grpSpPr>
          <a:xfrm>
            <a:off x="9576895" y="99192"/>
            <a:ext cx="2554143" cy="587454"/>
            <a:chOff x="131177" y="5775962"/>
            <a:chExt cx="2530239" cy="581956"/>
          </a:xfrm>
        </p:grpSpPr>
        <p:pic>
          <p:nvPicPr>
            <p:cNvPr id="12" name="Picture 11">
              <a:extLst>
                <a:ext uri="{FF2B5EF4-FFF2-40B4-BE49-F238E27FC236}">
                  <a16:creationId xmlns:a16="http://schemas.microsoft.com/office/drawing/2014/main" id="{C9B183D5-5DE8-48E7-85E7-60CE9D0FD2D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62445F4B-50F2-4CA0-A5C5-6D690A29F3F2}"/>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72811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 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Dhamsaniya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#3150710(CN)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4 – Network Layer</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913602D2-CAF0-4790-95E8-87990761ED0C}"/>
              </a:ext>
            </a:extLst>
          </p:cNvPr>
          <p:cNvGrpSpPr/>
          <p:nvPr/>
        </p:nvGrpSpPr>
        <p:grpSpPr>
          <a:xfrm>
            <a:off x="9576895" y="5890392"/>
            <a:ext cx="2554143" cy="587454"/>
            <a:chOff x="131177" y="5775962"/>
            <a:chExt cx="2530239" cy="581956"/>
          </a:xfrm>
        </p:grpSpPr>
        <p:pic>
          <p:nvPicPr>
            <p:cNvPr id="12" name="Picture 11">
              <a:extLst>
                <a:ext uri="{FF2B5EF4-FFF2-40B4-BE49-F238E27FC236}">
                  <a16:creationId xmlns:a16="http://schemas.microsoft.com/office/drawing/2014/main" id="{A378A2C8-EF9C-479C-ACF0-D9819B46DF5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61DE4F58-7D48-453D-89E1-B25767150977}"/>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5568828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ooter Placeholder 2">
            <a:extLst>
              <a:ext uri="{FF2B5EF4-FFF2-40B4-BE49-F238E27FC236}">
                <a16:creationId xmlns:a16="http://schemas.microsoft.com/office/drawing/2014/main" id="{59055D82-7978-44A5-82D1-0A4E00B382BF}"/>
              </a:ext>
            </a:extLst>
          </p:cNvPr>
          <p:cNvSpPr txBox="1">
            <a:spLocks/>
          </p:cNvSpPr>
          <p:nvPr/>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#3150710(CN)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4 – Network Layer</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15C60ED7-12D4-496E-AF73-0995BE8C12FD}"/>
              </a:ext>
            </a:extLst>
          </p:cNvPr>
          <p:cNvGrpSpPr/>
          <p:nvPr/>
        </p:nvGrpSpPr>
        <p:grpSpPr>
          <a:xfrm>
            <a:off x="128095" y="5890392"/>
            <a:ext cx="2554143" cy="587454"/>
            <a:chOff x="131177" y="5775962"/>
            <a:chExt cx="2530239" cy="581956"/>
          </a:xfrm>
        </p:grpSpPr>
        <p:pic>
          <p:nvPicPr>
            <p:cNvPr id="12" name="Picture 11">
              <a:extLst>
                <a:ext uri="{FF2B5EF4-FFF2-40B4-BE49-F238E27FC236}">
                  <a16:creationId xmlns:a16="http://schemas.microsoft.com/office/drawing/2014/main" id="{30CB04CE-0025-4B1F-B962-A759D179D84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43F480CB-A4AF-424E-90DB-5B677403441A}"/>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Date Placeholder 1">
            <a:extLst>
              <a:ext uri="{FF2B5EF4-FFF2-40B4-BE49-F238E27FC236}">
                <a16:creationId xmlns:a16="http://schemas.microsoft.com/office/drawing/2014/main" id="{547EBE5F-87A3-4053-B3D0-DB0217EBD53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Devangi</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L. Kotak</a:t>
            </a:r>
          </a:p>
        </p:txBody>
      </p:sp>
    </p:spTree>
    <p:extLst>
      <p:ext uri="{BB962C8B-B14F-4D97-AF65-F5344CB8AC3E}">
        <p14:creationId xmlns:p14="http://schemas.microsoft.com/office/powerpoint/2010/main" val="40204542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02436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r>
              <a:rPr lang="en-US"/>
              <a:t>Click icon to add picture</a:t>
            </a:r>
          </a:p>
        </p:txBody>
      </p:sp>
    </p:spTree>
    <p:extLst>
      <p:ext uri="{BB962C8B-B14F-4D97-AF65-F5344CB8AC3E}">
        <p14:creationId xmlns:p14="http://schemas.microsoft.com/office/powerpoint/2010/main" val="11606476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p:nvPicPr>
        <p:blipFill>
          <a:blip r:embed="rId3" cstate="email">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endParaRPr lang="en-US" dirty="0"/>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p:nvPicPr>
        <p:blipFill rotWithShape="1">
          <a:blip r:embed="rId8" cstate="email">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a:ext>
            </a:extLst>
          </a:blip>
          <a:src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p:nvPicPr>
        <p:blipFill>
          <a:blip r:embed="rId10" cstate="email">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r>
              <a:rPr lang="en-US"/>
              <a:t>Click icon to add picture</a:t>
            </a:r>
          </a:p>
        </p:txBody>
      </p:sp>
    </p:spTree>
    <p:extLst>
      <p:ext uri="{BB962C8B-B14F-4D97-AF65-F5344CB8AC3E}">
        <p14:creationId xmlns:p14="http://schemas.microsoft.com/office/powerpoint/2010/main" val="23888456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p:nvPicPr>
        <p:blipFill>
          <a:blip r:embed="rId3" cstate="email">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endParaRPr lang="en-US" dirty="0"/>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p:nvPicPr>
        <p:blipFill rotWithShape="1">
          <a:blip r:embed="rId8" cstate="email">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a:ext>
            </a:extLst>
          </a:blip>
          <a:src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p:nvPicPr>
        <p:blipFill>
          <a:blip r:embed="rId10" cstate="email">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r>
              <a:rPr lang="en-US"/>
              <a:t>Click icon to add picture</a:t>
            </a:r>
          </a:p>
        </p:txBody>
      </p:sp>
    </p:spTree>
    <p:extLst>
      <p:ext uri="{BB962C8B-B14F-4D97-AF65-F5344CB8AC3E}">
        <p14:creationId xmlns:p14="http://schemas.microsoft.com/office/powerpoint/2010/main" val="10197774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p:nvPicPr>
        <p:blipFill>
          <a:blip r:embed="rId3" cstate="email">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endParaRPr lang="en-US" dirty="0"/>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p:nvPicPr>
        <p:blipFill rotWithShape="1">
          <a:blip r:embed="rId8" cstate="email">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a:ext>
            </a:extLst>
          </a:blip>
          <a:src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p:nvPicPr>
        <p:blipFill>
          <a:blip r:embed="rId10" cstate="email">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r>
              <a:rPr lang="en-US"/>
              <a:t>Click icon to add picture</a:t>
            </a:r>
          </a:p>
        </p:txBody>
      </p:sp>
    </p:spTree>
    <p:extLst>
      <p:ext uri="{BB962C8B-B14F-4D97-AF65-F5344CB8AC3E}">
        <p14:creationId xmlns:p14="http://schemas.microsoft.com/office/powerpoint/2010/main" val="36052808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p:nvPicPr>
        <p:blipFill>
          <a:blip r:embed="rId3" cstate="email">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endParaRPr lang="en-US" dirty="0"/>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p:nvPicPr>
        <p:blipFill rotWithShape="1">
          <a:blip r:embed="rId8" cstate="email">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a:ext>
            </a:extLst>
          </a:blip>
          <a:src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p:nvPicPr>
        <p:blipFill>
          <a:blip r:embed="rId10" cstate="email">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r>
              <a:rPr lang="en-US"/>
              <a:t>Click icon to add picture</a:t>
            </a:r>
          </a:p>
        </p:txBody>
      </p:sp>
    </p:spTree>
    <p:extLst>
      <p:ext uri="{BB962C8B-B14F-4D97-AF65-F5344CB8AC3E}">
        <p14:creationId xmlns:p14="http://schemas.microsoft.com/office/powerpoint/2010/main" val="3102831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p:nvPicPr>
        <p:blipFill>
          <a:blip r:embed="rId3" cstate="email">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endParaRPr lang="en-US" dirty="0"/>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p:nvPicPr>
        <p:blipFill rotWithShape="1">
          <a:blip r:embed="rId8" cstate="email">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a:ext>
            </a:extLst>
          </a:blip>
          <a:src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p:nvPicPr>
        <p:blipFill>
          <a:blip r:embed="rId10" cstate="email">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r>
              <a:rPr lang="en-US"/>
              <a:t>Click icon to add picture</a:t>
            </a:r>
          </a:p>
        </p:txBody>
      </p:sp>
    </p:spTree>
    <p:extLst>
      <p:ext uri="{BB962C8B-B14F-4D97-AF65-F5344CB8AC3E}">
        <p14:creationId xmlns:p14="http://schemas.microsoft.com/office/powerpoint/2010/main" val="22305619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p:nvPicPr>
        <p:blipFill>
          <a:blip r:embed="rId3" cstate="email">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endParaRPr lang="en-US" dirty="0"/>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p:nvPicPr>
        <p:blipFill rotWithShape="1">
          <a:blip r:embed="rId8" cstate="email">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a:ext>
            </a:extLst>
          </a:blip>
          <a:src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p:nvPicPr>
        <p:blipFill>
          <a:blip r:embed="rId10" cstate="email">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r>
              <a:rPr lang="en-US"/>
              <a:t>Click icon to add picture</a:t>
            </a:r>
          </a:p>
        </p:txBody>
      </p:sp>
    </p:spTree>
    <p:extLst>
      <p:ext uri="{BB962C8B-B14F-4D97-AF65-F5344CB8AC3E}">
        <p14:creationId xmlns:p14="http://schemas.microsoft.com/office/powerpoint/2010/main" val="2973585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p:nvPicPr>
        <p:blipFill>
          <a:blip r:embed="rId3" cstate="email">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endParaRPr lang="en-US" dirty="0"/>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p:nvPicPr>
        <p:blipFill rotWithShape="1">
          <a:blip r:embed="rId8" cstate="email">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a:ext>
            </a:extLst>
          </a:blip>
          <a:src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p:nvPicPr>
        <p:blipFill>
          <a:blip r:embed="rId10" cstate="email">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r>
              <a:rPr lang="en-US"/>
              <a:t>Click icon to add picture</a:t>
            </a:r>
          </a:p>
        </p:txBody>
      </p:sp>
    </p:spTree>
    <p:extLst>
      <p:ext uri="{BB962C8B-B14F-4D97-AF65-F5344CB8AC3E}">
        <p14:creationId xmlns:p14="http://schemas.microsoft.com/office/powerpoint/2010/main" val="22123286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p:nvPicPr>
        <p:blipFill>
          <a:blip r:embed="rId3" cstate="email">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endParaRPr lang="en-US" dirty="0"/>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p:nvPicPr>
        <p:blipFill rotWithShape="1">
          <a:blip r:embed="rId8" cstate="email">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a:ext>
            </a:extLst>
          </a:blip>
          <a:src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p:nvPicPr>
        <p:blipFill>
          <a:blip r:embed="rId10" cstate="email">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r>
              <a:rPr lang="en-US"/>
              <a:t>Click icon to add picture</a:t>
            </a:r>
          </a:p>
        </p:txBody>
      </p:sp>
    </p:spTree>
    <p:extLst>
      <p:ext uri="{BB962C8B-B14F-4D97-AF65-F5344CB8AC3E}">
        <p14:creationId xmlns:p14="http://schemas.microsoft.com/office/powerpoint/2010/main" val="21131710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p:nvPicPr>
        <p:blipFill>
          <a:blip r:embed="rId3" cstate="email">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endParaRPr lang="en-US" dirty="0"/>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p:nvPicPr>
        <p:blipFill rotWithShape="1">
          <a:blip r:embed="rId8" cstate="email">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a:ext>
            </a:extLst>
          </a:blip>
          <a:src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p:nvPicPr>
        <p:blipFill>
          <a:blip r:embed="rId10" cstate="email">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r>
              <a:rPr lang="en-US"/>
              <a:t>Click icon to add picture</a:t>
            </a:r>
          </a:p>
        </p:txBody>
      </p:sp>
    </p:spTree>
    <p:extLst>
      <p:ext uri="{BB962C8B-B14F-4D97-AF65-F5344CB8AC3E}">
        <p14:creationId xmlns:p14="http://schemas.microsoft.com/office/powerpoint/2010/main" val="418236404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p:nvPicPr>
        <p:blipFill>
          <a:blip r:embed="rId3" cstate="email">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endParaRPr lang="en-US" dirty="0"/>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p:nvPicPr>
        <p:blipFill>
          <a:blip r:embed="rId6"/>
          <a:srcRect/>
          <a:stretch/>
        </p:blipFill>
        <p:spPr>
          <a:xfrm>
            <a:off x="9115686" y="307556"/>
            <a:ext cx="2748260" cy="1167953"/>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p:nvPicPr>
        <p:blipFill>
          <a:blip r:embed="rId7" cstate="email">
            <a:extLst>
              <a:ext uri="{28A0092B-C50C-407E-A947-70E740481C1C}">
                <a14:useLocalDpi xmlns:a14="http://schemas.microsoft.com/office/drawing/2010/main"/>
              </a:ext>
            </a:extLst>
          </a:blip>
          <a:srcRect/>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p:nvPicPr>
        <p:blipFill>
          <a:blip r:embed="rId8" cstate="email">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r>
              <a:rPr lang="en-US"/>
              <a:t>Click icon to add picture</a:t>
            </a:r>
          </a:p>
        </p:txBody>
      </p:sp>
      <p:pic>
        <p:nvPicPr>
          <p:cNvPr id="34" name="Picture 33">
            <a:extLst>
              <a:ext uri="{FF2B5EF4-FFF2-40B4-BE49-F238E27FC236}">
                <a16:creationId xmlns:a16="http://schemas.microsoft.com/office/drawing/2014/main" id="{A4C937B4-E297-9841-83AC-450FF7FB542D}"/>
              </a:ext>
            </a:extLst>
          </p:cNvPr>
          <p:cNvPicPr>
            <a:picLocks noChangeAspect="1"/>
          </p:cNvPicPr>
          <p:nvPr userDrawn="1"/>
        </p:nvPicPr>
        <p:blipFill>
          <a:blip r:embed="rId9" cstate="email">
            <a:extLst>
              <a:ext uri="{28A0092B-C50C-407E-A947-70E740481C1C}">
                <a14:useLocalDpi xmlns:a14="http://schemas.microsoft.com/office/drawing/2010/main"/>
              </a:ext>
            </a:extLst>
          </a:blip>
          <a:stretch>
            <a:fillRect/>
          </a:stretch>
        </p:blipFill>
        <p:spPr>
          <a:xfrm>
            <a:off x="8983130" y="2079962"/>
            <a:ext cx="2199311" cy="2199311"/>
          </a:xfrm>
          <a:prstGeom prst="rect">
            <a:avLst/>
          </a:prstGeom>
        </p:spPr>
      </p:pic>
      <p:pic>
        <p:nvPicPr>
          <p:cNvPr id="33" name="Picture 32">
            <a:extLst>
              <a:ext uri="{FF2B5EF4-FFF2-40B4-BE49-F238E27FC236}">
                <a16:creationId xmlns:a16="http://schemas.microsoft.com/office/drawing/2014/main" id="{6EF48AA3-8F64-284A-82BF-DF6BEAAC7689}"/>
              </a:ext>
            </a:extLst>
          </p:cNvPr>
          <p:cNvPicPr>
            <a:picLocks noChangeAspect="1"/>
          </p:cNvPicPr>
          <p:nvPr userDrawn="1"/>
        </p:nvPicPr>
        <p:blipFill rotWithShape="1">
          <a:blip r:embed="rId10" cstate="print">
            <a:extLst>
              <a:ext uri="{BEBA8EAE-BF5A-486C-A8C5-ECC9F3942E4B}">
                <a14:imgProps xmlns:a14="http://schemas.microsoft.com/office/drawing/2010/main">
                  <a14:imgLayer r:embed="rId11">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Tree>
    <p:extLst>
      <p:ext uri="{BB962C8B-B14F-4D97-AF65-F5344CB8AC3E}">
        <p14:creationId xmlns:p14="http://schemas.microsoft.com/office/powerpoint/2010/main" val="169015841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p:nvPicPr>
        <p:blipFill>
          <a:blip r:embed="rId3" cstate="email">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endParaRPr lang="en-US" dirty="0"/>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p:nvPicPr>
        <p:blipFill rotWithShape="1">
          <a:blip r:embed="rId8" cstate="email">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a:ext>
            </a:extLst>
          </a:blip>
          <a:src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p:nvPicPr>
        <p:blipFill>
          <a:blip r:embed="rId10" cstate="email">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r>
              <a:rPr lang="en-US"/>
              <a:t>Click icon to add picture</a:t>
            </a:r>
          </a:p>
        </p:txBody>
      </p:sp>
    </p:spTree>
    <p:extLst>
      <p:ext uri="{BB962C8B-B14F-4D97-AF65-F5344CB8AC3E}">
        <p14:creationId xmlns:p14="http://schemas.microsoft.com/office/powerpoint/2010/main" val="284585724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D524B-3775-8E40-83BE-42D237CCC7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69AE7A3-9159-0C4C-9D60-90C19B2801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7FDC548-CD30-6D4B-B09B-48C5FDD36EA2}"/>
              </a:ext>
            </a:extLst>
          </p:cNvPr>
          <p:cNvSpPr>
            <a:spLocks noGrp="1"/>
          </p:cNvSpPr>
          <p:nvPr>
            <p:ph type="dt" sz="half" idx="10"/>
          </p:nvPr>
        </p:nvSpPr>
        <p:spPr/>
        <p:txBody>
          <a:bodyPr/>
          <a:lstStyle/>
          <a:p>
            <a:fld id="{1F584CCD-0C21-864C-9026-5993C0EB128B}" type="datetimeFigureOut">
              <a:rPr lang="en-US" smtClean="0"/>
              <a:t>22-Sep-26</a:t>
            </a:fld>
            <a:endParaRPr lang="en-US"/>
          </a:p>
        </p:txBody>
      </p:sp>
      <p:sp>
        <p:nvSpPr>
          <p:cNvPr id="5" name="Footer Placeholder 4">
            <a:extLst>
              <a:ext uri="{FF2B5EF4-FFF2-40B4-BE49-F238E27FC236}">
                <a16:creationId xmlns:a16="http://schemas.microsoft.com/office/drawing/2014/main" id="{5B10D054-4F39-4A45-A001-51EB6C63BF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1BCF83-C468-B444-B66A-90B5162E02B6}"/>
              </a:ext>
            </a:extLst>
          </p:cNvPr>
          <p:cNvSpPr>
            <a:spLocks noGrp="1"/>
          </p:cNvSpPr>
          <p:nvPr>
            <p:ph type="sldNum" sz="quarter" idx="12"/>
          </p:nvPr>
        </p:nvSpPr>
        <p:spPr/>
        <p:txBody>
          <a:bodyPr/>
          <a:lstStyle/>
          <a:p>
            <a:fld id="{D1EA3A2B-9384-7841-8AB4-BFE375740426}" type="slidenum">
              <a:rPr lang="en-US" smtClean="0"/>
              <a:t>‹#›</a:t>
            </a:fld>
            <a:endParaRPr lang="en-US"/>
          </a:p>
        </p:txBody>
      </p:sp>
    </p:spTree>
    <p:extLst>
      <p:ext uri="{BB962C8B-B14F-4D97-AF65-F5344CB8AC3E}">
        <p14:creationId xmlns:p14="http://schemas.microsoft.com/office/powerpoint/2010/main" val="40841918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4000" y="106364"/>
            <a:ext cx="11684000" cy="808037"/>
          </a:xfrm>
        </p:spPr>
        <p:txBody>
          <a:bodyPr/>
          <a:lstStyle>
            <a:lvl1pPr algn="l">
              <a:defRPr>
                <a:latin typeface="+mj-lt"/>
                <a:ea typeface="Open Sans Semibold" panose="020B0706030804020204" pitchFamily="34" charset="0"/>
                <a:cs typeface="Open Sans Semibold" panose="020B0706030804020204" pitchFamily="34" charset="0"/>
              </a:defRPr>
            </a:lvl1pPr>
          </a:lstStyle>
          <a:p>
            <a:r>
              <a:rPr lang="en-US" dirty="0"/>
              <a:t>Click to edit Master title style</a:t>
            </a:r>
          </a:p>
        </p:txBody>
      </p:sp>
      <p:sp>
        <p:nvSpPr>
          <p:cNvPr id="3" name="Content Placeholder 2"/>
          <p:cNvSpPr>
            <a:spLocks noGrp="1"/>
          </p:cNvSpPr>
          <p:nvPr>
            <p:ph idx="1"/>
          </p:nvPr>
        </p:nvSpPr>
        <p:spPr>
          <a:xfrm>
            <a:off x="254000" y="990600"/>
            <a:ext cx="11684000" cy="5334000"/>
          </a:xfrm>
        </p:spPr>
        <p:txBody>
          <a:bodyPr>
            <a:normAutofit/>
          </a:bodyPr>
          <a:lstStyle>
            <a:lvl1pPr marL="342900" indent="-342900">
              <a:lnSpc>
                <a:spcPct val="114000"/>
              </a:lnSpc>
              <a:buClrTx/>
              <a:buFont typeface="Wingdings" charset="2"/>
              <a:buChar char="§"/>
              <a:defRPr sz="2400">
                <a:latin typeface="+mj-lt"/>
                <a:ea typeface="Times New Roman" panose="02020603050405020304" pitchFamily="18" charset="0"/>
                <a:cs typeface="Times New Roman" panose="02020603050405020304" pitchFamily="18" charset="0"/>
              </a:defRPr>
            </a:lvl1pPr>
            <a:lvl2pPr marL="742950" indent="-285750">
              <a:lnSpc>
                <a:spcPct val="114000"/>
              </a:lnSpc>
              <a:buClrTx/>
              <a:buFont typeface="ZapfDingbatsITC" charset="0"/>
              <a:buChar char="✔"/>
              <a:defRPr sz="2000">
                <a:latin typeface="+mj-lt"/>
                <a:ea typeface="Times New Roman" panose="02020603050405020304" pitchFamily="18" charset="0"/>
                <a:cs typeface="Times New Roman" panose="02020603050405020304" pitchFamily="18" charset="0"/>
              </a:defRPr>
            </a:lvl2pPr>
            <a:lvl3pPr marL="1143000" indent="-228600">
              <a:lnSpc>
                <a:spcPct val="114000"/>
              </a:lnSpc>
              <a:buClrTx/>
              <a:buFont typeface="Wingdings" charset="2"/>
              <a:buChar char="§"/>
              <a:defRPr sz="1800">
                <a:latin typeface="+mj-lt"/>
                <a:ea typeface="Times New Roman" panose="02020603050405020304" pitchFamily="18" charset="0"/>
                <a:cs typeface="Times New Roman" panose="02020603050405020304" pitchFamily="18" charset="0"/>
              </a:defRPr>
            </a:lvl3pPr>
            <a:lvl4pPr marL="1600200" indent="-228600">
              <a:lnSpc>
                <a:spcPct val="114000"/>
              </a:lnSpc>
              <a:buClrTx/>
              <a:buFont typeface="Wingdings" charset="2"/>
              <a:buChar char="§"/>
              <a:defRPr sz="1600">
                <a:latin typeface="+mj-lt"/>
                <a:ea typeface="Times New Roman" panose="02020603050405020304" pitchFamily="18" charset="0"/>
                <a:cs typeface="Times New Roman" panose="02020603050405020304" pitchFamily="18" charset="0"/>
              </a:defRPr>
            </a:lvl4pPr>
            <a:lvl5pPr marL="2057400" indent="-228600">
              <a:lnSpc>
                <a:spcPct val="114000"/>
              </a:lnSpc>
              <a:buClrTx/>
              <a:buFont typeface="Wingdings" charset="2"/>
              <a:buChar char="§"/>
              <a:defRPr sz="1600">
                <a:latin typeface="+mj-lt"/>
                <a:ea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ktangel 11"/>
          <p:cNvSpPr/>
          <p:nvPr userDrawn="1"/>
        </p:nvSpPr>
        <p:spPr>
          <a:xfrm>
            <a:off x="0" y="6477000"/>
            <a:ext cx="1219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defRPr/>
            </a:pPr>
            <a:endParaRPr lang="da-DK" sz="1800" noProof="1">
              <a:solidFill>
                <a:srgbClr val="FFFFFF"/>
              </a:solidFill>
              <a:latin typeface="+mj-lt"/>
              <a:ea typeface="Open Sans" panose="020B0606030504020204" pitchFamily="34" charset="0"/>
              <a:cs typeface="Open Sans" panose="020B0606030504020204" pitchFamily="34" charset="0"/>
            </a:endParaRPr>
          </a:p>
        </p:txBody>
      </p:sp>
      <p:cxnSp>
        <p:nvCxnSpPr>
          <p:cNvPr id="6" name="Straight Connector 5"/>
          <p:cNvCxnSpPr/>
          <p:nvPr userDrawn="1"/>
        </p:nvCxnSpPr>
        <p:spPr>
          <a:xfrm>
            <a:off x="254000" y="914400"/>
            <a:ext cx="11684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3"/>
          <p:cNvGraphicFramePr>
            <a:graphicFrameLocks noGrp="1"/>
          </p:cNvGraphicFramePr>
          <p:nvPr userDrawn="1">
            <p:extLst>
              <p:ext uri="{D42A27DB-BD31-4B8C-83A1-F6EECF244321}">
                <p14:modId xmlns:p14="http://schemas.microsoft.com/office/powerpoint/2010/main" val="3442934261"/>
              </p:ext>
            </p:extLst>
          </p:nvPr>
        </p:nvGraphicFramePr>
        <p:xfrm>
          <a:off x="0" y="6477000"/>
          <a:ext cx="12192000" cy="391954"/>
        </p:xfrm>
        <a:graphic>
          <a:graphicData uri="http://schemas.openxmlformats.org/drawingml/2006/table">
            <a:tbl>
              <a:tblPr firstRow="1" bandRow="1">
                <a:tableStyleId>{2D5ABB26-0587-4C30-8999-92F81FD0307C}</a:tableStyleId>
              </a:tblPr>
              <a:tblGrid>
                <a:gridCol w="6197600">
                  <a:extLst>
                    <a:ext uri="{9D8B030D-6E8A-4147-A177-3AD203B41FA5}">
                      <a16:colId xmlns:a16="http://schemas.microsoft.com/office/drawing/2014/main" val="20000"/>
                    </a:ext>
                  </a:extLst>
                </a:gridCol>
                <a:gridCol w="812800">
                  <a:extLst>
                    <a:ext uri="{9D8B030D-6E8A-4147-A177-3AD203B41FA5}">
                      <a16:colId xmlns:a16="http://schemas.microsoft.com/office/drawing/2014/main" val="20001"/>
                    </a:ext>
                  </a:extLst>
                </a:gridCol>
                <a:gridCol w="5181600">
                  <a:extLst>
                    <a:ext uri="{9D8B030D-6E8A-4147-A177-3AD203B41FA5}">
                      <a16:colId xmlns:a16="http://schemas.microsoft.com/office/drawing/2014/main" val="20002"/>
                    </a:ext>
                  </a:extLst>
                </a:gridCol>
              </a:tblGrid>
              <a:tr h="39195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400" b="1" kern="1200" dirty="0">
                          <a:solidFill>
                            <a:schemeClr val="bg1"/>
                          </a:solidFill>
                          <a:latin typeface="+mn-lt"/>
                          <a:ea typeface="Open Sans SemiBold" panose="020B0706030804020204" pitchFamily="34" charset="0"/>
                          <a:cs typeface="Open Sans SemiBold" panose="020B0706030804020204" pitchFamily="34" charset="0"/>
                        </a:rPr>
                        <a:t>Unit: 3 – Transport Layer</a:t>
                      </a:r>
                      <a:endParaRPr lang="da-DK" sz="1400" b="1" kern="1200" noProof="1">
                        <a:solidFill>
                          <a:srgbClr val="FFFFFF"/>
                        </a:solidFill>
                        <a:latin typeface="+mn-lt"/>
                        <a:ea typeface="Open Sans" panose="020B0606030504020204" pitchFamily="34" charset="0"/>
                        <a:cs typeface="Open Sans" panose="020B0606030504020204" pitchFamily="34" charset="0"/>
                      </a:endParaRPr>
                    </a:p>
                  </a:txBody>
                  <a:tcPr marL="121920" marR="12192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da-DK" sz="1400" b="1" kern="1200" noProof="1">
                        <a:solidFill>
                          <a:schemeClr val="bg1"/>
                        </a:solidFill>
                        <a:latin typeface="+mn-lt"/>
                        <a:ea typeface="Open Sans" panose="020B0606030504020204" pitchFamily="34" charset="0"/>
                        <a:cs typeface="Open Sans" panose="020B0606030504020204" pitchFamily="34" charset="0"/>
                      </a:endParaRPr>
                    </a:p>
                  </a:txBody>
                  <a:tcPr marL="121920" marR="121920" anchor="ct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da-DK" sz="1400" b="1" kern="1200" noProof="1">
                          <a:solidFill>
                            <a:schemeClr val="bg1"/>
                          </a:solidFill>
                          <a:latin typeface="+mn-lt"/>
                          <a:ea typeface="Open Sans" panose="020B0606030504020204" pitchFamily="34" charset="0"/>
                          <a:cs typeface="Open Sans" panose="020B0606030504020204" pitchFamily="34" charset="0"/>
                        </a:rPr>
                        <a:t>Darshan Institute of Engineering &amp; Technology</a:t>
                      </a:r>
                    </a:p>
                  </a:txBody>
                  <a:tcPr marL="121920" marR="121920" anchor="ct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38533320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56800" y="215182"/>
            <a:ext cx="11678400" cy="806400"/>
          </a:xfrm>
        </p:spPr>
        <p:txBody>
          <a:bodyPr/>
          <a:lstStyle>
            <a:lvl1pPr algn="l">
              <a:defRPr/>
            </a:lvl1pPr>
          </a:lstStyle>
          <a:p>
            <a:r>
              <a:rPr lang="en-US" dirty="0"/>
              <a:t>Click to edit Master title style</a:t>
            </a:r>
          </a:p>
        </p:txBody>
      </p:sp>
      <p:sp>
        <p:nvSpPr>
          <p:cNvPr id="3" name="Content Placeholder 2"/>
          <p:cNvSpPr>
            <a:spLocks noGrp="1"/>
          </p:cNvSpPr>
          <p:nvPr>
            <p:ph sz="half" idx="1"/>
          </p:nvPr>
        </p:nvSpPr>
        <p:spPr>
          <a:xfrm>
            <a:off x="256800" y="1143000"/>
            <a:ext cx="5737600" cy="5181600"/>
          </a:xfrm>
        </p:spPr>
        <p:txBody>
          <a:bodyPr/>
          <a:lstStyle>
            <a:lvl1pPr marL="342900" indent="-342900">
              <a:buFont typeface="Wingdings" charset="2"/>
              <a:buChar char="§"/>
              <a:defRPr sz="2400"/>
            </a:lvl1pPr>
            <a:lvl2pPr marL="742950" indent="-285750">
              <a:buFont typeface="ZapfDingbatsITC" charset="0"/>
              <a:buChar cha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97600" y="1143000"/>
            <a:ext cx="5737600" cy="5181600"/>
          </a:xfrm>
        </p:spPr>
        <p:txBody>
          <a:bodyPr/>
          <a:lstStyle>
            <a:lvl1pPr marL="342900" indent="-342900">
              <a:buFont typeface="Wingdings" charset="2"/>
              <a:buChar char="§"/>
              <a:defRPr sz="2400"/>
            </a:lvl1pPr>
            <a:lvl2pPr marL="742950" indent="-285750">
              <a:buFont typeface="ZapfDingbatsITC" charset="0"/>
              <a:buChar cha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ktangel 11"/>
          <p:cNvSpPr/>
          <p:nvPr userDrawn="1"/>
        </p:nvSpPr>
        <p:spPr>
          <a:xfrm>
            <a:off x="0" y="6477000"/>
            <a:ext cx="1219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defRPr/>
            </a:pPr>
            <a:endParaRPr lang="da-DK" sz="1800" noProof="1">
              <a:solidFill>
                <a:srgbClr val="FFFFFF"/>
              </a:solidFill>
              <a:latin typeface="+mj-lt"/>
              <a:ea typeface="Open Sans" panose="020B0606030504020204" pitchFamily="34" charset="0"/>
              <a:cs typeface="Open Sans" panose="020B0606030504020204" pitchFamily="34" charset="0"/>
            </a:endParaRPr>
          </a:p>
        </p:txBody>
      </p:sp>
      <p:graphicFrame>
        <p:nvGraphicFramePr>
          <p:cNvPr id="9" name="Table 8"/>
          <p:cNvGraphicFramePr>
            <a:graphicFrameLocks noGrp="1"/>
          </p:cNvGraphicFramePr>
          <p:nvPr userDrawn="1">
            <p:extLst>
              <p:ext uri="{D42A27DB-BD31-4B8C-83A1-F6EECF244321}">
                <p14:modId xmlns:p14="http://schemas.microsoft.com/office/powerpoint/2010/main" val="218929349"/>
              </p:ext>
            </p:extLst>
          </p:nvPr>
        </p:nvGraphicFramePr>
        <p:xfrm>
          <a:off x="0" y="6477000"/>
          <a:ext cx="12192000" cy="391954"/>
        </p:xfrm>
        <a:graphic>
          <a:graphicData uri="http://schemas.openxmlformats.org/drawingml/2006/table">
            <a:tbl>
              <a:tblPr firstRow="1" bandRow="1">
                <a:tableStyleId>{2D5ABB26-0587-4C30-8999-92F81FD0307C}</a:tableStyleId>
              </a:tblPr>
              <a:tblGrid>
                <a:gridCol w="6096000">
                  <a:extLst>
                    <a:ext uri="{9D8B030D-6E8A-4147-A177-3AD203B41FA5}">
                      <a16:colId xmlns:a16="http://schemas.microsoft.com/office/drawing/2014/main" val="20000"/>
                    </a:ext>
                  </a:extLst>
                </a:gridCol>
                <a:gridCol w="6096000">
                  <a:extLst>
                    <a:ext uri="{9D8B030D-6E8A-4147-A177-3AD203B41FA5}">
                      <a16:colId xmlns:a16="http://schemas.microsoft.com/office/drawing/2014/main" val="20001"/>
                    </a:ext>
                  </a:extLst>
                </a:gridCol>
              </a:tblGrid>
              <a:tr h="39195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400" b="1" kern="1200" dirty="0">
                          <a:solidFill>
                            <a:schemeClr val="bg1"/>
                          </a:solidFill>
                          <a:latin typeface="+mn-lt"/>
                          <a:ea typeface="Open Sans SemiBold" panose="020B0706030804020204" pitchFamily="34" charset="0"/>
                          <a:cs typeface="Open Sans SemiBold" panose="020B0706030804020204" pitchFamily="34" charset="0"/>
                        </a:rPr>
                        <a:t>Unit: 3 – Transport Layer</a:t>
                      </a:r>
                      <a:endParaRPr lang="da-DK" sz="1400" b="1" kern="1200" noProof="1">
                        <a:solidFill>
                          <a:srgbClr val="FFFFFF"/>
                        </a:solidFill>
                        <a:latin typeface="+mn-lt"/>
                        <a:ea typeface="Open Sans" panose="020B0606030504020204" pitchFamily="34" charset="0"/>
                        <a:cs typeface="Open Sans" panose="020B0606030504020204" pitchFamily="34" charset="0"/>
                      </a:endParaRPr>
                    </a:p>
                  </a:txBody>
                  <a:tcPr marL="121920" marR="121920" anchor="ct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da-DK" sz="1400" b="1" kern="1200" noProof="1">
                          <a:solidFill>
                            <a:schemeClr val="bg1"/>
                          </a:solidFill>
                          <a:latin typeface="+mn-lt"/>
                          <a:ea typeface="Open Sans" panose="020B0606030504020204" pitchFamily="34" charset="0"/>
                          <a:cs typeface="Open Sans" panose="020B0606030504020204" pitchFamily="34" charset="0"/>
                        </a:rPr>
                        <a:t>Darshan Institute of Engineering &amp; Technology</a:t>
                      </a:r>
                    </a:p>
                  </a:txBody>
                  <a:tcPr marL="121920" marR="121920" anchor="ctr"/>
                </a:tc>
                <a:extLst>
                  <a:ext uri="{0D108BD9-81ED-4DB2-BD59-A6C34878D82A}">
                    <a16:rowId xmlns:a16="http://schemas.microsoft.com/office/drawing/2014/main" val="10000"/>
                  </a:ext>
                </a:extLst>
              </a:tr>
            </a:tbl>
          </a:graphicData>
        </a:graphic>
      </p:graphicFrame>
      <p:cxnSp>
        <p:nvCxnSpPr>
          <p:cNvPr id="10" name="Straight Connector 9"/>
          <p:cNvCxnSpPr/>
          <p:nvPr userDrawn="1"/>
        </p:nvCxnSpPr>
        <p:spPr>
          <a:xfrm>
            <a:off x="254000" y="914400"/>
            <a:ext cx="11684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608697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A8BEFB-AE5B-48F9-BBAD-B489CDE48C80}" type="slidenum">
              <a:rPr lang="en-US" smtClean="0"/>
              <a:pPr/>
              <a:t>‹#›</a:t>
            </a:fld>
            <a:endParaRPr lang="en-US"/>
          </a:p>
        </p:txBody>
      </p:sp>
    </p:spTree>
    <p:extLst>
      <p:ext uri="{BB962C8B-B14F-4D97-AF65-F5344CB8AC3E}">
        <p14:creationId xmlns:p14="http://schemas.microsoft.com/office/powerpoint/2010/main" val="53851140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p:nvPicPr>
        <p:blipFill rotWithShape="1">
          <a:blip r:embed="rId2" cstate="screen">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p:nvSpPr>
        <p:spPr>
          <a:xfrm>
            <a:off x="1837677" y="5802204"/>
            <a:ext cx="4666534" cy="338554"/>
          </a:xfrm>
          <a:prstGeom prst="rect">
            <a:avLst/>
          </a:prstGeom>
          <a:noFill/>
        </p:spPr>
        <p:txBody>
          <a:bodyPr wrap="none" rtlCol="0">
            <a:spAutoFit/>
          </a:bodyPr>
          <a:lstStyle/>
          <a:p>
            <a:r>
              <a:rPr lang="en-US" sz="1600" dirty="0"/>
              <a:t>Darshan Institute of Computer Application, Rajkot</a:t>
            </a:r>
          </a:p>
        </p:txBody>
      </p:sp>
      <p:sp>
        <p:nvSpPr>
          <p:cNvPr id="22" name="Freeform 13">
            <a:extLst>
              <a:ext uri="{FF2B5EF4-FFF2-40B4-BE49-F238E27FC236}">
                <a16:creationId xmlns:a16="http://schemas.microsoft.com/office/drawing/2014/main" id="{EB889181-F145-4E62-A282-E5B77978D1F3}"/>
              </a:ext>
            </a:extLst>
          </p:cNvPr>
          <p:cNvSpPr>
            <a:spLocks/>
          </p:cNvSpPr>
          <p:nvPr/>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p:nvPicPr>
        <p:blipFill>
          <a:blip r:embed="rId3" cstate="screen">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endParaRPr lang="en-US" dirty="0"/>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p:nvPicPr>
        <p:blipFill>
          <a:blip r:embed="rId5"/>
          <a:srcRect/>
          <a:stretch/>
        </p:blipFill>
        <p:spPr>
          <a:xfrm>
            <a:off x="8451730" y="244174"/>
            <a:ext cx="3395148" cy="1442867"/>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p:nvPicPr>
        <p:blipFill>
          <a:blip r:embed="rId6" cstate="screen">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r>
              <a:rPr lang="en-US"/>
              <a:t>Click icon to add picture</a:t>
            </a:r>
          </a:p>
        </p:txBody>
      </p:sp>
      <p:pic>
        <p:nvPicPr>
          <p:cNvPr id="30" name="Picture 29">
            <a:extLst>
              <a:ext uri="{FF2B5EF4-FFF2-40B4-BE49-F238E27FC236}">
                <a16:creationId xmlns:a16="http://schemas.microsoft.com/office/drawing/2014/main" id="{BD370FB6-7031-0A4B-838F-03DBE8CD8D6E}"/>
              </a:ext>
            </a:extLst>
          </p:cNvPr>
          <p:cNvPicPr>
            <a:picLocks noChangeAspect="1"/>
          </p:cNvPicPr>
          <p:nvPr userDrawn="1"/>
        </p:nvPicPr>
        <p:blipFill>
          <a:blip r:embed="rId7"/>
          <a:stretch>
            <a:fillRect/>
          </a:stretch>
        </p:blipFill>
        <p:spPr>
          <a:xfrm>
            <a:off x="8983130" y="2329344"/>
            <a:ext cx="2199311" cy="2199311"/>
          </a:xfrm>
          <a:prstGeom prst="rect">
            <a:avLst/>
          </a:prstGeom>
        </p:spPr>
      </p:pic>
      <p:pic>
        <p:nvPicPr>
          <p:cNvPr id="31" name="Picture 30">
            <a:extLst>
              <a:ext uri="{FF2B5EF4-FFF2-40B4-BE49-F238E27FC236}">
                <a16:creationId xmlns:a16="http://schemas.microsoft.com/office/drawing/2014/main" id="{D1946227-18C8-F84C-AE02-FA328FFAD9DD}"/>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Tree>
    <p:extLst>
      <p:ext uri="{BB962C8B-B14F-4D97-AF65-F5344CB8AC3E}">
        <p14:creationId xmlns:p14="http://schemas.microsoft.com/office/powerpoint/2010/main" val="282956344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3_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screen">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666534" cy="338554"/>
          </a:xfrm>
          <a:prstGeom prst="rect">
            <a:avLst/>
          </a:prstGeom>
          <a:noFill/>
        </p:spPr>
        <p:txBody>
          <a:bodyPr wrap="none" rtlCol="0">
            <a:spAutoFit/>
          </a:bodyPr>
          <a:lstStyle/>
          <a:p>
            <a:r>
              <a:rPr lang="en-US" sz="1600" dirty="0"/>
              <a:t>Darshan Institute of Computer Application,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screen">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5"/>
          <a:srcRect/>
          <a:stretch/>
        </p:blipFill>
        <p:spPr>
          <a:xfrm>
            <a:off x="8832523" y="186561"/>
            <a:ext cx="3064414" cy="1302312"/>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screen">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rc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8" cstate="screen">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
        <p:nvSpPr>
          <p:cNvPr id="38" name="Hexagon 37"/>
          <p:cNvSpPr/>
          <p:nvPr userDrawn="1"/>
        </p:nvSpPr>
        <p:spPr>
          <a:xfrm rot="5400000">
            <a:off x="4309292" y="1717040"/>
            <a:ext cx="3461658" cy="2984188"/>
          </a:xfrm>
          <a:prstGeom prst="hexagon">
            <a:avLst/>
          </a:prstGeom>
          <a:solidFill>
            <a:schemeClr val="bg1">
              <a:lumMod val="95000"/>
            </a:schemeClr>
          </a:solidFill>
          <a:ln w="57150">
            <a:solidFill>
              <a:schemeClr val="accent6"/>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9" name="TextBox 38"/>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
        <p:nvSpPr>
          <p:cNvPr id="41" name="Rectangle 40"/>
          <p:cNvSpPr/>
          <p:nvPr userDrawn="1"/>
        </p:nvSpPr>
        <p:spPr>
          <a:xfrm>
            <a:off x="7678346" y="2221532"/>
            <a:ext cx="4513654" cy="1951692"/>
          </a:xfrm>
          <a:prstGeom prst="rect">
            <a:avLst/>
          </a:pr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sp>
        <p:nvSpPr>
          <p:cNvPr id="42" name="Rectangle 41"/>
          <p:cNvSpPr/>
          <p:nvPr userDrawn="1"/>
        </p:nvSpPr>
        <p:spPr>
          <a:xfrm>
            <a:off x="0" y="2221532"/>
            <a:ext cx="4402106" cy="1951692"/>
          </a:xfrm>
          <a:prstGeom prst="rect">
            <a:avLst/>
          </a:pr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spTree>
    <p:extLst>
      <p:ext uri="{BB962C8B-B14F-4D97-AF65-F5344CB8AC3E}">
        <p14:creationId xmlns:p14="http://schemas.microsoft.com/office/powerpoint/2010/main" val="5738172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584CCD-0C21-864C-9026-5993C0EB128B}" type="datetimeFigureOut">
              <a:rPr lang="en-US" smtClean="0"/>
              <a:t>22-Sep-26</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EA3A2B-9384-7841-8AB4-BFE375740426}" type="slidenum">
              <a:rPr lang="en-US" smtClean="0"/>
              <a:t>‹#›</a:t>
            </a:fld>
            <a:endParaRPr lang="en-US"/>
          </a:p>
        </p:txBody>
      </p:sp>
    </p:spTree>
    <p:extLst>
      <p:ext uri="{BB962C8B-B14F-4D97-AF65-F5344CB8AC3E}">
        <p14:creationId xmlns:p14="http://schemas.microsoft.com/office/powerpoint/2010/main" val="311686109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87" r:id="rId3"/>
    <p:sldLayoutId id="2147483688" r:id="rId4"/>
    <p:sldLayoutId id="2147483689"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 id="2147483674" r:id="rId17"/>
    <p:sldLayoutId id="2147483675" r:id="rId18"/>
    <p:sldLayoutId id="2147483676" r:id="rId19"/>
    <p:sldLayoutId id="2147483677" r:id="rId20"/>
    <p:sldLayoutId id="2147483678" r:id="rId21"/>
    <p:sldLayoutId id="2147483679" r:id="rId22"/>
    <p:sldLayoutId id="2147483680" r:id="rId23"/>
    <p:sldLayoutId id="2147483681" r:id="rId24"/>
    <p:sldLayoutId id="2147483682" r:id="rId25"/>
    <p:sldLayoutId id="2147483684" r:id="rId26"/>
    <p:sldLayoutId id="2147483685" r:id="rId27"/>
    <p:sldLayoutId id="2147483686" r:id="rId28"/>
    <p:sldLayoutId id="2147483690" r:id="rId29"/>
    <p:sldLayoutId id="2147483691" r:id="rId3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pn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36.png"/><Relationship Id="rId2" Type="http://schemas.openxmlformats.org/officeDocument/2006/relationships/image" Target="../media/image26.png"/><Relationship Id="rId16" Type="http://schemas.openxmlformats.org/officeDocument/2006/relationships/image" Target="../media/image40.png"/><Relationship Id="rId1" Type="http://schemas.openxmlformats.org/officeDocument/2006/relationships/slideLayout" Target="../slideLayouts/slideLayout5.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5" Type="http://schemas.openxmlformats.org/officeDocument/2006/relationships/image" Target="../media/image3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 Id="rId14" Type="http://schemas.openxmlformats.org/officeDocument/2006/relationships/image" Target="../media/image3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47.tiff"/><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50.jpe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52.tmp"/><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53.tmp"/><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image" Target="../media/image54.tiff"/><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image" Target="../media/image55.tiff"/><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image" Target="../media/image56.tiff"/><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image" Target="../media/image57.gif"/><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4EBD4442-5C83-5F4A-8AEA-1614164C8779}"/>
              </a:ext>
            </a:extLst>
          </p:cNvPr>
          <p:cNvSpPr>
            <a:spLocks noGrp="1"/>
          </p:cNvSpPr>
          <p:nvPr>
            <p:ph type="body" sz="quarter" idx="11"/>
          </p:nvPr>
        </p:nvSpPr>
        <p:spPr/>
        <p:txBody>
          <a:bodyPr/>
          <a:lstStyle/>
          <a:p>
            <a:r>
              <a:rPr lang="en-US" dirty="0"/>
              <a:t>Devangi.kotak@darshan.ac.in</a:t>
            </a:r>
          </a:p>
        </p:txBody>
      </p:sp>
      <p:sp>
        <p:nvSpPr>
          <p:cNvPr id="8" name="Text Placeholder 7">
            <a:extLst>
              <a:ext uri="{FF2B5EF4-FFF2-40B4-BE49-F238E27FC236}">
                <a16:creationId xmlns:a16="http://schemas.microsoft.com/office/drawing/2014/main" id="{3E4F568A-30BE-2049-9622-DC2108A446C8}"/>
              </a:ext>
            </a:extLst>
          </p:cNvPr>
          <p:cNvSpPr>
            <a:spLocks noGrp="1"/>
          </p:cNvSpPr>
          <p:nvPr>
            <p:ph type="body" sz="quarter" idx="13"/>
          </p:nvPr>
        </p:nvSpPr>
        <p:spPr/>
        <p:txBody>
          <a:bodyPr/>
          <a:lstStyle/>
          <a:p>
            <a:r>
              <a:rPr lang="en-US" dirty="0"/>
              <a:t>Department of Computer Application</a:t>
            </a:r>
          </a:p>
        </p:txBody>
      </p:sp>
      <p:sp>
        <p:nvSpPr>
          <p:cNvPr id="9" name="Text Placeholder 8">
            <a:extLst>
              <a:ext uri="{FF2B5EF4-FFF2-40B4-BE49-F238E27FC236}">
                <a16:creationId xmlns:a16="http://schemas.microsoft.com/office/drawing/2014/main" id="{171A5B73-F4FC-AC48-953E-993670B73518}"/>
              </a:ext>
            </a:extLst>
          </p:cNvPr>
          <p:cNvSpPr>
            <a:spLocks noGrp="1"/>
          </p:cNvSpPr>
          <p:nvPr>
            <p:ph type="body" sz="quarter" idx="14"/>
          </p:nvPr>
        </p:nvSpPr>
        <p:spPr/>
        <p:txBody>
          <a:bodyPr/>
          <a:lstStyle/>
          <a:p>
            <a:r>
              <a:rPr lang="en-US" dirty="0"/>
              <a:t>Prof. </a:t>
            </a:r>
            <a:r>
              <a:rPr lang="en-US" dirty="0" err="1"/>
              <a:t>Devangi</a:t>
            </a:r>
            <a:r>
              <a:rPr lang="en-US"/>
              <a:t> L. Kotak</a:t>
            </a:r>
            <a:endParaRPr lang="en-US" dirty="0"/>
          </a:p>
        </p:txBody>
      </p:sp>
      <p:sp>
        <p:nvSpPr>
          <p:cNvPr id="10" name="Text Placeholder 9">
            <a:extLst>
              <a:ext uri="{FF2B5EF4-FFF2-40B4-BE49-F238E27FC236}">
                <a16:creationId xmlns:a16="http://schemas.microsoft.com/office/drawing/2014/main" id="{773BE456-33E7-B748-B5B3-F501CA8044F3}"/>
              </a:ext>
            </a:extLst>
          </p:cNvPr>
          <p:cNvSpPr>
            <a:spLocks noGrp="1"/>
          </p:cNvSpPr>
          <p:nvPr>
            <p:ph type="body" sz="quarter" idx="16"/>
          </p:nvPr>
        </p:nvSpPr>
        <p:spPr/>
        <p:txBody>
          <a:bodyPr/>
          <a:lstStyle/>
          <a:p>
            <a:pPr>
              <a:spcAft>
                <a:spcPts val="600"/>
              </a:spcAft>
            </a:pPr>
            <a:r>
              <a:rPr lang="en-US" b="1" dirty="0"/>
              <a:t>Computer Networks </a:t>
            </a:r>
            <a:r>
              <a:rPr lang="en-US" dirty="0"/>
              <a:t>(CN)</a:t>
            </a:r>
          </a:p>
          <a:p>
            <a:pPr>
              <a:spcAft>
                <a:spcPts val="600"/>
              </a:spcAft>
            </a:pPr>
            <a:r>
              <a:rPr lang="en-US" dirty="0"/>
              <a:t>DU #2305CS332</a:t>
            </a:r>
          </a:p>
        </p:txBody>
      </p:sp>
      <p:pic>
        <p:nvPicPr>
          <p:cNvPr id="14" name="Picture Placeholder 13">
            <a:extLst>
              <a:ext uri="{FF2B5EF4-FFF2-40B4-BE49-F238E27FC236}">
                <a16:creationId xmlns:a16="http://schemas.microsoft.com/office/drawing/2014/main" id="{A90813FE-E67E-4024-95C5-6A5CFC1D5FA9}"/>
              </a:ext>
            </a:extLst>
          </p:cNvPr>
          <p:cNvPicPr>
            <a:picLocks noGrp="1" noChangeAspect="1"/>
          </p:cNvPicPr>
          <p:nvPr>
            <p:ph type="pic" sz="quarter" idx="10"/>
          </p:nvPr>
        </p:nvPicPr>
        <p:blipFill>
          <a:blip r:embed="rId2"/>
          <a:srcRect l="3855" r="3855"/>
          <a:stretch>
            <a:fillRect/>
          </a:stretch>
        </p:blipFill>
        <p:spPr/>
      </p:pic>
      <p:sp>
        <p:nvSpPr>
          <p:cNvPr id="12" name="Title 3">
            <a:extLst>
              <a:ext uri="{FF2B5EF4-FFF2-40B4-BE49-F238E27FC236}">
                <a16:creationId xmlns:a16="http://schemas.microsoft.com/office/drawing/2014/main" id="{FCEC5E80-5E5C-4212-B2D5-BA67D146A62A}"/>
              </a:ext>
            </a:extLst>
          </p:cNvPr>
          <p:cNvSpPr>
            <a:spLocks noGrp="1"/>
          </p:cNvSpPr>
          <p:nvPr>
            <p:ph type="ctrTitle"/>
          </p:nvPr>
        </p:nvSpPr>
        <p:spPr>
          <a:xfrm>
            <a:off x="558800" y="1122363"/>
            <a:ext cx="7035800" cy="2578100"/>
          </a:xfrm>
        </p:spPr>
        <p:txBody>
          <a:bodyPr/>
          <a:lstStyle/>
          <a:p>
            <a:r>
              <a:rPr lang="en-US" sz="5400" b="0" dirty="0"/>
              <a:t>Unit-5:</a:t>
            </a:r>
            <a:br>
              <a:rPr lang="en-US" sz="8000" dirty="0"/>
            </a:br>
            <a:r>
              <a:rPr lang="en-US" dirty="0"/>
              <a:t>Link Layer &amp; Local Area Networks</a:t>
            </a:r>
            <a:endParaRPr lang="en-US" sz="8000" dirty="0"/>
          </a:p>
        </p:txBody>
      </p:sp>
    </p:spTree>
    <p:extLst>
      <p:ext uri="{BB962C8B-B14F-4D97-AF65-F5344CB8AC3E}">
        <p14:creationId xmlns:p14="http://schemas.microsoft.com/office/powerpoint/2010/main" val="6491312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A925EF2-D58F-4AC0-ACED-F747CC08D69F}"/>
              </a:ext>
            </a:extLst>
          </p:cNvPr>
          <p:cNvCxnSpPr>
            <a:cxnSpLocks/>
          </p:cNvCxnSpPr>
          <p:nvPr/>
        </p:nvCxnSpPr>
        <p:spPr>
          <a:xfrm>
            <a:off x="1191446" y="5063613"/>
            <a:ext cx="0" cy="179438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397907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2" y="731706"/>
            <a:ext cx="7772400" cy="2308324"/>
          </a:xfrm>
          <a:prstGeom prst="rect">
            <a:avLst/>
          </a:prstGeom>
          <a:noFill/>
        </p:spPr>
        <p:txBody>
          <a:bodyPr wrap="square" rtlCol="0">
            <a:spAutoFit/>
          </a:bodyPr>
          <a:lstStyle/>
          <a:p>
            <a:r>
              <a:rPr lang="en-US" sz="2400" b="1" dirty="0"/>
              <a:t>Outline</a:t>
            </a:r>
          </a:p>
          <a:p>
            <a:pPr marL="742950" lvl="1" indent="-285750">
              <a:buFont typeface="Arial" panose="020B0604020202020204" pitchFamily="34" charset="0"/>
              <a:buChar char="•"/>
            </a:pPr>
            <a:r>
              <a:rPr lang="en-US" sz="2400" dirty="0">
                <a:solidFill>
                  <a:schemeClr val="bg1">
                    <a:lumMod val="50000"/>
                  </a:schemeClr>
                </a:solidFill>
              </a:rPr>
              <a:t>Introduction to Link layer services</a:t>
            </a:r>
          </a:p>
          <a:p>
            <a:pPr marL="742950" lvl="1" indent="-285750">
              <a:buFont typeface="Arial" panose="020B0604020202020204" pitchFamily="34" charset="0"/>
              <a:buChar char="•"/>
            </a:pPr>
            <a:r>
              <a:rPr lang="en-US" sz="2400" dirty="0">
                <a:solidFill>
                  <a:schemeClr val="bg1">
                    <a:lumMod val="50000"/>
                  </a:schemeClr>
                </a:solidFill>
              </a:rPr>
              <a:t>Error Detection and Correction Techniques</a:t>
            </a:r>
          </a:p>
          <a:p>
            <a:pPr marL="742950" lvl="1" indent="-285750">
              <a:buFont typeface="Arial" panose="020B0604020202020204" pitchFamily="34" charset="0"/>
              <a:buChar char="•"/>
            </a:pPr>
            <a:r>
              <a:rPr lang="en-US" sz="2400" dirty="0">
                <a:solidFill>
                  <a:schemeClr val="bg1">
                    <a:lumMod val="50000"/>
                  </a:schemeClr>
                </a:solidFill>
              </a:rPr>
              <a:t>Multiple Access Protocols</a:t>
            </a:r>
          </a:p>
          <a:p>
            <a:pPr marL="742950" lvl="1" indent="-285750">
              <a:buFont typeface="Arial" panose="020B0604020202020204" pitchFamily="34" charset="0"/>
              <a:buChar char="•"/>
            </a:pPr>
            <a:r>
              <a:rPr lang="en-US" sz="2400" dirty="0">
                <a:solidFill>
                  <a:schemeClr val="bg1">
                    <a:lumMod val="50000"/>
                  </a:schemeClr>
                </a:solidFill>
              </a:rPr>
              <a:t>Addressing</a:t>
            </a:r>
          </a:p>
          <a:p>
            <a:pPr marL="742950" lvl="1" indent="-285750">
              <a:buFont typeface="Arial" panose="020B0604020202020204" pitchFamily="34" charset="0"/>
              <a:buChar char="•"/>
            </a:pPr>
            <a:r>
              <a:rPr lang="en-US" sz="2400" dirty="0">
                <a:solidFill>
                  <a:schemeClr val="bg1">
                    <a:lumMod val="50000"/>
                  </a:schemeClr>
                </a:solidFill>
              </a:rPr>
              <a:t>Ethernet, Switches &amp; VLAN</a:t>
            </a:r>
          </a:p>
        </p:txBody>
      </p:sp>
    </p:spTree>
    <p:extLst>
      <p:ext uri="{BB962C8B-B14F-4D97-AF65-F5344CB8AC3E}">
        <p14:creationId xmlns:p14="http://schemas.microsoft.com/office/powerpoint/2010/main" val="98909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9">
                                            <p:txEl>
                                              <p:pRg st="0" end="0"/>
                                            </p:txEl>
                                          </p:spTgt>
                                        </p:tgtEl>
                                        <p:attrNameLst>
                                          <p:attrName>style.visibility</p:attrName>
                                        </p:attrNameLst>
                                      </p:cBhvr>
                                      <p:to>
                                        <p:strVal val="visible"/>
                                      </p:to>
                                    </p:set>
                                    <p:animEffect transition="in" filter="fade">
                                      <p:cBhvr>
                                        <p:cTn id="10" dur="500"/>
                                        <p:tgtEl>
                                          <p:spTgt spid="9">
                                            <p:txEl>
                                              <p:pRg st="0" end="0"/>
                                            </p:txEl>
                                          </p:spTgt>
                                        </p:tgtEl>
                                      </p:cBhvr>
                                    </p:animEffect>
                                  </p:childTnLst>
                                </p:cTn>
                              </p:par>
                            </p:childTnLst>
                          </p:cTn>
                        </p:par>
                        <p:par>
                          <p:cTn id="11" fill="hold">
                            <p:stCondLst>
                              <p:cond delay="500"/>
                            </p:stCondLst>
                            <p:childTnLst>
                              <p:par>
                                <p:cTn id="12" presetID="53" presetClass="entr" presetSubtype="16"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500" fill="hold"/>
                                        <p:tgtEl>
                                          <p:spTgt spid="6"/>
                                        </p:tgtEl>
                                        <p:attrNameLst>
                                          <p:attrName>ppt_w</p:attrName>
                                        </p:attrNameLst>
                                      </p:cBhvr>
                                      <p:tavLst>
                                        <p:tav tm="0">
                                          <p:val>
                                            <p:fltVal val="0"/>
                                          </p:val>
                                        </p:tav>
                                        <p:tav tm="100000">
                                          <p:val>
                                            <p:strVal val="#ppt_w"/>
                                          </p:val>
                                        </p:tav>
                                      </p:tavLst>
                                    </p:anim>
                                    <p:anim calcmode="lin" valueType="num">
                                      <p:cBhvr>
                                        <p:cTn id="15" dur="500" fill="hold"/>
                                        <p:tgtEl>
                                          <p:spTgt spid="6"/>
                                        </p:tgtEl>
                                        <p:attrNameLst>
                                          <p:attrName>ppt_h</p:attrName>
                                        </p:attrNameLst>
                                      </p:cBhvr>
                                      <p:tavLst>
                                        <p:tav tm="0">
                                          <p:val>
                                            <p:fltVal val="0"/>
                                          </p:val>
                                        </p:tav>
                                        <p:tav tm="100000">
                                          <p:val>
                                            <p:strVal val="#ppt_h"/>
                                          </p:val>
                                        </p:tav>
                                      </p:tavLst>
                                    </p:anim>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par>
                          <p:cTn id="20" fill="hold">
                            <p:stCondLst>
                              <p:cond delay="1000"/>
                            </p:stCondLst>
                            <p:childTnLst>
                              <p:par>
                                <p:cTn id="21" presetID="1" presetClass="entr" presetSubtype="0"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par>
                          <p:cTn id="23" fill="hold">
                            <p:stCondLst>
                              <p:cond delay="1000"/>
                            </p:stCondLst>
                            <p:childTnLst>
                              <p:par>
                                <p:cTn id="24" presetID="22" presetClass="entr" presetSubtype="1" fill="hold"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up)">
                                      <p:cBhvr>
                                        <p:cTn id="26" dur="500"/>
                                        <p:tgtEl>
                                          <p:spTgt spid="8"/>
                                        </p:tgtEl>
                                      </p:cBhvr>
                                    </p:animEffect>
                                  </p:childTnLst>
                                </p:cTn>
                              </p:par>
                            </p:childTnLst>
                          </p:cTn>
                        </p:par>
                        <p:par>
                          <p:cTn id="27" fill="hold">
                            <p:stCondLst>
                              <p:cond delay="1500"/>
                            </p:stCondLst>
                            <p:childTnLst>
                              <p:par>
                                <p:cTn id="28" presetID="22" presetClass="entr" presetSubtype="1" fill="hold" nodeType="after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wipe(up)">
                                      <p:cBhvr>
                                        <p:cTn id="30" dur="5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9">
                                            <p:txEl>
                                              <p:pRg st="1" end="1"/>
                                            </p:txEl>
                                          </p:spTgt>
                                        </p:tgtEl>
                                        <p:attrNameLst>
                                          <p:attrName>style.visibility</p:attrName>
                                        </p:attrNameLst>
                                      </p:cBhvr>
                                      <p:to>
                                        <p:strVal val="visible"/>
                                      </p:to>
                                    </p:set>
                                    <p:animEffect transition="in" filter="fade">
                                      <p:cBhvr>
                                        <p:cTn id="35" dur="500"/>
                                        <p:tgtEl>
                                          <p:spTgt spid="9">
                                            <p:txEl>
                                              <p:pRg st="1" end="1"/>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9">
                                            <p:txEl>
                                              <p:pRg st="2" end="2"/>
                                            </p:txEl>
                                          </p:spTgt>
                                        </p:tgtEl>
                                        <p:attrNameLst>
                                          <p:attrName>style.visibility</p:attrName>
                                        </p:attrNameLst>
                                      </p:cBhvr>
                                      <p:to>
                                        <p:strVal val="visible"/>
                                      </p:to>
                                    </p:set>
                                    <p:animEffect transition="in" filter="fade">
                                      <p:cBhvr>
                                        <p:cTn id="40" dur="500"/>
                                        <p:tgtEl>
                                          <p:spTgt spid="9">
                                            <p:txEl>
                                              <p:pRg st="2" end="2"/>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9">
                                            <p:txEl>
                                              <p:pRg st="3" end="3"/>
                                            </p:txEl>
                                          </p:spTgt>
                                        </p:tgtEl>
                                        <p:attrNameLst>
                                          <p:attrName>style.visibility</p:attrName>
                                        </p:attrNameLst>
                                      </p:cBhvr>
                                      <p:to>
                                        <p:strVal val="visible"/>
                                      </p:to>
                                    </p:set>
                                    <p:animEffect transition="in" filter="fade">
                                      <p:cBhvr>
                                        <p:cTn id="45" dur="500"/>
                                        <p:tgtEl>
                                          <p:spTgt spid="9">
                                            <p:txEl>
                                              <p:pRg st="3" end="3"/>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9">
                                            <p:txEl>
                                              <p:pRg st="4" end="4"/>
                                            </p:txEl>
                                          </p:spTgt>
                                        </p:tgtEl>
                                        <p:attrNameLst>
                                          <p:attrName>style.visibility</p:attrName>
                                        </p:attrNameLst>
                                      </p:cBhvr>
                                      <p:to>
                                        <p:strVal val="visible"/>
                                      </p:to>
                                    </p:set>
                                    <p:animEffect transition="in" filter="fade">
                                      <p:cBhvr>
                                        <p:cTn id="50" dur="500"/>
                                        <p:tgtEl>
                                          <p:spTgt spid="9">
                                            <p:txEl>
                                              <p:pRg st="4" end="4"/>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9">
                                            <p:txEl>
                                              <p:pRg st="5" end="5"/>
                                            </p:txEl>
                                          </p:spTgt>
                                        </p:tgtEl>
                                        <p:attrNameLst>
                                          <p:attrName>style.visibility</p:attrName>
                                        </p:attrNameLst>
                                      </p:cBhvr>
                                      <p:to>
                                        <p:strVal val="visible"/>
                                      </p:to>
                                    </p:set>
                                    <p:animEffect transition="in" filter="fade">
                                      <p:cBhvr>
                                        <p:cTn id="55" dur="500"/>
                                        <p:tgtEl>
                                          <p:spTgt spid="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64C9E-C1D6-0F41-858B-420BE658D3BA}"/>
              </a:ext>
            </a:extLst>
          </p:cNvPr>
          <p:cNvSpPr>
            <a:spLocks noGrp="1"/>
          </p:cNvSpPr>
          <p:nvPr>
            <p:ph type="title"/>
          </p:nvPr>
        </p:nvSpPr>
        <p:spPr/>
        <p:txBody>
          <a:bodyPr/>
          <a:lstStyle/>
          <a:p>
            <a:r>
              <a:rPr lang="en-US" dirty="0"/>
              <a:t>Introduction of Data Link Layer</a:t>
            </a:r>
          </a:p>
        </p:txBody>
      </p:sp>
      <p:sp>
        <p:nvSpPr>
          <p:cNvPr id="3" name="Text Placeholder 2">
            <a:extLst>
              <a:ext uri="{FF2B5EF4-FFF2-40B4-BE49-F238E27FC236}">
                <a16:creationId xmlns:a16="http://schemas.microsoft.com/office/drawing/2014/main" id="{104C461F-253B-4E77-EC6B-EAE59A13C5D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9599278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a:xfrm>
            <a:off x="131181" y="863444"/>
            <a:ext cx="6606172" cy="5590565"/>
          </a:xfrm>
        </p:spPr>
        <p:txBody>
          <a:bodyPr>
            <a:normAutofit/>
          </a:bodyPr>
          <a:lstStyle/>
          <a:p>
            <a:pPr algn="just"/>
            <a:r>
              <a:rPr lang="en-US" dirty="0"/>
              <a:t>Host and routers are as </a:t>
            </a:r>
            <a:r>
              <a:rPr lang="en-US" dirty="0">
                <a:solidFill>
                  <a:srgbClr val="FF0000"/>
                </a:solidFill>
              </a:rPr>
              <a:t>nodes</a:t>
            </a:r>
            <a:r>
              <a:rPr lang="en-US" dirty="0"/>
              <a:t>.</a:t>
            </a:r>
          </a:p>
          <a:p>
            <a:pPr algn="just"/>
            <a:r>
              <a:rPr lang="en-US" dirty="0"/>
              <a:t>Communication channels that connect adjacent nodes along communication path, its called </a:t>
            </a:r>
            <a:r>
              <a:rPr lang="en-US" dirty="0">
                <a:solidFill>
                  <a:srgbClr val="FF0000"/>
                </a:solidFill>
              </a:rPr>
              <a:t>links</a:t>
            </a:r>
            <a:r>
              <a:rPr lang="en-US" dirty="0"/>
              <a:t>.</a:t>
            </a:r>
          </a:p>
          <a:p>
            <a:pPr lvl="1" algn="just"/>
            <a:r>
              <a:rPr lang="en-US" dirty="0"/>
              <a:t>Wired links</a:t>
            </a:r>
          </a:p>
          <a:p>
            <a:pPr lvl="1" algn="just"/>
            <a:r>
              <a:rPr lang="en-US" dirty="0"/>
              <a:t>Wireless links</a:t>
            </a:r>
          </a:p>
          <a:p>
            <a:pPr lvl="1" algn="just"/>
            <a:r>
              <a:rPr lang="en-US" dirty="0"/>
              <a:t>LANs</a:t>
            </a:r>
          </a:p>
          <a:p>
            <a:pPr algn="just"/>
            <a:r>
              <a:rPr lang="en-US" dirty="0"/>
              <a:t>In this layer, Packet is form of </a:t>
            </a:r>
            <a:r>
              <a:rPr lang="en-US" dirty="0">
                <a:solidFill>
                  <a:srgbClr val="FF0000"/>
                </a:solidFill>
              </a:rPr>
              <a:t>frame</a:t>
            </a:r>
            <a:r>
              <a:rPr lang="en-US" dirty="0"/>
              <a:t>  from encapsulate datagram.</a:t>
            </a:r>
          </a:p>
          <a:p>
            <a:pPr algn="just"/>
            <a:r>
              <a:rPr lang="en-US" dirty="0"/>
              <a:t>This layer has responsibility of  transferring datagram from one node to </a:t>
            </a:r>
            <a:r>
              <a:rPr lang="en-US" dirty="0">
                <a:solidFill>
                  <a:srgbClr val="FF0000"/>
                </a:solidFill>
              </a:rPr>
              <a:t>physically adjacent </a:t>
            </a:r>
            <a:r>
              <a:rPr lang="en-US" dirty="0"/>
              <a:t>node over a link.</a:t>
            </a:r>
          </a:p>
          <a:p>
            <a:endParaRPr lang="en-US" dirty="0"/>
          </a:p>
          <a:p>
            <a:endParaRPr lang="en-US" dirty="0"/>
          </a:p>
        </p:txBody>
      </p:sp>
      <p:sp>
        <p:nvSpPr>
          <p:cNvPr id="451" name="Freeform 666"/>
          <p:cNvSpPr>
            <a:spLocks/>
          </p:cNvSpPr>
          <p:nvPr/>
        </p:nvSpPr>
        <p:spPr bwMode="auto">
          <a:xfrm>
            <a:off x="6936318" y="1712913"/>
            <a:ext cx="2315633" cy="1071562"/>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grpSp>
        <p:nvGrpSpPr>
          <p:cNvPr id="452" name="Group 667"/>
          <p:cNvGrpSpPr>
            <a:grpSpLocks/>
          </p:cNvGrpSpPr>
          <p:nvPr/>
        </p:nvGrpSpPr>
        <p:grpSpPr bwMode="auto">
          <a:xfrm>
            <a:off x="7160684" y="3048000"/>
            <a:ext cx="1945216" cy="933450"/>
            <a:chOff x="2889" y="1631"/>
            <a:chExt cx="980" cy="743"/>
          </a:xfrm>
        </p:grpSpPr>
        <p:sp>
          <p:nvSpPr>
            <p:cNvPr id="453" name="Rectangle 668"/>
            <p:cNvSpPr>
              <a:spLocks noChangeArrowheads="1"/>
            </p:cNvSpPr>
            <p:nvPr/>
          </p:nvSpPr>
          <p:spPr bwMode="auto">
            <a:xfrm>
              <a:off x="3046" y="1841"/>
              <a:ext cx="663" cy="533"/>
            </a:xfrm>
            <a:prstGeom prst="rect">
              <a:avLst/>
            </a:prstGeom>
            <a:solidFill>
              <a:srgbClr val="00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i="1">
                <a:solidFill>
                  <a:srgbClr val="000000"/>
                </a:solidFill>
                <a:latin typeface="Comic Sans MS" charset="0"/>
                <a:ea typeface="ＭＳ Ｐゴシック" charset="0"/>
              </a:endParaRPr>
            </a:p>
          </p:txBody>
        </p:sp>
        <p:sp>
          <p:nvSpPr>
            <p:cNvPr id="454" name="AutoShape 669"/>
            <p:cNvSpPr>
              <a:spLocks noChangeArrowheads="1"/>
            </p:cNvSpPr>
            <p:nvPr/>
          </p:nvSpPr>
          <p:spPr bwMode="auto">
            <a:xfrm>
              <a:off x="2889" y="1631"/>
              <a:ext cx="980" cy="253"/>
            </a:xfrm>
            <a:prstGeom prst="triangle">
              <a:avLst>
                <a:gd name="adj" fmla="val 50000"/>
              </a:avLst>
            </a:prstGeom>
            <a:solidFill>
              <a:srgbClr val="00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2400">
                <a:solidFill>
                  <a:srgbClr val="00CCFF"/>
                </a:solidFill>
                <a:latin typeface="Arial" charset="0"/>
                <a:ea typeface="ＭＳ Ｐゴシック" charset="0"/>
              </a:endParaRPr>
            </a:p>
          </p:txBody>
        </p:sp>
      </p:grpSp>
      <p:sp>
        <p:nvSpPr>
          <p:cNvPr id="455" name="Freeform 670"/>
          <p:cNvSpPr>
            <a:spLocks/>
          </p:cNvSpPr>
          <p:nvPr/>
        </p:nvSpPr>
        <p:spPr bwMode="auto">
          <a:xfrm>
            <a:off x="7152217" y="4425950"/>
            <a:ext cx="4301067" cy="1665288"/>
          </a:xfrm>
          <a:custGeom>
            <a:avLst/>
            <a:gdLst>
              <a:gd name="T0" fmla="*/ 2147483647 w 2032"/>
              <a:gd name="T1" fmla="*/ 2147483647 h 1049"/>
              <a:gd name="T2" fmla="*/ 2147483647 w 2032"/>
              <a:gd name="T3" fmla="*/ 2147483647 h 1049"/>
              <a:gd name="T4" fmla="*/ 2147483647 w 2032"/>
              <a:gd name="T5" fmla="*/ 2147483647 h 1049"/>
              <a:gd name="T6" fmla="*/ 2147483647 w 2032"/>
              <a:gd name="T7" fmla="*/ 2147483647 h 1049"/>
              <a:gd name="T8" fmla="*/ 2147483647 w 2032"/>
              <a:gd name="T9" fmla="*/ 2147483647 h 1049"/>
              <a:gd name="T10" fmla="*/ 2147483647 w 2032"/>
              <a:gd name="T11" fmla="*/ 2147483647 h 1049"/>
              <a:gd name="T12" fmla="*/ 2147483647 w 2032"/>
              <a:gd name="T13" fmla="*/ 2147483647 h 1049"/>
              <a:gd name="T14" fmla="*/ 2147483647 w 2032"/>
              <a:gd name="T15" fmla="*/ 2147483647 h 1049"/>
              <a:gd name="T16" fmla="*/ 2147483647 w 2032"/>
              <a:gd name="T17" fmla="*/ 2147483647 h 1049"/>
              <a:gd name="T18" fmla="*/ 2147483647 w 2032"/>
              <a:gd name="T19" fmla="*/ 2147483647 h 1049"/>
              <a:gd name="T20" fmla="*/ 2147483647 w 2032"/>
              <a:gd name="T21" fmla="*/ 2147483647 h 1049"/>
              <a:gd name="T22" fmla="*/ 2147483647 w 2032"/>
              <a:gd name="T23" fmla="*/ 2147483647 h 1049"/>
              <a:gd name="T24" fmla="*/ 2147483647 w 2032"/>
              <a:gd name="T25" fmla="*/ 2147483647 h 1049"/>
              <a:gd name="T26" fmla="*/ 2147483647 w 2032"/>
              <a:gd name="T27" fmla="*/ 2147483647 h 1049"/>
              <a:gd name="T28" fmla="*/ 2147483647 w 2032"/>
              <a:gd name="T29" fmla="*/ 2147483647 h 1049"/>
              <a:gd name="T30" fmla="*/ 2147483647 w 2032"/>
              <a:gd name="T31" fmla="*/ 2147483647 h 10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032" h="1049">
                <a:moveTo>
                  <a:pt x="1044" y="26"/>
                </a:moveTo>
                <a:cubicBezTo>
                  <a:pt x="959" y="45"/>
                  <a:pt x="924" y="118"/>
                  <a:pt x="847" y="125"/>
                </a:cubicBezTo>
                <a:cubicBezTo>
                  <a:pt x="770" y="132"/>
                  <a:pt x="697" y="61"/>
                  <a:pt x="580" y="68"/>
                </a:cubicBezTo>
                <a:cubicBezTo>
                  <a:pt x="463" y="75"/>
                  <a:pt x="232" y="119"/>
                  <a:pt x="143" y="170"/>
                </a:cubicBezTo>
                <a:cubicBezTo>
                  <a:pt x="54" y="221"/>
                  <a:pt x="65" y="289"/>
                  <a:pt x="48" y="374"/>
                </a:cubicBezTo>
                <a:cubicBezTo>
                  <a:pt x="31" y="459"/>
                  <a:pt x="0" y="618"/>
                  <a:pt x="41" y="680"/>
                </a:cubicBezTo>
                <a:cubicBezTo>
                  <a:pt x="82" y="742"/>
                  <a:pt x="191" y="709"/>
                  <a:pt x="294" y="744"/>
                </a:cubicBezTo>
                <a:cubicBezTo>
                  <a:pt x="397" y="779"/>
                  <a:pt x="527" y="849"/>
                  <a:pt x="660" y="893"/>
                </a:cubicBezTo>
                <a:cubicBezTo>
                  <a:pt x="793" y="938"/>
                  <a:pt x="944" y="991"/>
                  <a:pt x="1088" y="1014"/>
                </a:cubicBezTo>
                <a:cubicBezTo>
                  <a:pt x="1232" y="1036"/>
                  <a:pt x="1401" y="1049"/>
                  <a:pt x="1525" y="1031"/>
                </a:cubicBezTo>
                <a:cubicBezTo>
                  <a:pt x="1649" y="1012"/>
                  <a:pt x="1749" y="960"/>
                  <a:pt x="1831" y="907"/>
                </a:cubicBezTo>
                <a:cubicBezTo>
                  <a:pt x="1913" y="855"/>
                  <a:pt x="1998" y="824"/>
                  <a:pt x="2015" y="714"/>
                </a:cubicBezTo>
                <a:cubicBezTo>
                  <a:pt x="2032" y="604"/>
                  <a:pt x="1990" y="350"/>
                  <a:pt x="1931" y="251"/>
                </a:cubicBezTo>
                <a:cubicBezTo>
                  <a:pt x="1872" y="151"/>
                  <a:pt x="1754" y="153"/>
                  <a:pt x="1658" y="114"/>
                </a:cubicBezTo>
                <a:cubicBezTo>
                  <a:pt x="1562" y="76"/>
                  <a:pt x="1457" y="30"/>
                  <a:pt x="1355" y="15"/>
                </a:cubicBezTo>
                <a:cubicBezTo>
                  <a:pt x="1253" y="0"/>
                  <a:pt x="1129" y="8"/>
                  <a:pt x="1044" y="26"/>
                </a:cubicBezTo>
                <a:close/>
              </a:path>
            </a:pathLst>
          </a:custGeom>
          <a:solidFill>
            <a:srgbClr val="00C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456" name="Line 671"/>
          <p:cNvSpPr>
            <a:spLocks noChangeShapeType="1"/>
          </p:cNvSpPr>
          <p:nvPr/>
        </p:nvSpPr>
        <p:spPr bwMode="auto">
          <a:xfrm rot="16200000" flipV="1">
            <a:off x="10467181" y="5244836"/>
            <a:ext cx="471488" cy="27517"/>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i="1">
              <a:solidFill>
                <a:srgbClr val="000000"/>
              </a:solidFill>
              <a:latin typeface="Comic Sans MS" charset="0"/>
              <a:ea typeface="ＭＳ Ｐゴシック" charset="0"/>
            </a:endParaRPr>
          </a:p>
        </p:txBody>
      </p:sp>
      <p:sp>
        <p:nvSpPr>
          <p:cNvPr id="457" name="Line 672"/>
          <p:cNvSpPr>
            <a:spLocks noChangeShapeType="1"/>
          </p:cNvSpPr>
          <p:nvPr/>
        </p:nvSpPr>
        <p:spPr bwMode="auto">
          <a:xfrm rot="5400000" flipV="1">
            <a:off x="10655830" y="5429251"/>
            <a:ext cx="3175" cy="114300"/>
          </a:xfrm>
          <a:prstGeom prst="line">
            <a:avLst/>
          </a:prstGeom>
          <a:noFill/>
          <a:ln w="12700">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458" name="Line 673"/>
          <p:cNvSpPr>
            <a:spLocks noChangeShapeType="1"/>
          </p:cNvSpPr>
          <p:nvPr/>
        </p:nvSpPr>
        <p:spPr bwMode="auto">
          <a:xfrm rot="16200000" flipH="1">
            <a:off x="10844477" y="5018882"/>
            <a:ext cx="182563" cy="171451"/>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i="1">
              <a:solidFill>
                <a:srgbClr val="000000"/>
              </a:solidFill>
              <a:latin typeface="Comic Sans MS" charset="0"/>
              <a:ea typeface="ＭＳ Ｐゴシック" charset="0"/>
            </a:endParaRPr>
          </a:p>
        </p:txBody>
      </p:sp>
      <p:sp>
        <p:nvSpPr>
          <p:cNvPr id="459" name="Line 675"/>
          <p:cNvSpPr>
            <a:spLocks noChangeShapeType="1"/>
          </p:cNvSpPr>
          <p:nvPr/>
        </p:nvSpPr>
        <p:spPr bwMode="auto">
          <a:xfrm>
            <a:off x="8134351" y="4776789"/>
            <a:ext cx="325967" cy="96837"/>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0" fontAlgn="base" hangingPunct="0">
              <a:spcBef>
                <a:spcPct val="0"/>
              </a:spcBef>
              <a:spcAft>
                <a:spcPct val="0"/>
              </a:spcAft>
              <a:defRPr/>
            </a:pPr>
            <a:endParaRPr lang="en-US" i="1">
              <a:solidFill>
                <a:srgbClr val="000000"/>
              </a:solidFill>
              <a:latin typeface="Comic Sans MS" charset="0"/>
              <a:ea typeface="ＭＳ Ｐゴシック" charset="0"/>
            </a:endParaRPr>
          </a:p>
        </p:txBody>
      </p:sp>
      <p:sp>
        <p:nvSpPr>
          <p:cNvPr id="460" name="Line 676"/>
          <p:cNvSpPr>
            <a:spLocks noChangeShapeType="1"/>
          </p:cNvSpPr>
          <p:nvPr/>
        </p:nvSpPr>
        <p:spPr bwMode="auto">
          <a:xfrm flipV="1">
            <a:off x="7789334" y="5030788"/>
            <a:ext cx="529167" cy="8255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0" fontAlgn="base" hangingPunct="0">
              <a:spcBef>
                <a:spcPct val="0"/>
              </a:spcBef>
              <a:spcAft>
                <a:spcPct val="0"/>
              </a:spcAft>
              <a:defRPr/>
            </a:pPr>
            <a:endParaRPr lang="en-US" i="1">
              <a:solidFill>
                <a:srgbClr val="000000"/>
              </a:solidFill>
              <a:latin typeface="Comic Sans MS" charset="0"/>
              <a:ea typeface="ＭＳ Ｐゴシック" charset="0"/>
            </a:endParaRPr>
          </a:p>
        </p:txBody>
      </p:sp>
      <p:sp>
        <p:nvSpPr>
          <p:cNvPr id="461" name="Line 679"/>
          <p:cNvSpPr>
            <a:spLocks noChangeShapeType="1"/>
          </p:cNvSpPr>
          <p:nvPr/>
        </p:nvSpPr>
        <p:spPr bwMode="auto">
          <a:xfrm flipH="1">
            <a:off x="8356601" y="5075238"/>
            <a:ext cx="165100" cy="19685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0" fontAlgn="base" hangingPunct="0">
              <a:spcBef>
                <a:spcPct val="0"/>
              </a:spcBef>
              <a:spcAft>
                <a:spcPct val="0"/>
              </a:spcAft>
              <a:defRPr/>
            </a:pPr>
            <a:endParaRPr lang="en-US" i="1">
              <a:solidFill>
                <a:srgbClr val="000000"/>
              </a:solidFill>
              <a:latin typeface="Comic Sans MS" charset="0"/>
              <a:ea typeface="ＭＳ Ｐゴシック" charset="0"/>
            </a:endParaRPr>
          </a:p>
        </p:txBody>
      </p:sp>
      <p:sp>
        <p:nvSpPr>
          <p:cNvPr id="462" name="Line 680"/>
          <p:cNvSpPr>
            <a:spLocks noChangeShapeType="1"/>
          </p:cNvSpPr>
          <p:nvPr/>
        </p:nvSpPr>
        <p:spPr bwMode="auto">
          <a:xfrm flipH="1" flipV="1">
            <a:off x="8765118" y="5054601"/>
            <a:ext cx="118533" cy="219075"/>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0" fontAlgn="base" hangingPunct="0">
              <a:spcBef>
                <a:spcPct val="0"/>
              </a:spcBef>
              <a:spcAft>
                <a:spcPct val="0"/>
              </a:spcAft>
              <a:defRPr/>
            </a:pPr>
            <a:endParaRPr lang="en-US" i="1">
              <a:solidFill>
                <a:srgbClr val="000000"/>
              </a:solidFill>
              <a:latin typeface="Comic Sans MS" charset="0"/>
              <a:ea typeface="ＭＳ Ｐゴシック" charset="0"/>
            </a:endParaRPr>
          </a:p>
        </p:txBody>
      </p:sp>
      <p:sp>
        <p:nvSpPr>
          <p:cNvPr id="463" name="Line 681"/>
          <p:cNvSpPr>
            <a:spLocks noChangeShapeType="1"/>
          </p:cNvSpPr>
          <p:nvPr/>
        </p:nvSpPr>
        <p:spPr bwMode="auto">
          <a:xfrm>
            <a:off x="8991600" y="5056189"/>
            <a:ext cx="670984" cy="269875"/>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0" fontAlgn="base" hangingPunct="0">
              <a:spcBef>
                <a:spcPct val="0"/>
              </a:spcBef>
              <a:spcAft>
                <a:spcPct val="0"/>
              </a:spcAft>
              <a:defRPr/>
            </a:pPr>
            <a:endParaRPr lang="en-US" i="1">
              <a:solidFill>
                <a:srgbClr val="000000"/>
              </a:solidFill>
              <a:latin typeface="Comic Sans MS" charset="0"/>
              <a:ea typeface="ＭＳ Ｐゴシック" charset="0"/>
            </a:endParaRPr>
          </a:p>
        </p:txBody>
      </p:sp>
      <p:sp>
        <p:nvSpPr>
          <p:cNvPr id="464" name="Line 683"/>
          <p:cNvSpPr>
            <a:spLocks noChangeShapeType="1"/>
          </p:cNvSpPr>
          <p:nvPr/>
        </p:nvSpPr>
        <p:spPr bwMode="auto">
          <a:xfrm>
            <a:off x="8379884" y="3551238"/>
            <a:ext cx="0" cy="106362"/>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0" fontAlgn="base" hangingPunct="0">
              <a:spcBef>
                <a:spcPct val="0"/>
              </a:spcBef>
              <a:spcAft>
                <a:spcPct val="0"/>
              </a:spcAft>
              <a:defRPr/>
            </a:pPr>
            <a:endParaRPr lang="en-US" i="1">
              <a:solidFill>
                <a:srgbClr val="000000"/>
              </a:solidFill>
              <a:latin typeface="Comic Sans MS" charset="0"/>
              <a:ea typeface="ＭＳ Ｐゴシック" charset="0"/>
            </a:endParaRPr>
          </a:p>
        </p:txBody>
      </p:sp>
      <p:sp>
        <p:nvSpPr>
          <p:cNvPr id="465" name="Line 684"/>
          <p:cNvSpPr>
            <a:spLocks noChangeShapeType="1"/>
          </p:cNvSpPr>
          <p:nvPr/>
        </p:nvSpPr>
        <p:spPr bwMode="auto">
          <a:xfrm flipV="1">
            <a:off x="7854951" y="3736975"/>
            <a:ext cx="224367" cy="3175"/>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0" fontAlgn="base" hangingPunct="0">
              <a:spcBef>
                <a:spcPct val="0"/>
              </a:spcBef>
              <a:spcAft>
                <a:spcPct val="0"/>
              </a:spcAft>
              <a:defRPr/>
            </a:pPr>
            <a:endParaRPr lang="en-US" i="1">
              <a:solidFill>
                <a:srgbClr val="000000"/>
              </a:solidFill>
              <a:latin typeface="Comic Sans MS" charset="0"/>
              <a:ea typeface="ＭＳ Ｐゴシック" charset="0"/>
            </a:endParaRPr>
          </a:p>
        </p:txBody>
      </p:sp>
      <p:pic>
        <p:nvPicPr>
          <p:cNvPr id="466" name="Picture 685" descr="access_point_stylized_sma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20518" y="3548064"/>
            <a:ext cx="493183"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7" name="Line 686"/>
          <p:cNvSpPr>
            <a:spLocks noChangeShapeType="1"/>
          </p:cNvSpPr>
          <p:nvPr/>
        </p:nvSpPr>
        <p:spPr bwMode="auto">
          <a:xfrm rot="5400000" flipV="1">
            <a:off x="10660063" y="5426076"/>
            <a:ext cx="3175" cy="114300"/>
          </a:xfrm>
          <a:prstGeom prst="line">
            <a:avLst/>
          </a:prstGeom>
          <a:noFill/>
          <a:ln w="12700">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468" name="Line 687"/>
          <p:cNvSpPr>
            <a:spLocks noChangeShapeType="1"/>
          </p:cNvSpPr>
          <p:nvPr/>
        </p:nvSpPr>
        <p:spPr bwMode="auto">
          <a:xfrm flipV="1">
            <a:off x="7859185" y="3733801"/>
            <a:ext cx="224367" cy="3175"/>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0" fontAlgn="base" hangingPunct="0">
              <a:spcBef>
                <a:spcPct val="0"/>
              </a:spcBef>
              <a:spcAft>
                <a:spcPct val="0"/>
              </a:spcAft>
              <a:defRPr/>
            </a:pPr>
            <a:endParaRPr lang="en-US" i="1">
              <a:solidFill>
                <a:srgbClr val="000000"/>
              </a:solidFill>
              <a:latin typeface="Comic Sans MS" charset="0"/>
              <a:ea typeface="ＭＳ Ｐゴシック" charset="0"/>
            </a:endParaRPr>
          </a:p>
        </p:txBody>
      </p:sp>
      <p:pic>
        <p:nvPicPr>
          <p:cNvPr id="469" name="Picture 688" descr="access_point_stylized_sma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22633" y="3546475"/>
            <a:ext cx="493184"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0" name="Line 695"/>
          <p:cNvSpPr>
            <a:spLocks noChangeShapeType="1"/>
          </p:cNvSpPr>
          <p:nvPr/>
        </p:nvSpPr>
        <p:spPr bwMode="auto">
          <a:xfrm>
            <a:off x="9810751" y="4700588"/>
            <a:ext cx="520700" cy="18415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0" fontAlgn="base" hangingPunct="0">
              <a:spcBef>
                <a:spcPct val="0"/>
              </a:spcBef>
              <a:spcAft>
                <a:spcPct val="0"/>
              </a:spcAft>
              <a:defRPr/>
            </a:pPr>
            <a:endParaRPr lang="en-US" i="1">
              <a:solidFill>
                <a:srgbClr val="000000"/>
              </a:solidFill>
              <a:latin typeface="Comic Sans MS" charset="0"/>
              <a:ea typeface="ＭＳ Ｐゴシック" charset="0"/>
            </a:endParaRPr>
          </a:p>
        </p:txBody>
      </p:sp>
      <p:sp>
        <p:nvSpPr>
          <p:cNvPr id="471" name="Line 696"/>
          <p:cNvSpPr>
            <a:spLocks noChangeShapeType="1"/>
          </p:cNvSpPr>
          <p:nvPr/>
        </p:nvSpPr>
        <p:spPr bwMode="auto">
          <a:xfrm flipV="1">
            <a:off x="8983134" y="4687889"/>
            <a:ext cx="429684" cy="198437"/>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0" fontAlgn="base" hangingPunct="0">
              <a:spcBef>
                <a:spcPct val="0"/>
              </a:spcBef>
              <a:spcAft>
                <a:spcPct val="0"/>
              </a:spcAft>
              <a:defRPr/>
            </a:pPr>
            <a:endParaRPr lang="en-US" i="1">
              <a:solidFill>
                <a:srgbClr val="000000"/>
              </a:solidFill>
              <a:latin typeface="Comic Sans MS" charset="0"/>
              <a:ea typeface="ＭＳ Ｐゴシック" charset="0"/>
            </a:endParaRPr>
          </a:p>
        </p:txBody>
      </p:sp>
      <p:sp>
        <p:nvSpPr>
          <p:cNvPr id="472" name="Line 697"/>
          <p:cNvSpPr>
            <a:spLocks noChangeShapeType="1"/>
          </p:cNvSpPr>
          <p:nvPr/>
        </p:nvSpPr>
        <p:spPr bwMode="auto">
          <a:xfrm flipV="1">
            <a:off x="9040284" y="4979988"/>
            <a:ext cx="1295400" cy="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0" fontAlgn="base" hangingPunct="0">
              <a:spcBef>
                <a:spcPct val="0"/>
              </a:spcBef>
              <a:spcAft>
                <a:spcPct val="0"/>
              </a:spcAft>
              <a:defRPr/>
            </a:pPr>
            <a:endParaRPr lang="en-US" i="1">
              <a:solidFill>
                <a:srgbClr val="000000"/>
              </a:solidFill>
              <a:latin typeface="Comic Sans MS" charset="0"/>
              <a:ea typeface="ＭＳ Ｐゴシック" charset="0"/>
            </a:endParaRPr>
          </a:p>
        </p:txBody>
      </p:sp>
      <p:sp>
        <p:nvSpPr>
          <p:cNvPr id="473" name="Line 708"/>
          <p:cNvSpPr>
            <a:spLocks noChangeShapeType="1"/>
          </p:cNvSpPr>
          <p:nvPr/>
        </p:nvSpPr>
        <p:spPr bwMode="auto">
          <a:xfrm>
            <a:off x="8386233" y="2406650"/>
            <a:ext cx="203200" cy="9525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0" fontAlgn="base" hangingPunct="0">
              <a:spcBef>
                <a:spcPct val="0"/>
              </a:spcBef>
              <a:spcAft>
                <a:spcPct val="0"/>
              </a:spcAft>
              <a:defRPr/>
            </a:pPr>
            <a:endParaRPr lang="en-US" i="1">
              <a:solidFill>
                <a:srgbClr val="000000"/>
              </a:solidFill>
              <a:latin typeface="Comic Sans MS" charset="0"/>
              <a:ea typeface="ＭＳ Ｐゴシック" charset="0"/>
            </a:endParaRPr>
          </a:p>
        </p:txBody>
      </p:sp>
      <p:sp>
        <p:nvSpPr>
          <p:cNvPr id="474" name="Oval 407"/>
          <p:cNvSpPr>
            <a:spLocks noChangeArrowheads="1"/>
          </p:cNvSpPr>
          <p:nvPr/>
        </p:nvSpPr>
        <p:spPr bwMode="auto">
          <a:xfrm>
            <a:off x="8473017" y="2565400"/>
            <a:ext cx="516467" cy="95250"/>
          </a:xfrm>
          <a:prstGeom prst="ellipse">
            <a:avLst/>
          </a:prstGeom>
          <a:gradFill rotWithShape="1">
            <a:gsLst>
              <a:gs pos="0">
                <a:srgbClr val="B2B2B2"/>
              </a:gs>
              <a:gs pos="100000">
                <a:srgbClr val="EAEAEA"/>
              </a:gs>
            </a:gsLst>
            <a:lin ang="0" scaled="1"/>
          </a:gradFill>
          <a:ln w="9525">
            <a:solidFill>
              <a:srgbClr val="808080"/>
            </a:solidFill>
            <a:round/>
            <a:headEnd/>
            <a:tailEnd/>
          </a:ln>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475" name="Rectangle 410"/>
          <p:cNvSpPr>
            <a:spLocks noChangeArrowheads="1"/>
          </p:cNvSpPr>
          <p:nvPr/>
        </p:nvSpPr>
        <p:spPr bwMode="auto">
          <a:xfrm>
            <a:off x="8473018" y="2555875"/>
            <a:ext cx="518583" cy="58738"/>
          </a:xfrm>
          <a:prstGeom prst="rect">
            <a:avLst/>
          </a:prstGeom>
          <a:gradFill rotWithShape="1">
            <a:gsLst>
              <a:gs pos="0">
                <a:srgbClr val="B2B2B2"/>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476" name="Oval 411"/>
          <p:cNvSpPr>
            <a:spLocks noChangeArrowheads="1"/>
          </p:cNvSpPr>
          <p:nvPr/>
        </p:nvSpPr>
        <p:spPr bwMode="auto">
          <a:xfrm>
            <a:off x="8470900" y="2490789"/>
            <a:ext cx="516467" cy="111125"/>
          </a:xfrm>
          <a:prstGeom prst="ellipse">
            <a:avLst/>
          </a:prstGeom>
          <a:gradFill rotWithShape="1">
            <a:gsLst>
              <a:gs pos="0">
                <a:srgbClr val="B2B2B2"/>
              </a:gs>
              <a:gs pos="100000">
                <a:srgbClr val="EAEAEA"/>
              </a:gs>
            </a:gsLst>
            <a:lin ang="0" scaled="1"/>
          </a:gradFill>
          <a:ln w="9525">
            <a:solidFill>
              <a:srgbClr val="808080"/>
            </a:solidFill>
            <a:round/>
            <a:headEnd/>
            <a:tailEnd/>
          </a:ln>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grpSp>
        <p:nvGrpSpPr>
          <p:cNvPr id="477" name="Group 712"/>
          <p:cNvGrpSpPr>
            <a:grpSpLocks/>
          </p:cNvGrpSpPr>
          <p:nvPr/>
        </p:nvGrpSpPr>
        <p:grpSpPr bwMode="auto">
          <a:xfrm>
            <a:off x="8574618" y="2519364"/>
            <a:ext cx="292100" cy="52387"/>
            <a:chOff x="2468" y="1332"/>
            <a:chExt cx="310" cy="60"/>
          </a:xfrm>
        </p:grpSpPr>
        <p:sp>
          <p:nvSpPr>
            <p:cNvPr id="478" name="Freeform 713"/>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gradFill rotWithShape="1">
              <a:gsLst>
                <a:gs pos="0">
                  <a:srgbClr val="B2B2B2"/>
                </a:gs>
                <a:gs pos="100000">
                  <a:srgbClr val="EAEAEA"/>
                </a:gs>
              </a:gsLst>
              <a:lin ang="0" scaled="1"/>
            </a:gradFill>
            <a:ln w="12700" cmpd="sng">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479" name="Freeform 714"/>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gradFill rotWithShape="1">
              <a:gsLst>
                <a:gs pos="0">
                  <a:srgbClr val="B2B2B2"/>
                </a:gs>
                <a:gs pos="100000">
                  <a:srgbClr val="EAEAEA"/>
                </a:gs>
              </a:gsLst>
              <a:lin ang="0" scaled="1"/>
            </a:gradFill>
            <a:ln w="12700" cmpd="sng">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grpSp>
      <p:sp>
        <p:nvSpPr>
          <p:cNvPr id="480" name="Line 715"/>
          <p:cNvSpPr>
            <a:spLocks noChangeShapeType="1"/>
          </p:cNvSpPr>
          <p:nvPr/>
        </p:nvSpPr>
        <p:spPr bwMode="auto">
          <a:xfrm>
            <a:off x="8473017" y="2543176"/>
            <a:ext cx="0" cy="74613"/>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481" name="Line 762"/>
          <p:cNvSpPr>
            <a:spLocks noChangeShapeType="1"/>
          </p:cNvSpPr>
          <p:nvPr/>
        </p:nvSpPr>
        <p:spPr bwMode="auto">
          <a:xfrm>
            <a:off x="8570384" y="3743325"/>
            <a:ext cx="905933" cy="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0" fontAlgn="base" hangingPunct="0">
              <a:spcBef>
                <a:spcPct val="0"/>
              </a:spcBef>
              <a:spcAft>
                <a:spcPct val="0"/>
              </a:spcAft>
              <a:defRPr/>
            </a:pPr>
            <a:endParaRPr lang="en-US" i="1">
              <a:solidFill>
                <a:srgbClr val="000000"/>
              </a:solidFill>
              <a:latin typeface="Comic Sans MS" charset="0"/>
              <a:ea typeface="ＭＳ Ｐゴシック" charset="0"/>
            </a:endParaRPr>
          </a:p>
        </p:txBody>
      </p:sp>
      <p:grpSp>
        <p:nvGrpSpPr>
          <p:cNvPr id="482" name="Group 781"/>
          <p:cNvGrpSpPr>
            <a:grpSpLocks/>
          </p:cNvGrpSpPr>
          <p:nvPr/>
        </p:nvGrpSpPr>
        <p:grpSpPr bwMode="auto">
          <a:xfrm>
            <a:off x="10121900" y="4806951"/>
            <a:ext cx="829733" cy="244475"/>
            <a:chOff x="4334" y="1470"/>
            <a:chExt cx="246" cy="107"/>
          </a:xfrm>
        </p:grpSpPr>
        <p:sp>
          <p:nvSpPr>
            <p:cNvPr id="483" name="Oval 407"/>
            <p:cNvSpPr>
              <a:spLocks noChangeArrowheads="1"/>
            </p:cNvSpPr>
            <p:nvPr/>
          </p:nvSpPr>
          <p:spPr bwMode="auto">
            <a:xfrm>
              <a:off x="4335" y="1517"/>
              <a:ext cx="244" cy="60"/>
            </a:xfrm>
            <a:prstGeom prst="ellipse">
              <a:avLst/>
            </a:prstGeom>
            <a:gradFill rotWithShape="1">
              <a:gsLst>
                <a:gs pos="0">
                  <a:srgbClr val="B2B2B2"/>
                </a:gs>
                <a:gs pos="100000">
                  <a:srgbClr val="EAEAEA"/>
                </a:gs>
              </a:gsLst>
              <a:lin ang="0" scaled="1"/>
            </a:gradFill>
            <a:ln w="9525">
              <a:solidFill>
                <a:srgbClr val="808080"/>
              </a:solidFill>
              <a:round/>
              <a:headEnd/>
              <a:tailEnd/>
            </a:ln>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484" name="Rectangle 410"/>
            <p:cNvSpPr>
              <a:spLocks noChangeArrowheads="1"/>
            </p:cNvSpPr>
            <p:nvPr/>
          </p:nvSpPr>
          <p:spPr bwMode="auto">
            <a:xfrm>
              <a:off x="4335" y="1511"/>
              <a:ext cx="245" cy="37"/>
            </a:xfrm>
            <a:prstGeom prst="rect">
              <a:avLst/>
            </a:prstGeom>
            <a:gradFill rotWithShape="1">
              <a:gsLst>
                <a:gs pos="0">
                  <a:srgbClr val="B2B2B2"/>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485" name="Oval 411"/>
            <p:cNvSpPr>
              <a:spLocks noChangeArrowheads="1"/>
            </p:cNvSpPr>
            <p:nvPr/>
          </p:nvSpPr>
          <p:spPr bwMode="auto">
            <a:xfrm>
              <a:off x="4334" y="1470"/>
              <a:ext cx="244" cy="70"/>
            </a:xfrm>
            <a:prstGeom prst="ellipse">
              <a:avLst/>
            </a:prstGeom>
            <a:gradFill rotWithShape="1">
              <a:gsLst>
                <a:gs pos="0">
                  <a:srgbClr val="B2B2B2"/>
                </a:gs>
                <a:gs pos="100000">
                  <a:srgbClr val="EAEAEA"/>
                </a:gs>
              </a:gsLst>
              <a:lin ang="0" scaled="1"/>
            </a:gradFill>
            <a:ln w="9525">
              <a:solidFill>
                <a:srgbClr val="808080"/>
              </a:solidFill>
              <a:round/>
              <a:headEnd/>
              <a:tailEnd/>
            </a:ln>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grpSp>
          <p:nvGrpSpPr>
            <p:cNvPr id="486" name="Group 785"/>
            <p:cNvGrpSpPr>
              <a:grpSpLocks/>
            </p:cNvGrpSpPr>
            <p:nvPr/>
          </p:nvGrpSpPr>
          <p:grpSpPr bwMode="auto">
            <a:xfrm>
              <a:off x="4383" y="1488"/>
              <a:ext cx="138" cy="33"/>
              <a:chOff x="2468" y="1332"/>
              <a:chExt cx="310" cy="60"/>
            </a:xfrm>
          </p:grpSpPr>
          <p:sp>
            <p:nvSpPr>
              <p:cNvPr id="489" name="Freeform 786"/>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gradFill rotWithShape="1">
                <a:gsLst>
                  <a:gs pos="0">
                    <a:srgbClr val="B2B2B2"/>
                  </a:gs>
                  <a:gs pos="100000">
                    <a:srgbClr val="EAEAEA"/>
                  </a:gs>
                </a:gsLst>
                <a:lin ang="0" scaled="1"/>
              </a:gradFill>
              <a:ln w="12700" cmpd="sng">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490" name="Freeform 787"/>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gradFill rotWithShape="1">
                <a:gsLst>
                  <a:gs pos="0">
                    <a:srgbClr val="B2B2B2"/>
                  </a:gs>
                  <a:gs pos="100000">
                    <a:srgbClr val="EAEAEA"/>
                  </a:gs>
                </a:gsLst>
                <a:lin ang="0" scaled="1"/>
              </a:gradFill>
              <a:ln w="12700" cmpd="sng">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grpSp>
        <p:sp>
          <p:nvSpPr>
            <p:cNvPr id="487" name="Line 788"/>
            <p:cNvSpPr>
              <a:spLocks noChangeShapeType="1"/>
            </p:cNvSpPr>
            <p:nvPr/>
          </p:nvSpPr>
          <p:spPr bwMode="auto">
            <a:xfrm>
              <a:off x="4335" y="1503"/>
              <a:ext cx="0" cy="47"/>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488" name="Line 789"/>
            <p:cNvSpPr>
              <a:spLocks noChangeShapeType="1"/>
            </p:cNvSpPr>
            <p:nvPr/>
          </p:nvSpPr>
          <p:spPr bwMode="auto">
            <a:xfrm>
              <a:off x="4578" y="1505"/>
              <a:ext cx="0" cy="47"/>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grpSp>
      <p:grpSp>
        <p:nvGrpSpPr>
          <p:cNvPr id="491" name="Group 790"/>
          <p:cNvGrpSpPr>
            <a:grpSpLocks/>
          </p:cNvGrpSpPr>
          <p:nvPr/>
        </p:nvGrpSpPr>
        <p:grpSpPr bwMode="auto">
          <a:xfrm>
            <a:off x="9287934" y="4508501"/>
            <a:ext cx="829733" cy="244475"/>
            <a:chOff x="4334" y="1470"/>
            <a:chExt cx="246" cy="107"/>
          </a:xfrm>
        </p:grpSpPr>
        <p:sp>
          <p:nvSpPr>
            <p:cNvPr id="492" name="Oval 407"/>
            <p:cNvSpPr>
              <a:spLocks noChangeArrowheads="1"/>
            </p:cNvSpPr>
            <p:nvPr/>
          </p:nvSpPr>
          <p:spPr bwMode="auto">
            <a:xfrm>
              <a:off x="4335" y="1517"/>
              <a:ext cx="244" cy="60"/>
            </a:xfrm>
            <a:prstGeom prst="ellipse">
              <a:avLst/>
            </a:prstGeom>
            <a:gradFill rotWithShape="1">
              <a:gsLst>
                <a:gs pos="0">
                  <a:srgbClr val="B2B2B2"/>
                </a:gs>
                <a:gs pos="100000">
                  <a:srgbClr val="EAEAEA"/>
                </a:gs>
              </a:gsLst>
              <a:lin ang="0" scaled="1"/>
            </a:gradFill>
            <a:ln w="9525">
              <a:solidFill>
                <a:srgbClr val="808080"/>
              </a:solidFill>
              <a:round/>
              <a:headEnd/>
              <a:tailEnd/>
            </a:ln>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493" name="Rectangle 410"/>
            <p:cNvSpPr>
              <a:spLocks noChangeArrowheads="1"/>
            </p:cNvSpPr>
            <p:nvPr/>
          </p:nvSpPr>
          <p:spPr bwMode="auto">
            <a:xfrm>
              <a:off x="4335" y="1511"/>
              <a:ext cx="245" cy="37"/>
            </a:xfrm>
            <a:prstGeom prst="rect">
              <a:avLst/>
            </a:prstGeom>
            <a:gradFill rotWithShape="1">
              <a:gsLst>
                <a:gs pos="0">
                  <a:srgbClr val="B2B2B2"/>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494" name="Oval 411"/>
            <p:cNvSpPr>
              <a:spLocks noChangeArrowheads="1"/>
            </p:cNvSpPr>
            <p:nvPr/>
          </p:nvSpPr>
          <p:spPr bwMode="auto">
            <a:xfrm>
              <a:off x="4334" y="1470"/>
              <a:ext cx="244" cy="70"/>
            </a:xfrm>
            <a:prstGeom prst="ellipse">
              <a:avLst/>
            </a:prstGeom>
            <a:gradFill rotWithShape="1">
              <a:gsLst>
                <a:gs pos="0">
                  <a:srgbClr val="B2B2B2"/>
                </a:gs>
                <a:gs pos="100000">
                  <a:srgbClr val="EAEAEA"/>
                </a:gs>
              </a:gsLst>
              <a:lin ang="0" scaled="1"/>
            </a:gradFill>
            <a:ln w="9525">
              <a:solidFill>
                <a:srgbClr val="808080"/>
              </a:solidFill>
              <a:round/>
              <a:headEnd/>
              <a:tailEnd/>
            </a:ln>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grpSp>
          <p:nvGrpSpPr>
            <p:cNvPr id="495" name="Group 794"/>
            <p:cNvGrpSpPr>
              <a:grpSpLocks/>
            </p:cNvGrpSpPr>
            <p:nvPr/>
          </p:nvGrpSpPr>
          <p:grpSpPr bwMode="auto">
            <a:xfrm>
              <a:off x="4383" y="1488"/>
              <a:ext cx="138" cy="33"/>
              <a:chOff x="2468" y="1332"/>
              <a:chExt cx="310" cy="60"/>
            </a:xfrm>
          </p:grpSpPr>
          <p:sp>
            <p:nvSpPr>
              <p:cNvPr id="498" name="Freeform 795"/>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gradFill rotWithShape="1">
                <a:gsLst>
                  <a:gs pos="0">
                    <a:srgbClr val="B2B2B2"/>
                  </a:gs>
                  <a:gs pos="100000">
                    <a:srgbClr val="EAEAEA"/>
                  </a:gs>
                </a:gsLst>
                <a:lin ang="0" scaled="1"/>
              </a:gradFill>
              <a:ln w="12700" cmpd="sng">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499" name="Freeform 796"/>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gradFill rotWithShape="1">
                <a:gsLst>
                  <a:gs pos="0">
                    <a:srgbClr val="B2B2B2"/>
                  </a:gs>
                  <a:gs pos="100000">
                    <a:srgbClr val="EAEAEA"/>
                  </a:gs>
                </a:gsLst>
                <a:lin ang="0" scaled="1"/>
              </a:gradFill>
              <a:ln w="12700" cmpd="sng">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grpSp>
        <p:sp>
          <p:nvSpPr>
            <p:cNvPr id="496" name="Line 797"/>
            <p:cNvSpPr>
              <a:spLocks noChangeShapeType="1"/>
            </p:cNvSpPr>
            <p:nvPr/>
          </p:nvSpPr>
          <p:spPr bwMode="auto">
            <a:xfrm>
              <a:off x="4335" y="1503"/>
              <a:ext cx="0" cy="47"/>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497" name="Line 798"/>
            <p:cNvSpPr>
              <a:spLocks noChangeShapeType="1"/>
            </p:cNvSpPr>
            <p:nvPr/>
          </p:nvSpPr>
          <p:spPr bwMode="auto">
            <a:xfrm>
              <a:off x="4578" y="1505"/>
              <a:ext cx="0" cy="47"/>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grpSp>
      <p:grpSp>
        <p:nvGrpSpPr>
          <p:cNvPr id="500" name="Group 799"/>
          <p:cNvGrpSpPr>
            <a:grpSpLocks/>
          </p:cNvGrpSpPr>
          <p:nvPr/>
        </p:nvGrpSpPr>
        <p:grpSpPr bwMode="auto">
          <a:xfrm>
            <a:off x="8322734" y="4851401"/>
            <a:ext cx="829733" cy="244475"/>
            <a:chOff x="4334" y="1470"/>
            <a:chExt cx="246" cy="107"/>
          </a:xfrm>
        </p:grpSpPr>
        <p:sp>
          <p:nvSpPr>
            <p:cNvPr id="501" name="Oval 407"/>
            <p:cNvSpPr>
              <a:spLocks noChangeArrowheads="1"/>
            </p:cNvSpPr>
            <p:nvPr/>
          </p:nvSpPr>
          <p:spPr bwMode="auto">
            <a:xfrm>
              <a:off x="4335" y="1517"/>
              <a:ext cx="244" cy="60"/>
            </a:xfrm>
            <a:prstGeom prst="ellipse">
              <a:avLst/>
            </a:prstGeom>
            <a:gradFill rotWithShape="1">
              <a:gsLst>
                <a:gs pos="0">
                  <a:srgbClr val="B2B2B2"/>
                </a:gs>
                <a:gs pos="100000">
                  <a:srgbClr val="EAEAEA"/>
                </a:gs>
              </a:gsLst>
              <a:lin ang="0" scaled="1"/>
            </a:gradFill>
            <a:ln w="9525">
              <a:solidFill>
                <a:srgbClr val="808080"/>
              </a:solidFill>
              <a:round/>
              <a:headEnd/>
              <a:tailEnd/>
            </a:ln>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502" name="Rectangle 410"/>
            <p:cNvSpPr>
              <a:spLocks noChangeArrowheads="1"/>
            </p:cNvSpPr>
            <p:nvPr/>
          </p:nvSpPr>
          <p:spPr bwMode="auto">
            <a:xfrm>
              <a:off x="4335" y="1511"/>
              <a:ext cx="245" cy="37"/>
            </a:xfrm>
            <a:prstGeom prst="rect">
              <a:avLst/>
            </a:prstGeom>
            <a:gradFill rotWithShape="1">
              <a:gsLst>
                <a:gs pos="0">
                  <a:srgbClr val="B2B2B2"/>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503" name="Oval 411"/>
            <p:cNvSpPr>
              <a:spLocks noChangeArrowheads="1"/>
            </p:cNvSpPr>
            <p:nvPr/>
          </p:nvSpPr>
          <p:spPr bwMode="auto">
            <a:xfrm>
              <a:off x="4334" y="1470"/>
              <a:ext cx="244" cy="70"/>
            </a:xfrm>
            <a:prstGeom prst="ellipse">
              <a:avLst/>
            </a:prstGeom>
            <a:gradFill rotWithShape="1">
              <a:gsLst>
                <a:gs pos="0">
                  <a:srgbClr val="B2B2B2"/>
                </a:gs>
                <a:gs pos="100000">
                  <a:srgbClr val="EAEAEA"/>
                </a:gs>
              </a:gsLst>
              <a:lin ang="0" scaled="1"/>
            </a:gradFill>
            <a:ln w="9525">
              <a:solidFill>
                <a:srgbClr val="808080"/>
              </a:solidFill>
              <a:round/>
              <a:headEnd/>
              <a:tailEnd/>
            </a:ln>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grpSp>
          <p:nvGrpSpPr>
            <p:cNvPr id="504" name="Group 803"/>
            <p:cNvGrpSpPr>
              <a:grpSpLocks/>
            </p:cNvGrpSpPr>
            <p:nvPr/>
          </p:nvGrpSpPr>
          <p:grpSpPr bwMode="auto">
            <a:xfrm>
              <a:off x="4383" y="1488"/>
              <a:ext cx="138" cy="33"/>
              <a:chOff x="2468" y="1332"/>
              <a:chExt cx="310" cy="60"/>
            </a:xfrm>
          </p:grpSpPr>
          <p:sp>
            <p:nvSpPr>
              <p:cNvPr id="507" name="Freeform 804"/>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gradFill rotWithShape="1">
                <a:gsLst>
                  <a:gs pos="0">
                    <a:srgbClr val="B2B2B2"/>
                  </a:gs>
                  <a:gs pos="100000">
                    <a:srgbClr val="EAEAEA"/>
                  </a:gs>
                </a:gsLst>
                <a:lin ang="0" scaled="1"/>
              </a:gradFill>
              <a:ln w="12700" cmpd="sng">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508" name="Freeform 805"/>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gradFill rotWithShape="1">
                <a:gsLst>
                  <a:gs pos="0">
                    <a:srgbClr val="B2B2B2"/>
                  </a:gs>
                  <a:gs pos="100000">
                    <a:srgbClr val="EAEAEA"/>
                  </a:gs>
                </a:gsLst>
                <a:lin ang="0" scaled="1"/>
              </a:gradFill>
              <a:ln w="12700" cmpd="sng">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grpSp>
        <p:sp>
          <p:nvSpPr>
            <p:cNvPr id="505" name="Line 806"/>
            <p:cNvSpPr>
              <a:spLocks noChangeShapeType="1"/>
            </p:cNvSpPr>
            <p:nvPr/>
          </p:nvSpPr>
          <p:spPr bwMode="auto">
            <a:xfrm>
              <a:off x="4335" y="1503"/>
              <a:ext cx="0" cy="47"/>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506" name="Line 807"/>
            <p:cNvSpPr>
              <a:spLocks noChangeShapeType="1"/>
            </p:cNvSpPr>
            <p:nvPr/>
          </p:nvSpPr>
          <p:spPr bwMode="auto">
            <a:xfrm>
              <a:off x="4578" y="1505"/>
              <a:ext cx="0" cy="47"/>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grpSp>
      <p:grpSp>
        <p:nvGrpSpPr>
          <p:cNvPr id="509" name="Group 808"/>
          <p:cNvGrpSpPr>
            <a:grpSpLocks/>
          </p:cNvGrpSpPr>
          <p:nvPr/>
        </p:nvGrpSpPr>
        <p:grpSpPr bwMode="auto">
          <a:xfrm>
            <a:off x="8068734" y="3644900"/>
            <a:ext cx="520700" cy="171450"/>
            <a:chOff x="4334" y="1470"/>
            <a:chExt cx="246" cy="107"/>
          </a:xfrm>
        </p:grpSpPr>
        <p:sp>
          <p:nvSpPr>
            <p:cNvPr id="510" name="Oval 407"/>
            <p:cNvSpPr>
              <a:spLocks noChangeArrowheads="1"/>
            </p:cNvSpPr>
            <p:nvPr/>
          </p:nvSpPr>
          <p:spPr bwMode="auto">
            <a:xfrm>
              <a:off x="4335" y="1517"/>
              <a:ext cx="244" cy="60"/>
            </a:xfrm>
            <a:prstGeom prst="ellipse">
              <a:avLst/>
            </a:prstGeom>
            <a:gradFill rotWithShape="1">
              <a:gsLst>
                <a:gs pos="0">
                  <a:srgbClr val="B2B2B2"/>
                </a:gs>
                <a:gs pos="100000">
                  <a:srgbClr val="EAEAEA"/>
                </a:gs>
              </a:gsLst>
              <a:lin ang="0" scaled="1"/>
            </a:gradFill>
            <a:ln w="9525">
              <a:solidFill>
                <a:srgbClr val="808080"/>
              </a:solidFill>
              <a:round/>
              <a:headEnd/>
              <a:tailEnd/>
            </a:ln>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511" name="Rectangle 410"/>
            <p:cNvSpPr>
              <a:spLocks noChangeArrowheads="1"/>
            </p:cNvSpPr>
            <p:nvPr/>
          </p:nvSpPr>
          <p:spPr bwMode="auto">
            <a:xfrm>
              <a:off x="4335" y="1511"/>
              <a:ext cx="245" cy="37"/>
            </a:xfrm>
            <a:prstGeom prst="rect">
              <a:avLst/>
            </a:prstGeom>
            <a:gradFill rotWithShape="1">
              <a:gsLst>
                <a:gs pos="0">
                  <a:srgbClr val="B2B2B2"/>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512" name="Oval 411"/>
            <p:cNvSpPr>
              <a:spLocks noChangeArrowheads="1"/>
            </p:cNvSpPr>
            <p:nvPr/>
          </p:nvSpPr>
          <p:spPr bwMode="auto">
            <a:xfrm>
              <a:off x="4334" y="1470"/>
              <a:ext cx="244" cy="70"/>
            </a:xfrm>
            <a:prstGeom prst="ellipse">
              <a:avLst/>
            </a:prstGeom>
            <a:gradFill rotWithShape="1">
              <a:gsLst>
                <a:gs pos="0">
                  <a:srgbClr val="B2B2B2"/>
                </a:gs>
                <a:gs pos="100000">
                  <a:srgbClr val="EAEAEA"/>
                </a:gs>
              </a:gsLst>
              <a:lin ang="0" scaled="1"/>
            </a:gradFill>
            <a:ln w="9525">
              <a:solidFill>
                <a:srgbClr val="808080"/>
              </a:solidFill>
              <a:round/>
              <a:headEnd/>
              <a:tailEnd/>
            </a:ln>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grpSp>
          <p:nvGrpSpPr>
            <p:cNvPr id="513" name="Group 812"/>
            <p:cNvGrpSpPr>
              <a:grpSpLocks/>
            </p:cNvGrpSpPr>
            <p:nvPr/>
          </p:nvGrpSpPr>
          <p:grpSpPr bwMode="auto">
            <a:xfrm>
              <a:off x="4383" y="1488"/>
              <a:ext cx="138" cy="33"/>
              <a:chOff x="2468" y="1332"/>
              <a:chExt cx="310" cy="60"/>
            </a:xfrm>
          </p:grpSpPr>
          <p:sp>
            <p:nvSpPr>
              <p:cNvPr id="516" name="Freeform 813"/>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gradFill rotWithShape="1">
                <a:gsLst>
                  <a:gs pos="0">
                    <a:srgbClr val="B2B2B2"/>
                  </a:gs>
                  <a:gs pos="100000">
                    <a:srgbClr val="EAEAEA"/>
                  </a:gs>
                </a:gsLst>
                <a:lin ang="0" scaled="1"/>
              </a:gradFill>
              <a:ln w="12700" cmpd="sng">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517" name="Freeform 814"/>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gradFill rotWithShape="1">
                <a:gsLst>
                  <a:gs pos="0">
                    <a:srgbClr val="B2B2B2"/>
                  </a:gs>
                  <a:gs pos="100000">
                    <a:srgbClr val="EAEAEA"/>
                  </a:gs>
                </a:gsLst>
                <a:lin ang="0" scaled="1"/>
              </a:gradFill>
              <a:ln w="12700" cmpd="sng">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grpSp>
        <p:sp>
          <p:nvSpPr>
            <p:cNvPr id="514" name="Line 815"/>
            <p:cNvSpPr>
              <a:spLocks noChangeShapeType="1"/>
            </p:cNvSpPr>
            <p:nvPr/>
          </p:nvSpPr>
          <p:spPr bwMode="auto">
            <a:xfrm>
              <a:off x="4335" y="1503"/>
              <a:ext cx="0" cy="51"/>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515" name="Line 816"/>
            <p:cNvSpPr>
              <a:spLocks noChangeShapeType="1"/>
            </p:cNvSpPr>
            <p:nvPr/>
          </p:nvSpPr>
          <p:spPr bwMode="auto">
            <a:xfrm>
              <a:off x="4578" y="1505"/>
              <a:ext cx="0" cy="50"/>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grpSp>
      <p:grpSp>
        <p:nvGrpSpPr>
          <p:cNvPr id="518" name="Group 817"/>
          <p:cNvGrpSpPr>
            <a:grpSpLocks/>
          </p:cNvGrpSpPr>
          <p:nvPr/>
        </p:nvGrpSpPr>
        <p:grpSpPr bwMode="auto">
          <a:xfrm>
            <a:off x="8036985" y="1738313"/>
            <a:ext cx="690033" cy="508000"/>
            <a:chOff x="2920" y="1424"/>
            <a:chExt cx="326" cy="320"/>
          </a:xfrm>
        </p:grpSpPr>
        <p:sp>
          <p:nvSpPr>
            <p:cNvPr id="519" name="Oval 818"/>
            <p:cNvSpPr>
              <a:spLocks noChangeArrowheads="1"/>
            </p:cNvSpPr>
            <p:nvPr/>
          </p:nvSpPr>
          <p:spPr bwMode="auto">
            <a:xfrm>
              <a:off x="2920" y="1445"/>
              <a:ext cx="326" cy="289"/>
            </a:xfrm>
            <a:prstGeom prst="ellipse">
              <a:avLst/>
            </a:prstGeom>
            <a:noFill/>
            <a:ln w="190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i="1">
                <a:solidFill>
                  <a:srgbClr val="000000"/>
                </a:solidFill>
                <a:latin typeface="Comic Sans MS" charset="0"/>
                <a:ea typeface="ＭＳ Ｐゴシック" charset="0"/>
              </a:endParaRPr>
            </a:p>
          </p:txBody>
        </p:sp>
        <p:grpSp>
          <p:nvGrpSpPr>
            <p:cNvPr id="520" name="Group 819"/>
            <p:cNvGrpSpPr>
              <a:grpSpLocks/>
            </p:cNvGrpSpPr>
            <p:nvPr/>
          </p:nvGrpSpPr>
          <p:grpSpPr bwMode="auto">
            <a:xfrm>
              <a:off x="2949" y="1424"/>
              <a:ext cx="265" cy="280"/>
              <a:chOff x="2949" y="1424"/>
              <a:chExt cx="265" cy="280"/>
            </a:xfrm>
          </p:grpSpPr>
          <p:sp>
            <p:nvSpPr>
              <p:cNvPr id="522" name="Oval 820"/>
              <p:cNvSpPr>
                <a:spLocks noChangeArrowheads="1"/>
              </p:cNvSpPr>
              <p:nvPr/>
            </p:nvSpPr>
            <p:spPr bwMode="auto">
              <a:xfrm>
                <a:off x="3030" y="1545"/>
                <a:ext cx="107" cy="92"/>
              </a:xfrm>
              <a:prstGeom prst="ellipse">
                <a:avLst/>
              </a:prstGeom>
              <a:noFill/>
              <a:ln w="190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i="1">
                  <a:solidFill>
                    <a:srgbClr val="000000"/>
                  </a:solidFill>
                  <a:latin typeface="Comic Sans MS" charset="0"/>
                  <a:ea typeface="ＭＳ Ｐゴシック" charset="0"/>
                </a:endParaRPr>
              </a:p>
            </p:txBody>
          </p:sp>
          <p:sp>
            <p:nvSpPr>
              <p:cNvPr id="523" name="Oval 821"/>
              <p:cNvSpPr>
                <a:spLocks noChangeArrowheads="1"/>
              </p:cNvSpPr>
              <p:nvPr/>
            </p:nvSpPr>
            <p:spPr bwMode="auto">
              <a:xfrm>
                <a:off x="3006" y="1525"/>
                <a:ext cx="154" cy="131"/>
              </a:xfrm>
              <a:prstGeom prst="ellipse">
                <a:avLst/>
              </a:prstGeom>
              <a:noFill/>
              <a:ln w="190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i="1">
                  <a:solidFill>
                    <a:srgbClr val="000000"/>
                  </a:solidFill>
                  <a:latin typeface="Comic Sans MS" charset="0"/>
                  <a:ea typeface="ＭＳ Ｐゴシック" charset="0"/>
                </a:endParaRPr>
              </a:p>
            </p:txBody>
          </p:sp>
          <p:sp>
            <p:nvSpPr>
              <p:cNvPr id="524" name="Oval 822"/>
              <p:cNvSpPr>
                <a:spLocks noChangeArrowheads="1"/>
              </p:cNvSpPr>
              <p:nvPr/>
            </p:nvSpPr>
            <p:spPr bwMode="auto">
              <a:xfrm>
                <a:off x="2983" y="1501"/>
                <a:ext cx="203" cy="179"/>
              </a:xfrm>
              <a:prstGeom prst="ellipse">
                <a:avLst/>
              </a:prstGeom>
              <a:noFill/>
              <a:ln w="190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i="1">
                  <a:solidFill>
                    <a:srgbClr val="000000"/>
                  </a:solidFill>
                  <a:latin typeface="Comic Sans MS" charset="0"/>
                  <a:ea typeface="ＭＳ Ｐゴシック" charset="0"/>
                </a:endParaRPr>
              </a:p>
            </p:txBody>
          </p:sp>
          <p:sp>
            <p:nvSpPr>
              <p:cNvPr id="525" name="Oval 823"/>
              <p:cNvSpPr>
                <a:spLocks noChangeArrowheads="1"/>
              </p:cNvSpPr>
              <p:nvPr/>
            </p:nvSpPr>
            <p:spPr bwMode="auto">
              <a:xfrm>
                <a:off x="2949" y="1476"/>
                <a:ext cx="265" cy="228"/>
              </a:xfrm>
              <a:prstGeom prst="ellipse">
                <a:avLst/>
              </a:prstGeom>
              <a:noFill/>
              <a:ln w="190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i="1">
                  <a:solidFill>
                    <a:srgbClr val="000000"/>
                  </a:solidFill>
                  <a:latin typeface="Comic Sans MS" charset="0"/>
                  <a:ea typeface="ＭＳ Ｐゴシック" charset="0"/>
                </a:endParaRPr>
              </a:p>
            </p:txBody>
          </p:sp>
          <p:sp>
            <p:nvSpPr>
              <p:cNvPr id="526" name="Freeform 824"/>
              <p:cNvSpPr>
                <a:spLocks/>
              </p:cNvSpPr>
              <p:nvPr/>
            </p:nvSpPr>
            <p:spPr bwMode="auto">
              <a:xfrm flipV="1">
                <a:off x="2987" y="1424"/>
                <a:ext cx="205" cy="143"/>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DDDDDD"/>
              </a:solidFill>
              <a:ln>
                <a:noFill/>
              </a:ln>
              <a:effectLst/>
              <a:extLst>
                <a:ext uri="{91240B29-F687-4F45-9708-019B960494DF}">
                  <a14:hiddenLine xmlns:a14="http://schemas.microsoft.com/office/drawing/2010/main" w="19050" cmpd="sng">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grpSp>
        <p:sp>
          <p:nvSpPr>
            <p:cNvPr id="521" name="Freeform 825"/>
            <p:cNvSpPr>
              <a:spLocks/>
            </p:cNvSpPr>
            <p:nvPr/>
          </p:nvSpPr>
          <p:spPr bwMode="auto">
            <a:xfrm>
              <a:off x="2995" y="1615"/>
              <a:ext cx="178" cy="129"/>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DDDDDD"/>
            </a:solidFill>
            <a:ln>
              <a:noFill/>
            </a:ln>
            <a:effectLst/>
            <a:extLst>
              <a:ext uri="{91240B29-F687-4F45-9708-019B960494DF}">
                <a14:hiddenLine xmlns:a14="http://schemas.microsoft.com/office/drawing/2010/main" w="19050" cmpd="sng">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grpSp>
      <p:grpSp>
        <p:nvGrpSpPr>
          <p:cNvPr id="527" name="Group 826"/>
          <p:cNvGrpSpPr>
            <a:grpSpLocks/>
          </p:cNvGrpSpPr>
          <p:nvPr/>
        </p:nvGrpSpPr>
        <p:grpSpPr bwMode="auto">
          <a:xfrm>
            <a:off x="8185151" y="1989139"/>
            <a:ext cx="376767" cy="477837"/>
            <a:chOff x="3748" y="1253"/>
            <a:chExt cx="178" cy="301"/>
          </a:xfrm>
        </p:grpSpPr>
        <p:sp>
          <p:nvSpPr>
            <p:cNvPr id="528" name="Line 270"/>
            <p:cNvSpPr>
              <a:spLocks noChangeShapeType="1"/>
            </p:cNvSpPr>
            <p:nvPr/>
          </p:nvSpPr>
          <p:spPr bwMode="auto">
            <a:xfrm flipH="1">
              <a:off x="3748" y="1276"/>
              <a:ext cx="89" cy="25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529" name="Line 271"/>
            <p:cNvSpPr>
              <a:spLocks noChangeShapeType="1"/>
            </p:cNvSpPr>
            <p:nvPr/>
          </p:nvSpPr>
          <p:spPr bwMode="auto">
            <a:xfrm>
              <a:off x="3837" y="1276"/>
              <a:ext cx="89" cy="25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530" name="Line 272"/>
            <p:cNvSpPr>
              <a:spLocks noChangeShapeType="1"/>
            </p:cNvSpPr>
            <p:nvPr/>
          </p:nvSpPr>
          <p:spPr bwMode="auto">
            <a:xfrm>
              <a:off x="3748" y="1527"/>
              <a:ext cx="89" cy="2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531" name="Line 273"/>
            <p:cNvSpPr>
              <a:spLocks noChangeShapeType="1"/>
            </p:cNvSpPr>
            <p:nvPr/>
          </p:nvSpPr>
          <p:spPr bwMode="auto">
            <a:xfrm flipH="1">
              <a:off x="3837" y="1527"/>
              <a:ext cx="89" cy="2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532" name="Line 274"/>
            <p:cNvSpPr>
              <a:spLocks noChangeShapeType="1"/>
            </p:cNvSpPr>
            <p:nvPr/>
          </p:nvSpPr>
          <p:spPr bwMode="auto">
            <a:xfrm>
              <a:off x="3837" y="1282"/>
              <a:ext cx="0" cy="2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533" name="Line 275"/>
            <p:cNvSpPr>
              <a:spLocks noChangeShapeType="1"/>
            </p:cNvSpPr>
            <p:nvPr/>
          </p:nvSpPr>
          <p:spPr bwMode="auto">
            <a:xfrm flipV="1">
              <a:off x="3748" y="1501"/>
              <a:ext cx="89" cy="2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534" name="Line 276"/>
            <p:cNvSpPr>
              <a:spLocks noChangeShapeType="1"/>
            </p:cNvSpPr>
            <p:nvPr/>
          </p:nvSpPr>
          <p:spPr bwMode="auto">
            <a:xfrm flipH="1" flipV="1">
              <a:off x="3837" y="1501"/>
              <a:ext cx="89" cy="2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535" name="Line 277"/>
            <p:cNvSpPr>
              <a:spLocks noChangeShapeType="1"/>
            </p:cNvSpPr>
            <p:nvPr/>
          </p:nvSpPr>
          <p:spPr bwMode="auto">
            <a:xfrm>
              <a:off x="3786" y="1418"/>
              <a:ext cx="51" cy="2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536" name="Line 278"/>
            <p:cNvSpPr>
              <a:spLocks noChangeShapeType="1"/>
            </p:cNvSpPr>
            <p:nvPr/>
          </p:nvSpPr>
          <p:spPr bwMode="auto">
            <a:xfrm flipV="1">
              <a:off x="3837" y="1418"/>
              <a:ext cx="54" cy="2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537" name="Line 279"/>
            <p:cNvSpPr>
              <a:spLocks noChangeShapeType="1"/>
            </p:cNvSpPr>
            <p:nvPr/>
          </p:nvSpPr>
          <p:spPr bwMode="auto">
            <a:xfrm>
              <a:off x="3768" y="1455"/>
              <a:ext cx="66" cy="2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538" name="Line 280"/>
            <p:cNvSpPr>
              <a:spLocks noChangeShapeType="1"/>
            </p:cNvSpPr>
            <p:nvPr/>
          </p:nvSpPr>
          <p:spPr bwMode="auto">
            <a:xfrm flipV="1">
              <a:off x="3837" y="1461"/>
              <a:ext cx="66" cy="2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539" name="Line 281"/>
            <p:cNvSpPr>
              <a:spLocks noChangeShapeType="1"/>
            </p:cNvSpPr>
            <p:nvPr/>
          </p:nvSpPr>
          <p:spPr bwMode="auto">
            <a:xfrm flipV="1">
              <a:off x="3837" y="1381"/>
              <a:ext cx="34" cy="1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540" name="Line 282"/>
            <p:cNvSpPr>
              <a:spLocks noChangeShapeType="1"/>
            </p:cNvSpPr>
            <p:nvPr/>
          </p:nvSpPr>
          <p:spPr bwMode="auto">
            <a:xfrm flipV="1">
              <a:off x="3837" y="1329"/>
              <a:ext cx="21" cy="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541" name="Line 283"/>
            <p:cNvSpPr>
              <a:spLocks noChangeShapeType="1"/>
            </p:cNvSpPr>
            <p:nvPr/>
          </p:nvSpPr>
          <p:spPr bwMode="auto">
            <a:xfrm>
              <a:off x="3798" y="1377"/>
              <a:ext cx="42" cy="1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542" name="Line 284"/>
            <p:cNvSpPr>
              <a:spLocks noChangeShapeType="1"/>
            </p:cNvSpPr>
            <p:nvPr/>
          </p:nvSpPr>
          <p:spPr bwMode="auto">
            <a:xfrm>
              <a:off x="3817" y="1327"/>
              <a:ext cx="24" cy="1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543" name="Oval 842"/>
            <p:cNvSpPr>
              <a:spLocks noChangeArrowheads="1"/>
            </p:cNvSpPr>
            <p:nvPr/>
          </p:nvSpPr>
          <p:spPr bwMode="auto">
            <a:xfrm>
              <a:off x="3821" y="1253"/>
              <a:ext cx="30" cy="29"/>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grpSp>
      <p:grpSp>
        <p:nvGrpSpPr>
          <p:cNvPr id="544" name="Group 843"/>
          <p:cNvGrpSpPr>
            <a:grpSpLocks/>
          </p:cNvGrpSpPr>
          <p:nvPr/>
        </p:nvGrpSpPr>
        <p:grpSpPr bwMode="auto">
          <a:xfrm>
            <a:off x="7183967" y="1963739"/>
            <a:ext cx="692151" cy="128587"/>
            <a:chOff x="2199" y="955"/>
            <a:chExt cx="2547" cy="506"/>
          </a:xfrm>
        </p:grpSpPr>
        <p:sp>
          <p:nvSpPr>
            <p:cNvPr id="545" name="Freeform 844"/>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546" name="Freeform 845"/>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547" name="Freeform 846"/>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548" name="Freeform 847"/>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549" name="Freeform 848"/>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550" name="Freeform 849"/>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grpSp>
      <p:grpSp>
        <p:nvGrpSpPr>
          <p:cNvPr id="551" name="Group 850"/>
          <p:cNvGrpSpPr>
            <a:grpSpLocks/>
          </p:cNvGrpSpPr>
          <p:nvPr/>
        </p:nvGrpSpPr>
        <p:grpSpPr bwMode="auto">
          <a:xfrm>
            <a:off x="7389284" y="1539875"/>
            <a:ext cx="692149" cy="128588"/>
            <a:chOff x="2199" y="955"/>
            <a:chExt cx="2547" cy="506"/>
          </a:xfrm>
        </p:grpSpPr>
        <p:sp>
          <p:nvSpPr>
            <p:cNvPr id="552" name="Freeform 851"/>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553" name="Freeform 852"/>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554" name="Freeform 853"/>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555" name="Freeform 854"/>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556" name="Freeform 855"/>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557" name="Freeform 856"/>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grpSp>
      <p:sp>
        <p:nvSpPr>
          <p:cNvPr id="558" name="Line 857"/>
          <p:cNvSpPr>
            <a:spLocks noChangeShapeType="1"/>
          </p:cNvSpPr>
          <p:nvPr/>
        </p:nvSpPr>
        <p:spPr bwMode="auto">
          <a:xfrm flipH="1" flipV="1">
            <a:off x="7501467" y="2027238"/>
            <a:ext cx="52917" cy="6350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grpSp>
        <p:nvGrpSpPr>
          <p:cNvPr id="559" name="Group 858"/>
          <p:cNvGrpSpPr>
            <a:grpSpLocks/>
          </p:cNvGrpSpPr>
          <p:nvPr/>
        </p:nvGrpSpPr>
        <p:grpSpPr bwMode="auto">
          <a:xfrm>
            <a:off x="7190318" y="3527425"/>
            <a:ext cx="692149" cy="128588"/>
            <a:chOff x="2199" y="955"/>
            <a:chExt cx="2547" cy="506"/>
          </a:xfrm>
        </p:grpSpPr>
        <p:sp>
          <p:nvSpPr>
            <p:cNvPr id="560" name="Freeform 859"/>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561" name="Freeform 860"/>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562" name="Freeform 861"/>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563" name="Freeform 862"/>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564" name="Freeform 863"/>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565" name="Freeform 864"/>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grpSp>
      <p:sp>
        <p:nvSpPr>
          <p:cNvPr id="566" name="Line 865"/>
          <p:cNvSpPr>
            <a:spLocks noChangeShapeType="1"/>
          </p:cNvSpPr>
          <p:nvPr/>
        </p:nvSpPr>
        <p:spPr bwMode="auto">
          <a:xfrm>
            <a:off x="7704667" y="3119438"/>
            <a:ext cx="27517" cy="5556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grpSp>
        <p:nvGrpSpPr>
          <p:cNvPr id="567" name="Group 866"/>
          <p:cNvGrpSpPr>
            <a:grpSpLocks/>
          </p:cNvGrpSpPr>
          <p:nvPr/>
        </p:nvGrpSpPr>
        <p:grpSpPr bwMode="auto">
          <a:xfrm>
            <a:off x="9342967" y="5005389"/>
            <a:ext cx="692151" cy="128587"/>
            <a:chOff x="2199" y="955"/>
            <a:chExt cx="2547" cy="506"/>
          </a:xfrm>
        </p:grpSpPr>
        <p:sp>
          <p:nvSpPr>
            <p:cNvPr id="568" name="Freeform 867"/>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569" name="Freeform 868"/>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570" name="Freeform 869"/>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571" name="Freeform 870"/>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572" name="Freeform 871"/>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573" name="Freeform 872"/>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grpSp>
      <p:grpSp>
        <p:nvGrpSpPr>
          <p:cNvPr id="574" name="Group 873"/>
          <p:cNvGrpSpPr>
            <a:grpSpLocks/>
          </p:cNvGrpSpPr>
          <p:nvPr/>
        </p:nvGrpSpPr>
        <p:grpSpPr bwMode="auto">
          <a:xfrm>
            <a:off x="9660467" y="5429250"/>
            <a:ext cx="692151" cy="128588"/>
            <a:chOff x="2199" y="955"/>
            <a:chExt cx="2547" cy="506"/>
          </a:xfrm>
        </p:grpSpPr>
        <p:sp>
          <p:nvSpPr>
            <p:cNvPr id="575" name="Freeform 874"/>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576" name="Freeform 875"/>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577" name="Freeform 876"/>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578" name="Freeform 877"/>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579" name="Freeform 878"/>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580" name="Freeform 879"/>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grpSp>
      <p:grpSp>
        <p:nvGrpSpPr>
          <p:cNvPr id="581" name="Group 880"/>
          <p:cNvGrpSpPr>
            <a:grpSpLocks/>
          </p:cNvGrpSpPr>
          <p:nvPr/>
        </p:nvGrpSpPr>
        <p:grpSpPr bwMode="auto">
          <a:xfrm>
            <a:off x="9095318" y="5408614"/>
            <a:ext cx="692149" cy="128587"/>
            <a:chOff x="2199" y="955"/>
            <a:chExt cx="2547" cy="506"/>
          </a:xfrm>
        </p:grpSpPr>
        <p:sp>
          <p:nvSpPr>
            <p:cNvPr id="582" name="Freeform 881"/>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583" name="Freeform 882"/>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584" name="Freeform 883"/>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585" name="Freeform 884"/>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586" name="Freeform 885"/>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587" name="Freeform 886"/>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grpSp>
      <p:pic>
        <p:nvPicPr>
          <p:cNvPr id="588" name="Picture 887" descr="access_point_stylized_sma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46167" y="5056189"/>
            <a:ext cx="577851"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9" name="Line 888"/>
          <p:cNvSpPr>
            <a:spLocks noChangeShapeType="1"/>
          </p:cNvSpPr>
          <p:nvPr/>
        </p:nvSpPr>
        <p:spPr bwMode="auto">
          <a:xfrm rot="5400000" flipV="1">
            <a:off x="10655830" y="5426076"/>
            <a:ext cx="3175" cy="114300"/>
          </a:xfrm>
          <a:prstGeom prst="line">
            <a:avLst/>
          </a:prstGeom>
          <a:noFill/>
          <a:ln w="12700">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grpSp>
        <p:nvGrpSpPr>
          <p:cNvPr id="590" name="Group 889"/>
          <p:cNvGrpSpPr>
            <a:grpSpLocks/>
          </p:cNvGrpSpPr>
          <p:nvPr/>
        </p:nvGrpSpPr>
        <p:grpSpPr bwMode="auto">
          <a:xfrm flipH="1">
            <a:off x="7700433" y="4533901"/>
            <a:ext cx="552451" cy="373063"/>
            <a:chOff x="2839" y="3501"/>
            <a:chExt cx="755" cy="803"/>
          </a:xfrm>
        </p:grpSpPr>
        <p:pic>
          <p:nvPicPr>
            <p:cNvPr id="591" name="Picture 890" descr="desktop_computer_stylized_medium"/>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2" name="Freeform 891"/>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grpSp>
      <p:grpSp>
        <p:nvGrpSpPr>
          <p:cNvPr id="593" name="Group 892"/>
          <p:cNvGrpSpPr>
            <a:grpSpLocks/>
          </p:cNvGrpSpPr>
          <p:nvPr/>
        </p:nvGrpSpPr>
        <p:grpSpPr bwMode="auto">
          <a:xfrm flipH="1">
            <a:off x="7277100" y="4954588"/>
            <a:ext cx="643467" cy="406400"/>
            <a:chOff x="2839" y="3501"/>
            <a:chExt cx="755" cy="803"/>
          </a:xfrm>
        </p:grpSpPr>
        <p:pic>
          <p:nvPicPr>
            <p:cNvPr id="594" name="Picture 893" descr="desktop_computer_stylized_medium"/>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5" name="Freeform 894"/>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grpSp>
      <p:grpSp>
        <p:nvGrpSpPr>
          <p:cNvPr id="596" name="Group 895"/>
          <p:cNvGrpSpPr>
            <a:grpSpLocks/>
          </p:cNvGrpSpPr>
          <p:nvPr/>
        </p:nvGrpSpPr>
        <p:grpSpPr bwMode="auto">
          <a:xfrm flipH="1">
            <a:off x="7914218" y="5256213"/>
            <a:ext cx="569383" cy="349250"/>
            <a:chOff x="2839" y="3501"/>
            <a:chExt cx="755" cy="803"/>
          </a:xfrm>
        </p:grpSpPr>
        <p:pic>
          <p:nvPicPr>
            <p:cNvPr id="597" name="Picture 896" descr="desktop_computer_stylized_medium"/>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8" name="Freeform 897"/>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grpSp>
      <p:grpSp>
        <p:nvGrpSpPr>
          <p:cNvPr id="599" name="Group 898"/>
          <p:cNvGrpSpPr>
            <a:grpSpLocks/>
          </p:cNvGrpSpPr>
          <p:nvPr/>
        </p:nvGrpSpPr>
        <p:grpSpPr bwMode="auto">
          <a:xfrm>
            <a:off x="8733367" y="5238750"/>
            <a:ext cx="569384" cy="350838"/>
            <a:chOff x="2839" y="3501"/>
            <a:chExt cx="755" cy="803"/>
          </a:xfrm>
        </p:grpSpPr>
        <p:pic>
          <p:nvPicPr>
            <p:cNvPr id="600" name="Picture 899" descr="desktop_computer_stylized_medium"/>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1" name="Freeform 900"/>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grpSp>
      <p:pic>
        <p:nvPicPr>
          <p:cNvPr id="602" name="Picture 901" descr="car_icon_small"/>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56084" y="1720851"/>
            <a:ext cx="1132416"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03" name="Group 902"/>
          <p:cNvGrpSpPr>
            <a:grpSpLocks/>
          </p:cNvGrpSpPr>
          <p:nvPr/>
        </p:nvGrpSpPr>
        <p:grpSpPr bwMode="auto">
          <a:xfrm>
            <a:off x="7484534" y="1546226"/>
            <a:ext cx="554567" cy="385763"/>
            <a:chOff x="2751" y="1851"/>
            <a:chExt cx="462" cy="478"/>
          </a:xfrm>
        </p:grpSpPr>
        <p:pic>
          <p:nvPicPr>
            <p:cNvPr id="604" name="Picture 903" descr="iphone_stylized_small"/>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5" name="Picture 904" descr="antenna_radiation_stylized"/>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06" name="Picture 905" descr="access_point_stylized_sma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52518" y="5057776"/>
            <a:ext cx="55033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07" name="Group 906"/>
          <p:cNvGrpSpPr>
            <a:grpSpLocks/>
          </p:cNvGrpSpPr>
          <p:nvPr/>
        </p:nvGrpSpPr>
        <p:grpSpPr bwMode="auto">
          <a:xfrm>
            <a:off x="10987617" y="5002213"/>
            <a:ext cx="302683" cy="481012"/>
            <a:chOff x="4140" y="429"/>
            <a:chExt cx="1425" cy="2396"/>
          </a:xfrm>
        </p:grpSpPr>
        <p:sp>
          <p:nvSpPr>
            <p:cNvPr id="608" name="Freeform 907"/>
            <p:cNvSpPr>
              <a:spLocks/>
            </p:cNvSpPr>
            <p:nvPr/>
          </p:nvSpPr>
          <p:spPr bwMode="auto">
            <a:xfrm>
              <a:off x="5268" y="433"/>
              <a:ext cx="283" cy="2286"/>
            </a:xfrm>
            <a:custGeom>
              <a:avLst/>
              <a:gdLst>
                <a:gd name="T0" fmla="*/ 17 w 354"/>
                <a:gd name="T1" fmla="*/ 0 h 2742"/>
                <a:gd name="T2" fmla="*/ 93 w 354"/>
                <a:gd name="T3" fmla="*/ 114 h 2742"/>
                <a:gd name="T4" fmla="*/ 91 w 354"/>
                <a:gd name="T5" fmla="*/ 881 h 2742"/>
                <a:gd name="T6" fmla="*/ 0 w 354"/>
                <a:gd name="T7" fmla="*/ 921 h 2742"/>
                <a:gd name="T8" fmla="*/ 1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609" name="Rectangle 908"/>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610" name="Freeform 909"/>
            <p:cNvSpPr>
              <a:spLocks/>
            </p:cNvSpPr>
            <p:nvPr/>
          </p:nvSpPr>
          <p:spPr bwMode="auto">
            <a:xfrm>
              <a:off x="5321" y="570"/>
              <a:ext cx="169" cy="2115"/>
            </a:xfrm>
            <a:custGeom>
              <a:avLst/>
              <a:gdLst>
                <a:gd name="T0" fmla="*/ 2 w 211"/>
                <a:gd name="T1" fmla="*/ 0 h 2537"/>
                <a:gd name="T2" fmla="*/ 56 w 211"/>
                <a:gd name="T3" fmla="*/ 73 h 2537"/>
                <a:gd name="T4" fmla="*/ 2 w 211"/>
                <a:gd name="T5" fmla="*/ 839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611" name="Freeform 910"/>
            <p:cNvSpPr>
              <a:spLocks/>
            </p:cNvSpPr>
            <p:nvPr/>
          </p:nvSpPr>
          <p:spPr bwMode="auto">
            <a:xfrm>
              <a:off x="5284" y="1640"/>
              <a:ext cx="263" cy="189"/>
            </a:xfrm>
            <a:custGeom>
              <a:avLst/>
              <a:gdLst>
                <a:gd name="T0" fmla="*/ 2 w 328"/>
                <a:gd name="T1" fmla="*/ 0 h 226"/>
                <a:gd name="T2" fmla="*/ 87 w 328"/>
                <a:gd name="T3" fmla="*/ 43 h 226"/>
                <a:gd name="T4" fmla="*/ 87 w 328"/>
                <a:gd name="T5" fmla="*/ 77 h 226"/>
                <a:gd name="T6" fmla="*/ 0 w 328"/>
                <a:gd name="T7" fmla="*/ 34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612" name="Rectangle 911"/>
            <p:cNvSpPr>
              <a:spLocks noChangeArrowheads="1"/>
            </p:cNvSpPr>
            <p:nvPr/>
          </p:nvSpPr>
          <p:spPr bwMode="auto">
            <a:xfrm>
              <a:off x="4210" y="690"/>
              <a:ext cx="598" cy="47"/>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grpSp>
          <p:nvGrpSpPr>
            <p:cNvPr id="613" name="Group 912"/>
            <p:cNvGrpSpPr>
              <a:grpSpLocks/>
            </p:cNvGrpSpPr>
            <p:nvPr/>
          </p:nvGrpSpPr>
          <p:grpSpPr bwMode="auto">
            <a:xfrm>
              <a:off x="4749" y="668"/>
              <a:ext cx="581" cy="145"/>
              <a:chOff x="614" y="2568"/>
              <a:chExt cx="725" cy="139"/>
            </a:xfrm>
          </p:grpSpPr>
          <p:sp>
            <p:nvSpPr>
              <p:cNvPr id="638" name="AutoShape 913"/>
              <p:cNvSpPr>
                <a:spLocks noChangeArrowheads="1"/>
              </p:cNvSpPr>
              <p:nvPr/>
            </p:nvSpPr>
            <p:spPr bwMode="auto">
              <a:xfrm>
                <a:off x="613" y="2566"/>
                <a:ext cx="721" cy="144"/>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639" name="AutoShape 914"/>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grpSp>
        <p:sp>
          <p:nvSpPr>
            <p:cNvPr id="614" name="Rectangle 915"/>
            <p:cNvSpPr>
              <a:spLocks noChangeArrowheads="1"/>
            </p:cNvSpPr>
            <p:nvPr/>
          </p:nvSpPr>
          <p:spPr bwMode="auto">
            <a:xfrm>
              <a:off x="4220" y="1022"/>
              <a:ext cx="598" cy="47"/>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grpSp>
          <p:nvGrpSpPr>
            <p:cNvPr id="615" name="Group 916"/>
            <p:cNvGrpSpPr>
              <a:grpSpLocks/>
            </p:cNvGrpSpPr>
            <p:nvPr/>
          </p:nvGrpSpPr>
          <p:grpSpPr bwMode="auto">
            <a:xfrm>
              <a:off x="4747" y="994"/>
              <a:ext cx="581" cy="134"/>
              <a:chOff x="614" y="2568"/>
              <a:chExt cx="725" cy="139"/>
            </a:xfrm>
          </p:grpSpPr>
          <p:sp>
            <p:nvSpPr>
              <p:cNvPr id="636" name="AutoShape 917"/>
              <p:cNvSpPr>
                <a:spLocks noChangeArrowheads="1"/>
              </p:cNvSpPr>
              <p:nvPr/>
            </p:nvSpPr>
            <p:spPr bwMode="auto">
              <a:xfrm>
                <a:off x="615" y="2564"/>
                <a:ext cx="721" cy="139"/>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637" name="AutoShape 918"/>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grpSp>
        <p:sp>
          <p:nvSpPr>
            <p:cNvPr id="616" name="Rectangle 919"/>
            <p:cNvSpPr>
              <a:spLocks noChangeArrowheads="1"/>
            </p:cNvSpPr>
            <p:nvPr/>
          </p:nvSpPr>
          <p:spPr bwMode="auto">
            <a:xfrm>
              <a:off x="4220" y="1354"/>
              <a:ext cx="598" cy="47"/>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617" name="Rectangle 920"/>
            <p:cNvSpPr>
              <a:spLocks noChangeArrowheads="1"/>
            </p:cNvSpPr>
            <p:nvPr/>
          </p:nvSpPr>
          <p:spPr bwMode="auto">
            <a:xfrm>
              <a:off x="4230" y="1655"/>
              <a:ext cx="598" cy="47"/>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grpSp>
          <p:nvGrpSpPr>
            <p:cNvPr id="618" name="Group 921"/>
            <p:cNvGrpSpPr>
              <a:grpSpLocks/>
            </p:cNvGrpSpPr>
            <p:nvPr/>
          </p:nvGrpSpPr>
          <p:grpSpPr bwMode="auto">
            <a:xfrm>
              <a:off x="4735" y="1627"/>
              <a:ext cx="582" cy="151"/>
              <a:chOff x="614" y="2568"/>
              <a:chExt cx="725" cy="139"/>
            </a:xfrm>
          </p:grpSpPr>
          <p:sp>
            <p:nvSpPr>
              <p:cNvPr id="634" name="AutoShape 922"/>
              <p:cNvSpPr>
                <a:spLocks noChangeArrowheads="1"/>
              </p:cNvSpPr>
              <p:nvPr/>
            </p:nvSpPr>
            <p:spPr bwMode="auto">
              <a:xfrm>
                <a:off x="618" y="2586"/>
                <a:ext cx="720" cy="124"/>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635" name="AutoShape 923"/>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grpSp>
        <p:sp>
          <p:nvSpPr>
            <p:cNvPr id="619" name="Freeform 924"/>
            <p:cNvSpPr>
              <a:spLocks/>
            </p:cNvSpPr>
            <p:nvPr/>
          </p:nvSpPr>
          <p:spPr bwMode="auto">
            <a:xfrm>
              <a:off x="5288" y="1354"/>
              <a:ext cx="263" cy="188"/>
            </a:xfrm>
            <a:custGeom>
              <a:avLst/>
              <a:gdLst>
                <a:gd name="T0" fmla="*/ 2 w 328"/>
                <a:gd name="T1" fmla="*/ 0 h 226"/>
                <a:gd name="T2" fmla="*/ 87 w 328"/>
                <a:gd name="T3" fmla="*/ 42 h 226"/>
                <a:gd name="T4" fmla="*/ 87 w 328"/>
                <a:gd name="T5" fmla="*/ 75 h 226"/>
                <a:gd name="T6" fmla="*/ 0 w 328"/>
                <a:gd name="T7" fmla="*/ 32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grpSp>
          <p:nvGrpSpPr>
            <p:cNvPr id="620" name="Group 925"/>
            <p:cNvGrpSpPr>
              <a:grpSpLocks/>
            </p:cNvGrpSpPr>
            <p:nvPr/>
          </p:nvGrpSpPr>
          <p:grpSpPr bwMode="auto">
            <a:xfrm>
              <a:off x="4739" y="1327"/>
              <a:ext cx="582" cy="139"/>
              <a:chOff x="614" y="2568"/>
              <a:chExt cx="725" cy="139"/>
            </a:xfrm>
          </p:grpSpPr>
          <p:sp>
            <p:nvSpPr>
              <p:cNvPr id="632" name="AutoShape 926"/>
              <p:cNvSpPr>
                <a:spLocks noChangeArrowheads="1"/>
              </p:cNvSpPr>
              <p:nvPr/>
            </p:nvSpPr>
            <p:spPr bwMode="auto">
              <a:xfrm>
                <a:off x="613" y="2571"/>
                <a:ext cx="732" cy="134"/>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633" name="AutoShape 927"/>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grpSp>
        <p:sp>
          <p:nvSpPr>
            <p:cNvPr id="621" name="Rectangle 928"/>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622" name="Freeform 929"/>
            <p:cNvSpPr>
              <a:spLocks/>
            </p:cNvSpPr>
            <p:nvPr/>
          </p:nvSpPr>
          <p:spPr bwMode="auto">
            <a:xfrm>
              <a:off x="5312" y="1007"/>
              <a:ext cx="237" cy="213"/>
            </a:xfrm>
            <a:custGeom>
              <a:avLst/>
              <a:gdLst>
                <a:gd name="T0" fmla="*/ 2 w 296"/>
                <a:gd name="T1" fmla="*/ 0 h 256"/>
                <a:gd name="T2" fmla="*/ 77 w 296"/>
                <a:gd name="T3" fmla="*/ 47 h 256"/>
                <a:gd name="T4" fmla="*/ 78 w 296"/>
                <a:gd name="T5" fmla="*/ 85 h 256"/>
                <a:gd name="T6" fmla="*/ 0 w 296"/>
                <a:gd name="T7" fmla="*/ 32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623" name="Freeform 930"/>
            <p:cNvSpPr>
              <a:spLocks/>
            </p:cNvSpPr>
            <p:nvPr/>
          </p:nvSpPr>
          <p:spPr bwMode="auto">
            <a:xfrm>
              <a:off x="5315" y="680"/>
              <a:ext cx="244" cy="240"/>
            </a:xfrm>
            <a:custGeom>
              <a:avLst/>
              <a:gdLst>
                <a:gd name="T0" fmla="*/ 0 w 304"/>
                <a:gd name="T1" fmla="*/ 0 h 288"/>
                <a:gd name="T2" fmla="*/ 81 w 304"/>
                <a:gd name="T3" fmla="*/ 55 h 288"/>
                <a:gd name="T4" fmla="*/ 76 w 304"/>
                <a:gd name="T5" fmla="*/ 97 h 288"/>
                <a:gd name="T6" fmla="*/ 2 w 304"/>
                <a:gd name="T7" fmla="*/ 42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624" name="Oval 931"/>
            <p:cNvSpPr>
              <a:spLocks noChangeArrowheads="1"/>
            </p:cNvSpPr>
            <p:nvPr/>
          </p:nvSpPr>
          <p:spPr bwMode="auto">
            <a:xfrm>
              <a:off x="5515" y="2611"/>
              <a:ext cx="50" cy="95"/>
            </a:xfrm>
            <a:prstGeom prst="ellipse">
              <a:avLst/>
            </a:pr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625" name="Freeform 932"/>
            <p:cNvSpPr>
              <a:spLocks/>
            </p:cNvSpPr>
            <p:nvPr/>
          </p:nvSpPr>
          <p:spPr bwMode="auto">
            <a:xfrm>
              <a:off x="5302" y="2614"/>
              <a:ext cx="245" cy="200"/>
            </a:xfrm>
            <a:custGeom>
              <a:avLst/>
              <a:gdLst>
                <a:gd name="T0" fmla="*/ 0 w 306"/>
                <a:gd name="T1" fmla="*/ 36 h 240"/>
                <a:gd name="T2" fmla="*/ 2 w 306"/>
                <a:gd name="T3" fmla="*/ 81 h 240"/>
                <a:gd name="T4" fmla="*/ 81 w 306"/>
                <a:gd name="T5" fmla="*/ 37 h 240"/>
                <a:gd name="T6" fmla="*/ 78 w 306"/>
                <a:gd name="T7" fmla="*/ 0 h 240"/>
                <a:gd name="T8" fmla="*/ 0 w 306"/>
                <a:gd name="T9" fmla="*/ 36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626" name="AutoShape 933"/>
            <p:cNvSpPr>
              <a:spLocks noChangeArrowheads="1"/>
            </p:cNvSpPr>
            <p:nvPr/>
          </p:nvSpPr>
          <p:spPr bwMode="auto">
            <a:xfrm>
              <a:off x="4140" y="2675"/>
              <a:ext cx="1196" cy="150"/>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627" name="AutoShape 934"/>
            <p:cNvSpPr>
              <a:spLocks noChangeArrowheads="1"/>
            </p:cNvSpPr>
            <p:nvPr/>
          </p:nvSpPr>
          <p:spPr bwMode="auto">
            <a:xfrm>
              <a:off x="4210" y="2714"/>
              <a:ext cx="1066" cy="79"/>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628" name="Oval 935"/>
            <p:cNvSpPr>
              <a:spLocks noChangeArrowheads="1"/>
            </p:cNvSpPr>
            <p:nvPr/>
          </p:nvSpPr>
          <p:spPr bwMode="auto">
            <a:xfrm>
              <a:off x="4309" y="2382"/>
              <a:ext cx="159" cy="142"/>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629" name="Oval 936"/>
            <p:cNvSpPr>
              <a:spLocks noChangeArrowheads="1"/>
            </p:cNvSpPr>
            <p:nvPr/>
          </p:nvSpPr>
          <p:spPr bwMode="auto">
            <a:xfrm>
              <a:off x="4489" y="2382"/>
              <a:ext cx="159" cy="142"/>
            </a:xfrm>
            <a:prstGeom prst="ellipse">
              <a:avLst/>
            </a:prstGeom>
            <a:solidFill>
              <a:srgbClr val="FF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630" name="Oval 937"/>
            <p:cNvSpPr>
              <a:spLocks noChangeArrowheads="1"/>
            </p:cNvSpPr>
            <p:nvPr/>
          </p:nvSpPr>
          <p:spPr bwMode="auto">
            <a:xfrm>
              <a:off x="4658" y="2382"/>
              <a:ext cx="159" cy="142"/>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631" name="Rectangle 938"/>
            <p:cNvSpPr>
              <a:spLocks noChangeArrowheads="1"/>
            </p:cNvSpPr>
            <p:nvPr/>
          </p:nvSpPr>
          <p:spPr bwMode="auto">
            <a:xfrm>
              <a:off x="5067" y="1837"/>
              <a:ext cx="80" cy="759"/>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grpSp>
      <p:grpSp>
        <p:nvGrpSpPr>
          <p:cNvPr id="640" name="Group 939"/>
          <p:cNvGrpSpPr>
            <a:grpSpLocks/>
          </p:cNvGrpSpPr>
          <p:nvPr/>
        </p:nvGrpSpPr>
        <p:grpSpPr bwMode="auto">
          <a:xfrm>
            <a:off x="10566401" y="5303838"/>
            <a:ext cx="302684" cy="481012"/>
            <a:chOff x="4140" y="429"/>
            <a:chExt cx="1425" cy="2396"/>
          </a:xfrm>
        </p:grpSpPr>
        <p:sp>
          <p:nvSpPr>
            <p:cNvPr id="641" name="Freeform 940"/>
            <p:cNvSpPr>
              <a:spLocks/>
            </p:cNvSpPr>
            <p:nvPr/>
          </p:nvSpPr>
          <p:spPr bwMode="auto">
            <a:xfrm>
              <a:off x="5268" y="433"/>
              <a:ext cx="283" cy="2286"/>
            </a:xfrm>
            <a:custGeom>
              <a:avLst/>
              <a:gdLst>
                <a:gd name="T0" fmla="*/ 17 w 354"/>
                <a:gd name="T1" fmla="*/ 0 h 2742"/>
                <a:gd name="T2" fmla="*/ 93 w 354"/>
                <a:gd name="T3" fmla="*/ 114 h 2742"/>
                <a:gd name="T4" fmla="*/ 91 w 354"/>
                <a:gd name="T5" fmla="*/ 881 h 2742"/>
                <a:gd name="T6" fmla="*/ 0 w 354"/>
                <a:gd name="T7" fmla="*/ 921 h 2742"/>
                <a:gd name="T8" fmla="*/ 1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642" name="Rectangle 941"/>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643" name="Freeform 942"/>
            <p:cNvSpPr>
              <a:spLocks/>
            </p:cNvSpPr>
            <p:nvPr/>
          </p:nvSpPr>
          <p:spPr bwMode="auto">
            <a:xfrm>
              <a:off x="5321" y="570"/>
              <a:ext cx="169" cy="2115"/>
            </a:xfrm>
            <a:custGeom>
              <a:avLst/>
              <a:gdLst>
                <a:gd name="T0" fmla="*/ 2 w 211"/>
                <a:gd name="T1" fmla="*/ 0 h 2537"/>
                <a:gd name="T2" fmla="*/ 56 w 211"/>
                <a:gd name="T3" fmla="*/ 73 h 2537"/>
                <a:gd name="T4" fmla="*/ 2 w 211"/>
                <a:gd name="T5" fmla="*/ 839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644" name="Freeform 943"/>
            <p:cNvSpPr>
              <a:spLocks/>
            </p:cNvSpPr>
            <p:nvPr/>
          </p:nvSpPr>
          <p:spPr bwMode="auto">
            <a:xfrm>
              <a:off x="5284" y="1640"/>
              <a:ext cx="263" cy="189"/>
            </a:xfrm>
            <a:custGeom>
              <a:avLst/>
              <a:gdLst>
                <a:gd name="T0" fmla="*/ 2 w 328"/>
                <a:gd name="T1" fmla="*/ 0 h 226"/>
                <a:gd name="T2" fmla="*/ 87 w 328"/>
                <a:gd name="T3" fmla="*/ 43 h 226"/>
                <a:gd name="T4" fmla="*/ 87 w 328"/>
                <a:gd name="T5" fmla="*/ 77 h 226"/>
                <a:gd name="T6" fmla="*/ 0 w 328"/>
                <a:gd name="T7" fmla="*/ 34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645" name="Rectangle 944"/>
            <p:cNvSpPr>
              <a:spLocks noChangeArrowheads="1"/>
            </p:cNvSpPr>
            <p:nvPr/>
          </p:nvSpPr>
          <p:spPr bwMode="auto">
            <a:xfrm>
              <a:off x="4210" y="690"/>
              <a:ext cx="598" cy="47"/>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grpSp>
          <p:nvGrpSpPr>
            <p:cNvPr id="646" name="Group 945"/>
            <p:cNvGrpSpPr>
              <a:grpSpLocks/>
            </p:cNvGrpSpPr>
            <p:nvPr/>
          </p:nvGrpSpPr>
          <p:grpSpPr bwMode="auto">
            <a:xfrm>
              <a:off x="4749" y="668"/>
              <a:ext cx="581" cy="145"/>
              <a:chOff x="614" y="2568"/>
              <a:chExt cx="725" cy="139"/>
            </a:xfrm>
          </p:grpSpPr>
          <p:sp>
            <p:nvSpPr>
              <p:cNvPr id="671" name="AutoShape 946"/>
              <p:cNvSpPr>
                <a:spLocks noChangeArrowheads="1"/>
              </p:cNvSpPr>
              <p:nvPr/>
            </p:nvSpPr>
            <p:spPr bwMode="auto">
              <a:xfrm>
                <a:off x="613" y="2566"/>
                <a:ext cx="721" cy="144"/>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672" name="AutoShape 947"/>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grpSp>
        <p:sp>
          <p:nvSpPr>
            <p:cNvPr id="647" name="Rectangle 948"/>
            <p:cNvSpPr>
              <a:spLocks noChangeArrowheads="1"/>
            </p:cNvSpPr>
            <p:nvPr/>
          </p:nvSpPr>
          <p:spPr bwMode="auto">
            <a:xfrm>
              <a:off x="4220" y="1022"/>
              <a:ext cx="598" cy="47"/>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grpSp>
          <p:nvGrpSpPr>
            <p:cNvPr id="648" name="Group 949"/>
            <p:cNvGrpSpPr>
              <a:grpSpLocks/>
            </p:cNvGrpSpPr>
            <p:nvPr/>
          </p:nvGrpSpPr>
          <p:grpSpPr bwMode="auto">
            <a:xfrm>
              <a:off x="4747" y="994"/>
              <a:ext cx="581" cy="134"/>
              <a:chOff x="614" y="2568"/>
              <a:chExt cx="725" cy="139"/>
            </a:xfrm>
          </p:grpSpPr>
          <p:sp>
            <p:nvSpPr>
              <p:cNvPr id="669" name="AutoShape 950"/>
              <p:cNvSpPr>
                <a:spLocks noChangeArrowheads="1"/>
              </p:cNvSpPr>
              <p:nvPr/>
            </p:nvSpPr>
            <p:spPr bwMode="auto">
              <a:xfrm>
                <a:off x="615" y="2564"/>
                <a:ext cx="721" cy="139"/>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670" name="AutoShape 951"/>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grpSp>
        <p:sp>
          <p:nvSpPr>
            <p:cNvPr id="649" name="Rectangle 952"/>
            <p:cNvSpPr>
              <a:spLocks noChangeArrowheads="1"/>
            </p:cNvSpPr>
            <p:nvPr/>
          </p:nvSpPr>
          <p:spPr bwMode="auto">
            <a:xfrm>
              <a:off x="4220" y="1354"/>
              <a:ext cx="598" cy="47"/>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650" name="Rectangle 953"/>
            <p:cNvSpPr>
              <a:spLocks noChangeArrowheads="1"/>
            </p:cNvSpPr>
            <p:nvPr/>
          </p:nvSpPr>
          <p:spPr bwMode="auto">
            <a:xfrm>
              <a:off x="4230" y="1655"/>
              <a:ext cx="598" cy="47"/>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grpSp>
          <p:nvGrpSpPr>
            <p:cNvPr id="651" name="Group 954"/>
            <p:cNvGrpSpPr>
              <a:grpSpLocks/>
            </p:cNvGrpSpPr>
            <p:nvPr/>
          </p:nvGrpSpPr>
          <p:grpSpPr bwMode="auto">
            <a:xfrm>
              <a:off x="4735" y="1627"/>
              <a:ext cx="582" cy="151"/>
              <a:chOff x="614" y="2568"/>
              <a:chExt cx="725" cy="139"/>
            </a:xfrm>
          </p:grpSpPr>
          <p:sp>
            <p:nvSpPr>
              <p:cNvPr id="667" name="AutoShape 955"/>
              <p:cNvSpPr>
                <a:spLocks noChangeArrowheads="1"/>
              </p:cNvSpPr>
              <p:nvPr/>
            </p:nvSpPr>
            <p:spPr bwMode="auto">
              <a:xfrm>
                <a:off x="618" y="2586"/>
                <a:ext cx="720" cy="124"/>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668" name="AutoShape 956"/>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grpSp>
        <p:sp>
          <p:nvSpPr>
            <p:cNvPr id="652" name="Freeform 957"/>
            <p:cNvSpPr>
              <a:spLocks/>
            </p:cNvSpPr>
            <p:nvPr/>
          </p:nvSpPr>
          <p:spPr bwMode="auto">
            <a:xfrm>
              <a:off x="5288" y="1354"/>
              <a:ext cx="263" cy="188"/>
            </a:xfrm>
            <a:custGeom>
              <a:avLst/>
              <a:gdLst>
                <a:gd name="T0" fmla="*/ 2 w 328"/>
                <a:gd name="T1" fmla="*/ 0 h 226"/>
                <a:gd name="T2" fmla="*/ 87 w 328"/>
                <a:gd name="T3" fmla="*/ 42 h 226"/>
                <a:gd name="T4" fmla="*/ 87 w 328"/>
                <a:gd name="T5" fmla="*/ 75 h 226"/>
                <a:gd name="T6" fmla="*/ 0 w 328"/>
                <a:gd name="T7" fmla="*/ 32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grpSp>
          <p:nvGrpSpPr>
            <p:cNvPr id="653" name="Group 958"/>
            <p:cNvGrpSpPr>
              <a:grpSpLocks/>
            </p:cNvGrpSpPr>
            <p:nvPr/>
          </p:nvGrpSpPr>
          <p:grpSpPr bwMode="auto">
            <a:xfrm>
              <a:off x="4739" y="1327"/>
              <a:ext cx="582" cy="139"/>
              <a:chOff x="614" y="2568"/>
              <a:chExt cx="725" cy="139"/>
            </a:xfrm>
          </p:grpSpPr>
          <p:sp>
            <p:nvSpPr>
              <p:cNvPr id="665" name="AutoShape 959"/>
              <p:cNvSpPr>
                <a:spLocks noChangeArrowheads="1"/>
              </p:cNvSpPr>
              <p:nvPr/>
            </p:nvSpPr>
            <p:spPr bwMode="auto">
              <a:xfrm>
                <a:off x="613" y="2571"/>
                <a:ext cx="732" cy="134"/>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666" name="AutoShape 960"/>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grpSp>
        <p:sp>
          <p:nvSpPr>
            <p:cNvPr id="654" name="Rectangle 961"/>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655" name="Freeform 962"/>
            <p:cNvSpPr>
              <a:spLocks/>
            </p:cNvSpPr>
            <p:nvPr/>
          </p:nvSpPr>
          <p:spPr bwMode="auto">
            <a:xfrm>
              <a:off x="5312" y="1007"/>
              <a:ext cx="237" cy="213"/>
            </a:xfrm>
            <a:custGeom>
              <a:avLst/>
              <a:gdLst>
                <a:gd name="T0" fmla="*/ 2 w 296"/>
                <a:gd name="T1" fmla="*/ 0 h 256"/>
                <a:gd name="T2" fmla="*/ 77 w 296"/>
                <a:gd name="T3" fmla="*/ 47 h 256"/>
                <a:gd name="T4" fmla="*/ 78 w 296"/>
                <a:gd name="T5" fmla="*/ 85 h 256"/>
                <a:gd name="T6" fmla="*/ 0 w 296"/>
                <a:gd name="T7" fmla="*/ 32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656" name="Freeform 963"/>
            <p:cNvSpPr>
              <a:spLocks/>
            </p:cNvSpPr>
            <p:nvPr/>
          </p:nvSpPr>
          <p:spPr bwMode="auto">
            <a:xfrm>
              <a:off x="5315" y="680"/>
              <a:ext cx="244" cy="240"/>
            </a:xfrm>
            <a:custGeom>
              <a:avLst/>
              <a:gdLst>
                <a:gd name="T0" fmla="*/ 0 w 304"/>
                <a:gd name="T1" fmla="*/ 0 h 288"/>
                <a:gd name="T2" fmla="*/ 81 w 304"/>
                <a:gd name="T3" fmla="*/ 55 h 288"/>
                <a:gd name="T4" fmla="*/ 76 w 304"/>
                <a:gd name="T5" fmla="*/ 97 h 288"/>
                <a:gd name="T6" fmla="*/ 2 w 304"/>
                <a:gd name="T7" fmla="*/ 42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657" name="Oval 964"/>
            <p:cNvSpPr>
              <a:spLocks noChangeArrowheads="1"/>
            </p:cNvSpPr>
            <p:nvPr/>
          </p:nvSpPr>
          <p:spPr bwMode="auto">
            <a:xfrm>
              <a:off x="5515" y="2611"/>
              <a:ext cx="50" cy="95"/>
            </a:xfrm>
            <a:prstGeom prst="ellipse">
              <a:avLst/>
            </a:pr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658" name="Freeform 965"/>
            <p:cNvSpPr>
              <a:spLocks/>
            </p:cNvSpPr>
            <p:nvPr/>
          </p:nvSpPr>
          <p:spPr bwMode="auto">
            <a:xfrm>
              <a:off x="5302" y="2614"/>
              <a:ext cx="245" cy="200"/>
            </a:xfrm>
            <a:custGeom>
              <a:avLst/>
              <a:gdLst>
                <a:gd name="T0" fmla="*/ 0 w 306"/>
                <a:gd name="T1" fmla="*/ 36 h 240"/>
                <a:gd name="T2" fmla="*/ 2 w 306"/>
                <a:gd name="T3" fmla="*/ 81 h 240"/>
                <a:gd name="T4" fmla="*/ 81 w 306"/>
                <a:gd name="T5" fmla="*/ 37 h 240"/>
                <a:gd name="T6" fmla="*/ 78 w 306"/>
                <a:gd name="T7" fmla="*/ 0 h 240"/>
                <a:gd name="T8" fmla="*/ 0 w 306"/>
                <a:gd name="T9" fmla="*/ 36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659" name="AutoShape 966"/>
            <p:cNvSpPr>
              <a:spLocks noChangeArrowheads="1"/>
            </p:cNvSpPr>
            <p:nvPr/>
          </p:nvSpPr>
          <p:spPr bwMode="auto">
            <a:xfrm>
              <a:off x="4140" y="2675"/>
              <a:ext cx="1196" cy="150"/>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660" name="AutoShape 967"/>
            <p:cNvSpPr>
              <a:spLocks noChangeArrowheads="1"/>
            </p:cNvSpPr>
            <p:nvPr/>
          </p:nvSpPr>
          <p:spPr bwMode="auto">
            <a:xfrm>
              <a:off x="4210" y="2714"/>
              <a:ext cx="1066" cy="79"/>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661" name="Oval 968"/>
            <p:cNvSpPr>
              <a:spLocks noChangeArrowheads="1"/>
            </p:cNvSpPr>
            <p:nvPr/>
          </p:nvSpPr>
          <p:spPr bwMode="auto">
            <a:xfrm>
              <a:off x="4309" y="2382"/>
              <a:ext cx="159" cy="142"/>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662" name="Oval 969"/>
            <p:cNvSpPr>
              <a:spLocks noChangeArrowheads="1"/>
            </p:cNvSpPr>
            <p:nvPr/>
          </p:nvSpPr>
          <p:spPr bwMode="auto">
            <a:xfrm>
              <a:off x="4489" y="2382"/>
              <a:ext cx="159" cy="142"/>
            </a:xfrm>
            <a:prstGeom prst="ellipse">
              <a:avLst/>
            </a:prstGeom>
            <a:solidFill>
              <a:srgbClr val="FF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663" name="Oval 970"/>
            <p:cNvSpPr>
              <a:spLocks noChangeArrowheads="1"/>
            </p:cNvSpPr>
            <p:nvPr/>
          </p:nvSpPr>
          <p:spPr bwMode="auto">
            <a:xfrm>
              <a:off x="4658" y="2382"/>
              <a:ext cx="159" cy="142"/>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664" name="Rectangle 971"/>
            <p:cNvSpPr>
              <a:spLocks noChangeArrowheads="1"/>
            </p:cNvSpPr>
            <p:nvPr/>
          </p:nvSpPr>
          <p:spPr bwMode="auto">
            <a:xfrm>
              <a:off x="5067" y="1837"/>
              <a:ext cx="80" cy="759"/>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grpSp>
      <p:grpSp>
        <p:nvGrpSpPr>
          <p:cNvPr id="673" name="Group 972"/>
          <p:cNvGrpSpPr>
            <a:grpSpLocks/>
          </p:cNvGrpSpPr>
          <p:nvPr/>
        </p:nvGrpSpPr>
        <p:grpSpPr bwMode="auto">
          <a:xfrm>
            <a:off x="7069667" y="2043114"/>
            <a:ext cx="713317" cy="407987"/>
            <a:chOff x="877" y="1008"/>
            <a:chExt cx="2747" cy="2591"/>
          </a:xfrm>
        </p:grpSpPr>
        <p:pic>
          <p:nvPicPr>
            <p:cNvPr id="674" name="Picture 973" descr="antenna_stylized"/>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 name="Picture 974" descr="laptop_keyboard"/>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6" name="Freeform 975"/>
            <p:cNvSpPr>
              <a:spLocks/>
            </p:cNvSpPr>
            <p:nvPr/>
          </p:nvSpPr>
          <p:spPr bwMode="auto">
            <a:xfrm>
              <a:off x="1753" y="1603"/>
              <a:ext cx="1807" cy="1322"/>
            </a:xfrm>
            <a:custGeom>
              <a:avLst/>
              <a:gdLst>
                <a:gd name="T0" fmla="*/ 27 w 2982"/>
                <a:gd name="T1" fmla="*/ 0 h 2442"/>
                <a:gd name="T2" fmla="*/ 0 w 2982"/>
                <a:gd name="T3" fmla="*/ 44 h 2442"/>
                <a:gd name="T4" fmla="*/ 119 w 2982"/>
                <a:gd name="T5" fmla="*/ 62 h 2442"/>
                <a:gd name="T6" fmla="*/ 148 w 2982"/>
                <a:gd name="T7" fmla="*/ 8 h 2442"/>
                <a:gd name="T8" fmla="*/ 27 w 2982"/>
                <a:gd name="T9" fmla="*/ 0 h 24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82" h="2442">
                  <a:moveTo>
                    <a:pt x="540" y="0"/>
                  </a:moveTo>
                  <a:lnTo>
                    <a:pt x="0" y="1734"/>
                  </a:lnTo>
                  <a:lnTo>
                    <a:pt x="2394" y="2442"/>
                  </a:lnTo>
                  <a:lnTo>
                    <a:pt x="2982" y="318"/>
                  </a:lnTo>
                  <a:lnTo>
                    <a:pt x="540" y="0"/>
                  </a:lnTo>
                  <a:close/>
                </a:path>
              </a:pathLst>
            </a:cu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pic>
          <p:nvPicPr>
            <p:cNvPr id="677" name="Picture 976" descr="screen"/>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8" name="Freeform 977"/>
            <p:cNvSpPr>
              <a:spLocks/>
            </p:cNvSpPr>
            <p:nvPr/>
          </p:nvSpPr>
          <p:spPr bwMode="auto">
            <a:xfrm>
              <a:off x="2082" y="1564"/>
              <a:ext cx="1531" cy="246"/>
            </a:xfrm>
            <a:custGeom>
              <a:avLst/>
              <a:gdLst>
                <a:gd name="T0" fmla="*/ 1 w 2528"/>
                <a:gd name="T1" fmla="*/ 0 h 455"/>
                <a:gd name="T2" fmla="*/ 125 w 2528"/>
                <a:gd name="T3" fmla="*/ 9 h 455"/>
                <a:gd name="T4" fmla="*/ 122 w 2528"/>
                <a:gd name="T5" fmla="*/ 11 h 455"/>
                <a:gd name="T6" fmla="*/ 0 w 2528"/>
                <a:gd name="T7" fmla="*/ 2 h 455"/>
                <a:gd name="T8" fmla="*/ 1 w 2528"/>
                <a:gd name="T9" fmla="*/ 0 h 4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679" name="Freeform 978"/>
            <p:cNvSpPr>
              <a:spLocks/>
            </p:cNvSpPr>
            <p:nvPr/>
          </p:nvSpPr>
          <p:spPr bwMode="auto">
            <a:xfrm>
              <a:off x="1737" y="1562"/>
              <a:ext cx="425" cy="1024"/>
            </a:xfrm>
            <a:custGeom>
              <a:avLst/>
              <a:gdLst>
                <a:gd name="T0" fmla="*/ 28 w 702"/>
                <a:gd name="T1" fmla="*/ 0 h 1893"/>
                <a:gd name="T2" fmla="*/ 0 w 702"/>
                <a:gd name="T3" fmla="*/ 47 h 1893"/>
                <a:gd name="T4" fmla="*/ 5 w 702"/>
                <a:gd name="T5" fmla="*/ 48 h 1893"/>
                <a:gd name="T6" fmla="*/ 35 w 702"/>
                <a:gd name="T7" fmla="*/ 1 h 1893"/>
                <a:gd name="T8" fmla="*/ 28 w 702"/>
                <a:gd name="T9" fmla="*/ 0 h 189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02" h="1893">
                  <a:moveTo>
                    <a:pt x="579" y="0"/>
                  </a:moveTo>
                  <a:lnTo>
                    <a:pt x="0" y="1869"/>
                  </a:lnTo>
                  <a:lnTo>
                    <a:pt x="114" y="1893"/>
                  </a:lnTo>
                  <a:lnTo>
                    <a:pt x="702" y="51"/>
                  </a:lnTo>
                  <a:lnTo>
                    <a:pt x="579"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680" name="Freeform 979"/>
            <p:cNvSpPr>
              <a:spLocks/>
            </p:cNvSpPr>
            <p:nvPr/>
          </p:nvSpPr>
          <p:spPr bwMode="auto">
            <a:xfrm>
              <a:off x="3144" y="1745"/>
              <a:ext cx="458" cy="1182"/>
            </a:xfrm>
            <a:custGeom>
              <a:avLst/>
              <a:gdLst>
                <a:gd name="T0" fmla="*/ 38 w 756"/>
                <a:gd name="T1" fmla="*/ 0 h 2184"/>
                <a:gd name="T2" fmla="*/ 7 w 756"/>
                <a:gd name="T3" fmla="*/ 55 h 2184"/>
                <a:gd name="T4" fmla="*/ 0 w 756"/>
                <a:gd name="T5" fmla="*/ 54 h 2184"/>
                <a:gd name="T6" fmla="*/ 30 w 756"/>
                <a:gd name="T7" fmla="*/ 2 h 2184"/>
                <a:gd name="T8" fmla="*/ 38 w 756"/>
                <a:gd name="T9" fmla="*/ 0 h 21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6" h="2184">
                  <a:moveTo>
                    <a:pt x="756" y="0"/>
                  </a:moveTo>
                  <a:lnTo>
                    <a:pt x="138" y="2184"/>
                  </a:lnTo>
                  <a:lnTo>
                    <a:pt x="0" y="2148"/>
                  </a:lnTo>
                  <a:lnTo>
                    <a:pt x="606" y="78"/>
                  </a:lnTo>
                  <a:lnTo>
                    <a:pt x="756" y="0"/>
                  </a:lnTo>
                  <a:close/>
                </a:path>
              </a:pathLst>
            </a:custGeom>
            <a:gradFill rotWithShape="1">
              <a:gsLst>
                <a:gs pos="0">
                  <a:srgbClr val="DDDDDD"/>
                </a:gs>
                <a:gs pos="100000">
                  <a:srgbClr val="FFFFFF"/>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681" name="Freeform 980"/>
            <p:cNvSpPr>
              <a:spLocks/>
            </p:cNvSpPr>
            <p:nvPr/>
          </p:nvSpPr>
          <p:spPr bwMode="auto">
            <a:xfrm>
              <a:off x="1732" y="2534"/>
              <a:ext cx="1680" cy="399"/>
            </a:xfrm>
            <a:custGeom>
              <a:avLst/>
              <a:gdLst>
                <a:gd name="T0" fmla="*/ 1 w 2773"/>
                <a:gd name="T1" fmla="*/ 0 h 738"/>
                <a:gd name="T2" fmla="*/ 0 w 2773"/>
                <a:gd name="T3" fmla="*/ 3 h 738"/>
                <a:gd name="T4" fmla="*/ 121 w 2773"/>
                <a:gd name="T5" fmla="*/ 18 h 738"/>
                <a:gd name="T6" fmla="*/ 118 w 2773"/>
                <a:gd name="T7" fmla="*/ 15 h 738"/>
                <a:gd name="T8" fmla="*/ 1 w 2773"/>
                <a:gd name="T9" fmla="*/ 0 h 7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rgbClr val="FFFF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682" name="Freeform 981"/>
            <p:cNvSpPr>
              <a:spLocks/>
            </p:cNvSpPr>
            <p:nvPr/>
          </p:nvSpPr>
          <p:spPr bwMode="auto">
            <a:xfrm>
              <a:off x="3195" y="1755"/>
              <a:ext cx="429" cy="1187"/>
            </a:xfrm>
            <a:custGeom>
              <a:avLst/>
              <a:gdLst>
                <a:gd name="T0" fmla="*/ 58 w 637"/>
                <a:gd name="T1" fmla="*/ 0 h 1659"/>
                <a:gd name="T2" fmla="*/ 59 w 637"/>
                <a:gd name="T3" fmla="*/ 0 h 1659"/>
                <a:gd name="T4" fmla="*/ 6 w 637"/>
                <a:gd name="T5" fmla="*/ 223 h 1659"/>
                <a:gd name="T6" fmla="*/ 0 w 637"/>
                <a:gd name="T7" fmla="*/ 220 h 1659"/>
                <a:gd name="T8" fmla="*/ 58 w 637"/>
                <a:gd name="T9" fmla="*/ 0 h 165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7" h="1659">
                  <a:moveTo>
                    <a:pt x="615" y="0"/>
                  </a:moveTo>
                  <a:lnTo>
                    <a:pt x="637" y="0"/>
                  </a:lnTo>
                  <a:lnTo>
                    <a:pt x="68" y="1659"/>
                  </a:lnTo>
                  <a:lnTo>
                    <a:pt x="0" y="1647"/>
                  </a:lnTo>
                  <a:lnTo>
                    <a:pt x="615" y="0"/>
                  </a:lnTo>
                  <a:close/>
                </a:path>
              </a:pathLst>
            </a:custGeom>
            <a:solidFill>
              <a:srgbClr val="4D4D4D"/>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683" name="Freeform 982"/>
            <p:cNvSpPr>
              <a:spLocks/>
            </p:cNvSpPr>
            <p:nvPr/>
          </p:nvSpPr>
          <p:spPr bwMode="auto">
            <a:xfrm>
              <a:off x="1734" y="2587"/>
              <a:ext cx="1494" cy="394"/>
            </a:xfrm>
            <a:custGeom>
              <a:avLst/>
              <a:gdLst>
                <a:gd name="T0" fmla="*/ 0 w 2216"/>
                <a:gd name="T1" fmla="*/ 0 h 550"/>
                <a:gd name="T2" fmla="*/ 1 w 2216"/>
                <a:gd name="T3" fmla="*/ 8 h 550"/>
                <a:gd name="T4" fmla="*/ 203 w 2216"/>
                <a:gd name="T5" fmla="*/ 75 h 550"/>
                <a:gd name="T6" fmla="*/ 208 w 2216"/>
                <a:gd name="T7" fmla="*/ 67 h 550"/>
                <a:gd name="T8" fmla="*/ 0 w 2216"/>
                <a:gd name="T9" fmla="*/ 0 h 5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grpSp>
          <p:nvGrpSpPr>
            <p:cNvPr id="684" name="Group 983"/>
            <p:cNvGrpSpPr>
              <a:grpSpLocks/>
            </p:cNvGrpSpPr>
            <p:nvPr/>
          </p:nvGrpSpPr>
          <p:grpSpPr bwMode="auto">
            <a:xfrm>
              <a:off x="1709" y="3008"/>
              <a:ext cx="507" cy="234"/>
              <a:chOff x="1740" y="2642"/>
              <a:chExt cx="752" cy="327"/>
            </a:xfrm>
          </p:grpSpPr>
          <p:sp>
            <p:nvSpPr>
              <p:cNvPr id="691" name="Freeform 984"/>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2" h="327">
                    <a:moveTo>
                      <a:pt x="293" y="0"/>
                    </a:moveTo>
                    <a:lnTo>
                      <a:pt x="752" y="124"/>
                    </a:lnTo>
                    <a:lnTo>
                      <a:pt x="470" y="327"/>
                    </a:lnTo>
                    <a:lnTo>
                      <a:pt x="0" y="183"/>
                    </a:lnTo>
                    <a:lnTo>
                      <a:pt x="293"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692" name="Freeform 985"/>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693" name="Freeform 986"/>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0">
                    <a:moveTo>
                      <a:pt x="0" y="44"/>
                    </a:moveTo>
                    <a:lnTo>
                      <a:pt x="75" y="0"/>
                    </a:lnTo>
                    <a:lnTo>
                      <a:pt x="258" y="50"/>
                    </a:lnTo>
                    <a:lnTo>
                      <a:pt x="183" y="100"/>
                    </a:lnTo>
                    <a:lnTo>
                      <a:pt x="0" y="44"/>
                    </a:lnTo>
                    <a:close/>
                  </a:path>
                </a:pathLst>
              </a:custGeom>
              <a:solidFill>
                <a:srgbClr val="00CC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694" name="Freeform 987"/>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695" name="Freeform 988"/>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2">
                    <a:moveTo>
                      <a:pt x="0" y="46"/>
                    </a:moveTo>
                    <a:lnTo>
                      <a:pt x="71" y="0"/>
                    </a:lnTo>
                    <a:lnTo>
                      <a:pt x="258" y="52"/>
                    </a:lnTo>
                    <a:lnTo>
                      <a:pt x="183" y="102"/>
                    </a:lnTo>
                    <a:lnTo>
                      <a:pt x="0" y="46"/>
                    </a:lnTo>
                    <a:close/>
                  </a:path>
                </a:pathLst>
              </a:custGeom>
              <a:solidFill>
                <a:srgbClr val="00CC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696" name="Freeform 989"/>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grpSp>
        <p:sp>
          <p:nvSpPr>
            <p:cNvPr id="685" name="Freeform 990"/>
            <p:cNvSpPr>
              <a:spLocks/>
            </p:cNvSpPr>
            <p:nvPr/>
          </p:nvSpPr>
          <p:spPr bwMode="auto">
            <a:xfrm>
              <a:off x="2577" y="3043"/>
              <a:ext cx="614" cy="514"/>
            </a:xfrm>
            <a:custGeom>
              <a:avLst/>
              <a:gdLst>
                <a:gd name="T0" fmla="*/ 1 w 990"/>
                <a:gd name="T1" fmla="*/ 55 h 792"/>
                <a:gd name="T2" fmla="*/ 56 w 990"/>
                <a:gd name="T3" fmla="*/ 0 h 792"/>
                <a:gd name="T4" fmla="*/ 56 w 990"/>
                <a:gd name="T5" fmla="*/ 4 h 792"/>
                <a:gd name="T6" fmla="*/ 0 w 990"/>
                <a:gd name="T7" fmla="*/ 60 h 792"/>
                <a:gd name="T8" fmla="*/ 1 w 990"/>
                <a:gd name="T9" fmla="*/ 55 h 7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0" h="792">
                  <a:moveTo>
                    <a:pt x="3" y="738"/>
                  </a:moveTo>
                  <a:lnTo>
                    <a:pt x="990" y="0"/>
                  </a:lnTo>
                  <a:lnTo>
                    <a:pt x="987" y="60"/>
                  </a:lnTo>
                  <a:lnTo>
                    <a:pt x="0" y="792"/>
                  </a:lnTo>
                  <a:lnTo>
                    <a:pt x="3" y="738"/>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686" name="Freeform 991"/>
            <p:cNvSpPr>
              <a:spLocks/>
            </p:cNvSpPr>
            <p:nvPr/>
          </p:nvSpPr>
          <p:spPr bwMode="auto">
            <a:xfrm>
              <a:off x="1010" y="3084"/>
              <a:ext cx="1571" cy="469"/>
            </a:xfrm>
            <a:custGeom>
              <a:avLst/>
              <a:gdLst>
                <a:gd name="T0" fmla="*/ 1 w 2532"/>
                <a:gd name="T1" fmla="*/ 0 h 723"/>
                <a:gd name="T2" fmla="*/ 2 w 2532"/>
                <a:gd name="T3" fmla="*/ 0 h 723"/>
                <a:gd name="T4" fmla="*/ 145 w 2532"/>
                <a:gd name="T5" fmla="*/ 51 h 723"/>
                <a:gd name="T6" fmla="*/ 145 w 2532"/>
                <a:gd name="T7" fmla="*/ 54 h 723"/>
                <a:gd name="T8" fmla="*/ 0 w 2532"/>
                <a:gd name="T9" fmla="*/ 2 h 723"/>
                <a:gd name="T10" fmla="*/ 1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687" name="Freeform 992"/>
            <p:cNvSpPr>
              <a:spLocks/>
            </p:cNvSpPr>
            <p:nvPr/>
          </p:nvSpPr>
          <p:spPr bwMode="auto">
            <a:xfrm>
              <a:off x="1011" y="2998"/>
              <a:ext cx="17" cy="95"/>
            </a:xfrm>
            <a:custGeom>
              <a:avLst/>
              <a:gdLst>
                <a:gd name="T0" fmla="*/ 2 w 26"/>
                <a:gd name="T1" fmla="*/ 1 h 147"/>
                <a:gd name="T2" fmla="*/ 2 w 26"/>
                <a:gd name="T3" fmla="*/ 10 h 147"/>
                <a:gd name="T4" fmla="*/ 0 w 26"/>
                <a:gd name="T5" fmla="*/ 10 h 147"/>
                <a:gd name="T6" fmla="*/ 1 w 26"/>
                <a:gd name="T7" fmla="*/ 0 h 147"/>
                <a:gd name="T8" fmla="*/ 2 w 26"/>
                <a:gd name="T9" fmla="*/ 1 h 1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47">
                  <a:moveTo>
                    <a:pt x="26" y="10"/>
                  </a:moveTo>
                  <a:lnTo>
                    <a:pt x="23" y="147"/>
                  </a:lnTo>
                  <a:lnTo>
                    <a:pt x="0" y="144"/>
                  </a:lnTo>
                  <a:lnTo>
                    <a:pt x="3" y="0"/>
                  </a:lnTo>
                  <a:lnTo>
                    <a:pt x="26" y="1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688" name="Freeform 993"/>
            <p:cNvSpPr>
              <a:spLocks/>
            </p:cNvSpPr>
            <p:nvPr/>
          </p:nvSpPr>
          <p:spPr bwMode="auto">
            <a:xfrm>
              <a:off x="1012" y="2611"/>
              <a:ext cx="730" cy="393"/>
            </a:xfrm>
            <a:custGeom>
              <a:avLst/>
              <a:gdLst>
                <a:gd name="T0" fmla="*/ 67 w 1176"/>
                <a:gd name="T1" fmla="*/ 0 h 606"/>
                <a:gd name="T2" fmla="*/ 0 w 1176"/>
                <a:gd name="T3" fmla="*/ 45 h 606"/>
                <a:gd name="T4" fmla="*/ 1 w 1176"/>
                <a:gd name="T5" fmla="*/ 45 h 606"/>
                <a:gd name="T6" fmla="*/ 67 w 1176"/>
                <a:gd name="T7" fmla="*/ 1 h 606"/>
                <a:gd name="T8" fmla="*/ 67 w 1176"/>
                <a:gd name="T9" fmla="*/ 0 h 6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76" h="606">
                  <a:moveTo>
                    <a:pt x="1170" y="0"/>
                  </a:moveTo>
                  <a:lnTo>
                    <a:pt x="0" y="597"/>
                  </a:lnTo>
                  <a:lnTo>
                    <a:pt x="30" y="606"/>
                  </a:lnTo>
                  <a:lnTo>
                    <a:pt x="1176" y="18"/>
                  </a:lnTo>
                  <a:lnTo>
                    <a:pt x="1170"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689" name="Freeform 994"/>
            <p:cNvSpPr>
              <a:spLocks/>
            </p:cNvSpPr>
            <p:nvPr/>
          </p:nvSpPr>
          <p:spPr bwMode="auto">
            <a:xfrm>
              <a:off x="1061" y="3018"/>
              <a:ext cx="1490" cy="451"/>
            </a:xfrm>
            <a:custGeom>
              <a:avLst/>
              <a:gdLst>
                <a:gd name="T0" fmla="*/ 1 w 2532"/>
                <a:gd name="T1" fmla="*/ 0 h 723"/>
                <a:gd name="T2" fmla="*/ 1 w 2532"/>
                <a:gd name="T3" fmla="*/ 0 h 723"/>
                <a:gd name="T4" fmla="*/ 105 w 2532"/>
                <a:gd name="T5" fmla="*/ 40 h 723"/>
                <a:gd name="T6" fmla="*/ 105 w 2532"/>
                <a:gd name="T7" fmla="*/ 4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690" name="Freeform 995"/>
            <p:cNvSpPr>
              <a:spLocks/>
            </p:cNvSpPr>
            <p:nvPr/>
          </p:nvSpPr>
          <p:spPr bwMode="auto">
            <a:xfrm flipV="1">
              <a:off x="2549" y="2986"/>
              <a:ext cx="608" cy="467"/>
            </a:xfrm>
            <a:custGeom>
              <a:avLst/>
              <a:gdLst>
                <a:gd name="T0" fmla="*/ 0 w 2532"/>
                <a:gd name="T1" fmla="*/ 0 h 723"/>
                <a:gd name="T2" fmla="*/ 0 w 2532"/>
                <a:gd name="T3" fmla="*/ 0 h 723"/>
                <a:gd name="T4" fmla="*/ 0 w 2532"/>
                <a:gd name="T5" fmla="*/ 49 h 723"/>
                <a:gd name="T6" fmla="*/ 0 w 2532"/>
                <a:gd name="T7" fmla="*/ 52 h 723"/>
                <a:gd name="T8" fmla="*/ 0 w 2532"/>
                <a:gd name="T9" fmla="*/ 2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grpSp>
      <p:pic>
        <p:nvPicPr>
          <p:cNvPr id="697" name="Picture 996" descr="laptop_keyboard"/>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rot="109064" flipH="1">
            <a:off x="9196918" y="5735638"/>
            <a:ext cx="518583"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8" name="Freeform 997"/>
          <p:cNvSpPr>
            <a:spLocks/>
          </p:cNvSpPr>
          <p:nvPr/>
        </p:nvSpPr>
        <p:spPr bwMode="auto">
          <a:xfrm>
            <a:off x="9368367" y="5580063"/>
            <a:ext cx="416984" cy="207962"/>
          </a:xfrm>
          <a:custGeom>
            <a:avLst/>
            <a:gdLst>
              <a:gd name="T0" fmla="*/ 2147483647 w 2982"/>
              <a:gd name="T1" fmla="*/ 0 h 2442"/>
              <a:gd name="T2" fmla="*/ 0 w 2982"/>
              <a:gd name="T3" fmla="*/ 2147483647 h 2442"/>
              <a:gd name="T4" fmla="*/ 2147483647 w 2982"/>
              <a:gd name="T5" fmla="*/ 2147483647 h 2442"/>
              <a:gd name="T6" fmla="*/ 2147483647 w 2982"/>
              <a:gd name="T7" fmla="*/ 2147483647 h 2442"/>
              <a:gd name="T8" fmla="*/ 2147483647 w 2982"/>
              <a:gd name="T9" fmla="*/ 0 h 24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82" h="2442">
                <a:moveTo>
                  <a:pt x="540" y="0"/>
                </a:moveTo>
                <a:lnTo>
                  <a:pt x="0" y="1734"/>
                </a:lnTo>
                <a:lnTo>
                  <a:pt x="2394" y="2442"/>
                </a:lnTo>
                <a:lnTo>
                  <a:pt x="2982" y="318"/>
                </a:lnTo>
                <a:lnTo>
                  <a:pt x="540" y="0"/>
                </a:lnTo>
                <a:close/>
              </a:path>
            </a:pathLst>
          </a:cu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pic>
        <p:nvPicPr>
          <p:cNvPr id="699" name="Picture 998" descr="screen"/>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389534" y="5584825"/>
            <a:ext cx="378884"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0" name="Freeform 999"/>
          <p:cNvSpPr>
            <a:spLocks/>
          </p:cNvSpPr>
          <p:nvPr/>
        </p:nvSpPr>
        <p:spPr bwMode="auto">
          <a:xfrm>
            <a:off x="9444567" y="5573714"/>
            <a:ext cx="353484" cy="39687"/>
          </a:xfrm>
          <a:custGeom>
            <a:avLst/>
            <a:gdLst>
              <a:gd name="T0" fmla="*/ 2147483647 w 2528"/>
              <a:gd name="T1" fmla="*/ 0 h 455"/>
              <a:gd name="T2" fmla="*/ 2147483647 w 2528"/>
              <a:gd name="T3" fmla="*/ 2147483647 h 455"/>
              <a:gd name="T4" fmla="*/ 2147483647 w 2528"/>
              <a:gd name="T5" fmla="*/ 2147483647 h 455"/>
              <a:gd name="T6" fmla="*/ 0 w 2528"/>
              <a:gd name="T7" fmla="*/ 2147483647 h 455"/>
              <a:gd name="T8" fmla="*/ 2147483647 w 2528"/>
              <a:gd name="T9" fmla="*/ 0 h 4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701" name="Freeform 1000"/>
          <p:cNvSpPr>
            <a:spLocks/>
          </p:cNvSpPr>
          <p:nvPr/>
        </p:nvSpPr>
        <p:spPr bwMode="auto">
          <a:xfrm>
            <a:off x="9366251" y="5573714"/>
            <a:ext cx="97367" cy="161925"/>
          </a:xfrm>
          <a:custGeom>
            <a:avLst/>
            <a:gdLst>
              <a:gd name="T0" fmla="*/ 2147483647 w 702"/>
              <a:gd name="T1" fmla="*/ 0 h 1893"/>
              <a:gd name="T2" fmla="*/ 0 w 702"/>
              <a:gd name="T3" fmla="*/ 2147483647 h 1893"/>
              <a:gd name="T4" fmla="*/ 2147483647 w 702"/>
              <a:gd name="T5" fmla="*/ 2147483647 h 1893"/>
              <a:gd name="T6" fmla="*/ 2147483647 w 702"/>
              <a:gd name="T7" fmla="*/ 2147483647 h 1893"/>
              <a:gd name="T8" fmla="*/ 2147483647 w 702"/>
              <a:gd name="T9" fmla="*/ 0 h 189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02" h="1893">
                <a:moveTo>
                  <a:pt x="579" y="0"/>
                </a:moveTo>
                <a:lnTo>
                  <a:pt x="0" y="1869"/>
                </a:lnTo>
                <a:lnTo>
                  <a:pt x="114" y="1893"/>
                </a:lnTo>
                <a:lnTo>
                  <a:pt x="702" y="51"/>
                </a:lnTo>
                <a:lnTo>
                  <a:pt x="579"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702" name="Freeform 1001"/>
          <p:cNvSpPr>
            <a:spLocks/>
          </p:cNvSpPr>
          <p:nvPr/>
        </p:nvSpPr>
        <p:spPr bwMode="auto">
          <a:xfrm>
            <a:off x="9690101" y="5602289"/>
            <a:ext cx="105833" cy="185737"/>
          </a:xfrm>
          <a:custGeom>
            <a:avLst/>
            <a:gdLst>
              <a:gd name="T0" fmla="*/ 2147483647 w 756"/>
              <a:gd name="T1" fmla="*/ 0 h 2184"/>
              <a:gd name="T2" fmla="*/ 2147483647 w 756"/>
              <a:gd name="T3" fmla="*/ 2147483647 h 2184"/>
              <a:gd name="T4" fmla="*/ 0 w 756"/>
              <a:gd name="T5" fmla="*/ 2147483647 h 2184"/>
              <a:gd name="T6" fmla="*/ 2147483647 w 756"/>
              <a:gd name="T7" fmla="*/ 2147483647 h 2184"/>
              <a:gd name="T8" fmla="*/ 2147483647 w 756"/>
              <a:gd name="T9" fmla="*/ 0 h 21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6" h="2184">
                <a:moveTo>
                  <a:pt x="756" y="0"/>
                </a:moveTo>
                <a:lnTo>
                  <a:pt x="138" y="2184"/>
                </a:lnTo>
                <a:lnTo>
                  <a:pt x="0" y="2148"/>
                </a:lnTo>
                <a:lnTo>
                  <a:pt x="606" y="78"/>
                </a:lnTo>
                <a:lnTo>
                  <a:pt x="756" y="0"/>
                </a:lnTo>
                <a:close/>
              </a:path>
            </a:pathLst>
          </a:custGeom>
          <a:gradFill rotWithShape="1">
            <a:gsLst>
              <a:gs pos="0">
                <a:srgbClr val="DDDDDD"/>
              </a:gs>
              <a:gs pos="100000">
                <a:srgbClr val="FFFFFF"/>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703" name="Freeform 1002"/>
          <p:cNvSpPr>
            <a:spLocks/>
          </p:cNvSpPr>
          <p:nvPr/>
        </p:nvSpPr>
        <p:spPr bwMode="auto">
          <a:xfrm>
            <a:off x="9364134" y="5726113"/>
            <a:ext cx="387351" cy="63500"/>
          </a:xfrm>
          <a:custGeom>
            <a:avLst/>
            <a:gdLst>
              <a:gd name="T0" fmla="*/ 2147483647 w 2773"/>
              <a:gd name="T1" fmla="*/ 0 h 738"/>
              <a:gd name="T2" fmla="*/ 0 w 2773"/>
              <a:gd name="T3" fmla="*/ 2147483647 h 738"/>
              <a:gd name="T4" fmla="*/ 2147483647 w 2773"/>
              <a:gd name="T5" fmla="*/ 2147483647 h 738"/>
              <a:gd name="T6" fmla="*/ 2147483647 w 2773"/>
              <a:gd name="T7" fmla="*/ 2147483647 h 738"/>
              <a:gd name="T8" fmla="*/ 2147483647 w 2773"/>
              <a:gd name="T9" fmla="*/ 0 h 7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rgbClr val="FFFF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704" name="Freeform 1003"/>
          <p:cNvSpPr>
            <a:spLocks/>
          </p:cNvSpPr>
          <p:nvPr/>
        </p:nvSpPr>
        <p:spPr bwMode="auto">
          <a:xfrm>
            <a:off x="9700684" y="5603876"/>
            <a:ext cx="99483" cy="187325"/>
          </a:xfrm>
          <a:custGeom>
            <a:avLst/>
            <a:gdLst>
              <a:gd name="T0" fmla="*/ 2147483647 w 637"/>
              <a:gd name="T1" fmla="*/ 0 h 1659"/>
              <a:gd name="T2" fmla="*/ 2147483647 w 637"/>
              <a:gd name="T3" fmla="*/ 0 h 1659"/>
              <a:gd name="T4" fmla="*/ 2147483647 w 637"/>
              <a:gd name="T5" fmla="*/ 2147483647 h 1659"/>
              <a:gd name="T6" fmla="*/ 0 w 637"/>
              <a:gd name="T7" fmla="*/ 2147483647 h 1659"/>
              <a:gd name="T8" fmla="*/ 2147483647 w 637"/>
              <a:gd name="T9" fmla="*/ 0 h 165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7" h="1659">
                <a:moveTo>
                  <a:pt x="615" y="0"/>
                </a:moveTo>
                <a:lnTo>
                  <a:pt x="637" y="0"/>
                </a:lnTo>
                <a:lnTo>
                  <a:pt x="68" y="1659"/>
                </a:lnTo>
                <a:lnTo>
                  <a:pt x="0" y="1647"/>
                </a:lnTo>
                <a:lnTo>
                  <a:pt x="615" y="0"/>
                </a:lnTo>
                <a:close/>
              </a:path>
            </a:pathLst>
          </a:custGeom>
          <a:solidFill>
            <a:srgbClr val="4D4D4D"/>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705" name="Freeform 1004"/>
          <p:cNvSpPr>
            <a:spLocks/>
          </p:cNvSpPr>
          <p:nvPr/>
        </p:nvSpPr>
        <p:spPr bwMode="auto">
          <a:xfrm>
            <a:off x="9364134" y="5735638"/>
            <a:ext cx="345017" cy="61912"/>
          </a:xfrm>
          <a:custGeom>
            <a:avLst/>
            <a:gdLst>
              <a:gd name="T0" fmla="*/ 0 w 2216"/>
              <a:gd name="T1" fmla="*/ 0 h 550"/>
              <a:gd name="T2" fmla="*/ 2147483647 w 2216"/>
              <a:gd name="T3" fmla="*/ 2147483647 h 550"/>
              <a:gd name="T4" fmla="*/ 2147483647 w 2216"/>
              <a:gd name="T5" fmla="*/ 2147483647 h 550"/>
              <a:gd name="T6" fmla="*/ 2147483647 w 2216"/>
              <a:gd name="T7" fmla="*/ 2147483647 h 550"/>
              <a:gd name="T8" fmla="*/ 0 w 2216"/>
              <a:gd name="T9" fmla="*/ 0 h 5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grpSp>
        <p:nvGrpSpPr>
          <p:cNvPr id="706" name="Group 1005"/>
          <p:cNvGrpSpPr>
            <a:grpSpLocks/>
          </p:cNvGrpSpPr>
          <p:nvPr/>
        </p:nvGrpSpPr>
        <p:grpSpPr bwMode="auto">
          <a:xfrm>
            <a:off x="9359901" y="5800725"/>
            <a:ext cx="116417" cy="38100"/>
            <a:chOff x="1740" y="2642"/>
            <a:chExt cx="752" cy="327"/>
          </a:xfrm>
        </p:grpSpPr>
        <p:sp>
          <p:nvSpPr>
            <p:cNvPr id="707" name="Freeform 1006"/>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2" h="327">
                  <a:moveTo>
                    <a:pt x="293" y="0"/>
                  </a:moveTo>
                  <a:lnTo>
                    <a:pt x="752" y="124"/>
                  </a:lnTo>
                  <a:lnTo>
                    <a:pt x="470" y="327"/>
                  </a:lnTo>
                  <a:lnTo>
                    <a:pt x="0" y="183"/>
                  </a:lnTo>
                  <a:lnTo>
                    <a:pt x="293"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708" name="Freeform 1007"/>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709" name="Freeform 1008"/>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0">
                  <a:moveTo>
                    <a:pt x="0" y="44"/>
                  </a:moveTo>
                  <a:lnTo>
                    <a:pt x="75" y="0"/>
                  </a:lnTo>
                  <a:lnTo>
                    <a:pt x="258" y="50"/>
                  </a:lnTo>
                  <a:lnTo>
                    <a:pt x="183" y="100"/>
                  </a:lnTo>
                  <a:lnTo>
                    <a:pt x="0" y="44"/>
                  </a:lnTo>
                  <a:close/>
                </a:path>
              </a:pathLst>
            </a:custGeom>
            <a:solidFill>
              <a:srgbClr val="00CC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710" name="Freeform 1009"/>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711" name="Freeform 1010"/>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2">
                  <a:moveTo>
                    <a:pt x="0" y="46"/>
                  </a:moveTo>
                  <a:lnTo>
                    <a:pt x="71" y="0"/>
                  </a:lnTo>
                  <a:lnTo>
                    <a:pt x="258" y="52"/>
                  </a:lnTo>
                  <a:lnTo>
                    <a:pt x="183" y="102"/>
                  </a:lnTo>
                  <a:lnTo>
                    <a:pt x="0" y="46"/>
                  </a:lnTo>
                  <a:close/>
                </a:path>
              </a:pathLst>
            </a:custGeom>
            <a:solidFill>
              <a:srgbClr val="00CC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712" name="Freeform 1011"/>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grpSp>
      <p:sp>
        <p:nvSpPr>
          <p:cNvPr id="713" name="Freeform 1012"/>
          <p:cNvSpPr>
            <a:spLocks/>
          </p:cNvSpPr>
          <p:nvPr/>
        </p:nvSpPr>
        <p:spPr bwMode="auto">
          <a:xfrm>
            <a:off x="9558868" y="5807076"/>
            <a:ext cx="141817" cy="80963"/>
          </a:xfrm>
          <a:custGeom>
            <a:avLst/>
            <a:gdLst>
              <a:gd name="T0" fmla="*/ 2147483647 w 990"/>
              <a:gd name="T1" fmla="*/ 2147483647 h 792"/>
              <a:gd name="T2" fmla="*/ 2147483647 w 990"/>
              <a:gd name="T3" fmla="*/ 0 h 792"/>
              <a:gd name="T4" fmla="*/ 2147483647 w 990"/>
              <a:gd name="T5" fmla="*/ 2147483647 h 792"/>
              <a:gd name="T6" fmla="*/ 0 w 990"/>
              <a:gd name="T7" fmla="*/ 2147483647 h 792"/>
              <a:gd name="T8" fmla="*/ 2147483647 w 990"/>
              <a:gd name="T9" fmla="*/ 2147483647 h 7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0" h="792">
                <a:moveTo>
                  <a:pt x="3" y="738"/>
                </a:moveTo>
                <a:lnTo>
                  <a:pt x="990" y="0"/>
                </a:lnTo>
                <a:lnTo>
                  <a:pt x="987" y="60"/>
                </a:lnTo>
                <a:lnTo>
                  <a:pt x="0" y="792"/>
                </a:lnTo>
                <a:lnTo>
                  <a:pt x="3" y="738"/>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714" name="Freeform 1013"/>
          <p:cNvSpPr>
            <a:spLocks/>
          </p:cNvSpPr>
          <p:nvPr/>
        </p:nvSpPr>
        <p:spPr bwMode="auto">
          <a:xfrm>
            <a:off x="9196918" y="5813426"/>
            <a:ext cx="361949" cy="73025"/>
          </a:xfrm>
          <a:custGeom>
            <a:avLst/>
            <a:gdLst>
              <a:gd name="T0" fmla="*/ 2147483647 w 2532"/>
              <a:gd name="T1" fmla="*/ 0 h 723"/>
              <a:gd name="T2" fmla="*/ 2147483647 w 2532"/>
              <a:gd name="T3" fmla="*/ 0 h 723"/>
              <a:gd name="T4" fmla="*/ 2147483647 w 2532"/>
              <a:gd name="T5" fmla="*/ 2147483647 h 723"/>
              <a:gd name="T6" fmla="*/ 2147483647 w 2532"/>
              <a:gd name="T7" fmla="*/ 2147483647 h 723"/>
              <a:gd name="T8" fmla="*/ 0 w 2532"/>
              <a:gd name="T9" fmla="*/ 2147483647 h 723"/>
              <a:gd name="T10" fmla="*/ 2147483647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715" name="Freeform 1014"/>
          <p:cNvSpPr>
            <a:spLocks/>
          </p:cNvSpPr>
          <p:nvPr/>
        </p:nvSpPr>
        <p:spPr bwMode="auto">
          <a:xfrm>
            <a:off x="9199034" y="5799139"/>
            <a:ext cx="2117" cy="15875"/>
          </a:xfrm>
          <a:custGeom>
            <a:avLst/>
            <a:gdLst>
              <a:gd name="T0" fmla="*/ 2147483647 w 26"/>
              <a:gd name="T1" fmla="*/ 2147483647 h 147"/>
              <a:gd name="T2" fmla="*/ 2147483647 w 26"/>
              <a:gd name="T3" fmla="*/ 2147483647 h 147"/>
              <a:gd name="T4" fmla="*/ 0 w 26"/>
              <a:gd name="T5" fmla="*/ 2147483647 h 147"/>
              <a:gd name="T6" fmla="*/ 2147483647 w 26"/>
              <a:gd name="T7" fmla="*/ 0 h 147"/>
              <a:gd name="T8" fmla="*/ 2147483647 w 26"/>
              <a:gd name="T9" fmla="*/ 2147483647 h 1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47">
                <a:moveTo>
                  <a:pt x="26" y="10"/>
                </a:moveTo>
                <a:lnTo>
                  <a:pt x="23" y="147"/>
                </a:lnTo>
                <a:lnTo>
                  <a:pt x="0" y="144"/>
                </a:lnTo>
                <a:lnTo>
                  <a:pt x="3" y="0"/>
                </a:lnTo>
                <a:lnTo>
                  <a:pt x="26" y="1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716" name="Freeform 1015"/>
          <p:cNvSpPr>
            <a:spLocks/>
          </p:cNvSpPr>
          <p:nvPr/>
        </p:nvSpPr>
        <p:spPr bwMode="auto">
          <a:xfrm>
            <a:off x="9199034" y="5738813"/>
            <a:ext cx="167217" cy="61912"/>
          </a:xfrm>
          <a:custGeom>
            <a:avLst/>
            <a:gdLst>
              <a:gd name="T0" fmla="*/ 2147483647 w 1176"/>
              <a:gd name="T1" fmla="*/ 0 h 606"/>
              <a:gd name="T2" fmla="*/ 0 w 1176"/>
              <a:gd name="T3" fmla="*/ 2147483647 h 606"/>
              <a:gd name="T4" fmla="*/ 2147483647 w 1176"/>
              <a:gd name="T5" fmla="*/ 2147483647 h 606"/>
              <a:gd name="T6" fmla="*/ 2147483647 w 1176"/>
              <a:gd name="T7" fmla="*/ 2147483647 h 606"/>
              <a:gd name="T8" fmla="*/ 2147483647 w 1176"/>
              <a:gd name="T9" fmla="*/ 0 h 6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76" h="606">
                <a:moveTo>
                  <a:pt x="1170" y="0"/>
                </a:moveTo>
                <a:lnTo>
                  <a:pt x="0" y="597"/>
                </a:lnTo>
                <a:lnTo>
                  <a:pt x="30" y="606"/>
                </a:lnTo>
                <a:lnTo>
                  <a:pt x="1176" y="18"/>
                </a:lnTo>
                <a:lnTo>
                  <a:pt x="1170"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717" name="Freeform 1016"/>
          <p:cNvSpPr>
            <a:spLocks/>
          </p:cNvSpPr>
          <p:nvPr/>
        </p:nvSpPr>
        <p:spPr bwMode="auto">
          <a:xfrm>
            <a:off x="9209618" y="5802314"/>
            <a:ext cx="342900" cy="71437"/>
          </a:xfrm>
          <a:custGeom>
            <a:avLst/>
            <a:gdLst>
              <a:gd name="T0" fmla="*/ 2147483647 w 2532"/>
              <a:gd name="T1" fmla="*/ 0 h 723"/>
              <a:gd name="T2" fmla="*/ 2147483647 w 2532"/>
              <a:gd name="T3" fmla="*/ 0 h 723"/>
              <a:gd name="T4" fmla="*/ 2147483647 w 2532"/>
              <a:gd name="T5" fmla="*/ 2147483647 h 723"/>
              <a:gd name="T6" fmla="*/ 2147483647 w 2532"/>
              <a:gd name="T7" fmla="*/ 2147483647 h 723"/>
              <a:gd name="T8" fmla="*/ 0 w 2532"/>
              <a:gd name="T9" fmla="*/ 2147483647 h 723"/>
              <a:gd name="T10" fmla="*/ 2147483647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718" name="Freeform 1017"/>
          <p:cNvSpPr>
            <a:spLocks/>
          </p:cNvSpPr>
          <p:nvPr/>
        </p:nvSpPr>
        <p:spPr bwMode="auto">
          <a:xfrm flipV="1">
            <a:off x="9552518" y="5797551"/>
            <a:ext cx="139700" cy="74613"/>
          </a:xfrm>
          <a:custGeom>
            <a:avLst/>
            <a:gdLst>
              <a:gd name="T0" fmla="*/ 2147483647 w 2532"/>
              <a:gd name="T1" fmla="*/ 0 h 723"/>
              <a:gd name="T2" fmla="*/ 2147483647 w 2532"/>
              <a:gd name="T3" fmla="*/ 0 h 723"/>
              <a:gd name="T4" fmla="*/ 2147483647 w 2532"/>
              <a:gd name="T5" fmla="*/ 2147483647 h 723"/>
              <a:gd name="T6" fmla="*/ 2147483647 w 2532"/>
              <a:gd name="T7" fmla="*/ 2147483647 h 723"/>
              <a:gd name="T8" fmla="*/ 0 w 2532"/>
              <a:gd name="T9" fmla="*/ 2147483647 h 723"/>
              <a:gd name="T10" fmla="*/ 2147483647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pic>
        <p:nvPicPr>
          <p:cNvPr id="719" name="Picture 1018" descr="laptop_keyboard"/>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rot="109064" flipH="1">
            <a:off x="7442200" y="3290888"/>
            <a:ext cx="484717"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0" name="Freeform 1019"/>
          <p:cNvSpPr>
            <a:spLocks/>
          </p:cNvSpPr>
          <p:nvPr/>
        </p:nvSpPr>
        <p:spPr bwMode="auto">
          <a:xfrm>
            <a:off x="7603066" y="3135313"/>
            <a:ext cx="389467" cy="207962"/>
          </a:xfrm>
          <a:custGeom>
            <a:avLst/>
            <a:gdLst>
              <a:gd name="T0" fmla="*/ 2147483647 w 2982"/>
              <a:gd name="T1" fmla="*/ 0 h 2442"/>
              <a:gd name="T2" fmla="*/ 0 w 2982"/>
              <a:gd name="T3" fmla="*/ 2147483647 h 2442"/>
              <a:gd name="T4" fmla="*/ 2147483647 w 2982"/>
              <a:gd name="T5" fmla="*/ 2147483647 h 2442"/>
              <a:gd name="T6" fmla="*/ 2147483647 w 2982"/>
              <a:gd name="T7" fmla="*/ 2147483647 h 2442"/>
              <a:gd name="T8" fmla="*/ 2147483647 w 2982"/>
              <a:gd name="T9" fmla="*/ 0 h 24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82" h="2442">
                <a:moveTo>
                  <a:pt x="540" y="0"/>
                </a:moveTo>
                <a:lnTo>
                  <a:pt x="0" y="1734"/>
                </a:lnTo>
                <a:lnTo>
                  <a:pt x="2394" y="2442"/>
                </a:lnTo>
                <a:lnTo>
                  <a:pt x="2982" y="318"/>
                </a:lnTo>
                <a:lnTo>
                  <a:pt x="540" y="0"/>
                </a:lnTo>
                <a:close/>
              </a:path>
            </a:pathLst>
          </a:cu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pic>
        <p:nvPicPr>
          <p:cNvPr id="721" name="Picture 1020" descr="screen"/>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622117" y="3140075"/>
            <a:ext cx="355600"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2" name="Freeform 1021"/>
          <p:cNvSpPr>
            <a:spLocks/>
          </p:cNvSpPr>
          <p:nvPr/>
        </p:nvSpPr>
        <p:spPr bwMode="auto">
          <a:xfrm>
            <a:off x="7675033" y="3128964"/>
            <a:ext cx="330200" cy="39687"/>
          </a:xfrm>
          <a:custGeom>
            <a:avLst/>
            <a:gdLst>
              <a:gd name="T0" fmla="*/ 2147483647 w 2528"/>
              <a:gd name="T1" fmla="*/ 0 h 455"/>
              <a:gd name="T2" fmla="*/ 2147483647 w 2528"/>
              <a:gd name="T3" fmla="*/ 2147483647 h 455"/>
              <a:gd name="T4" fmla="*/ 2147483647 w 2528"/>
              <a:gd name="T5" fmla="*/ 2147483647 h 455"/>
              <a:gd name="T6" fmla="*/ 0 w 2528"/>
              <a:gd name="T7" fmla="*/ 2147483647 h 455"/>
              <a:gd name="T8" fmla="*/ 2147483647 w 2528"/>
              <a:gd name="T9" fmla="*/ 0 h 4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723" name="Freeform 1022"/>
          <p:cNvSpPr>
            <a:spLocks/>
          </p:cNvSpPr>
          <p:nvPr/>
        </p:nvSpPr>
        <p:spPr bwMode="auto">
          <a:xfrm>
            <a:off x="7600951" y="3128964"/>
            <a:ext cx="91016" cy="161925"/>
          </a:xfrm>
          <a:custGeom>
            <a:avLst/>
            <a:gdLst>
              <a:gd name="T0" fmla="*/ 2147483647 w 702"/>
              <a:gd name="T1" fmla="*/ 0 h 1893"/>
              <a:gd name="T2" fmla="*/ 0 w 702"/>
              <a:gd name="T3" fmla="*/ 2147483647 h 1893"/>
              <a:gd name="T4" fmla="*/ 2147483647 w 702"/>
              <a:gd name="T5" fmla="*/ 2147483647 h 1893"/>
              <a:gd name="T6" fmla="*/ 2147483647 w 702"/>
              <a:gd name="T7" fmla="*/ 2147483647 h 1893"/>
              <a:gd name="T8" fmla="*/ 2147483647 w 702"/>
              <a:gd name="T9" fmla="*/ 0 h 189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02" h="1893">
                <a:moveTo>
                  <a:pt x="579" y="0"/>
                </a:moveTo>
                <a:lnTo>
                  <a:pt x="0" y="1869"/>
                </a:lnTo>
                <a:lnTo>
                  <a:pt x="114" y="1893"/>
                </a:lnTo>
                <a:lnTo>
                  <a:pt x="702" y="51"/>
                </a:lnTo>
                <a:lnTo>
                  <a:pt x="579"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724" name="Freeform 1023"/>
          <p:cNvSpPr>
            <a:spLocks/>
          </p:cNvSpPr>
          <p:nvPr/>
        </p:nvSpPr>
        <p:spPr bwMode="auto">
          <a:xfrm>
            <a:off x="7903634" y="3157539"/>
            <a:ext cx="99484" cy="185737"/>
          </a:xfrm>
          <a:custGeom>
            <a:avLst/>
            <a:gdLst>
              <a:gd name="T0" fmla="*/ 2147483647 w 756"/>
              <a:gd name="T1" fmla="*/ 0 h 2184"/>
              <a:gd name="T2" fmla="*/ 2147483647 w 756"/>
              <a:gd name="T3" fmla="*/ 2147483647 h 2184"/>
              <a:gd name="T4" fmla="*/ 0 w 756"/>
              <a:gd name="T5" fmla="*/ 2147483647 h 2184"/>
              <a:gd name="T6" fmla="*/ 2147483647 w 756"/>
              <a:gd name="T7" fmla="*/ 2147483647 h 2184"/>
              <a:gd name="T8" fmla="*/ 2147483647 w 756"/>
              <a:gd name="T9" fmla="*/ 0 h 21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6" h="2184">
                <a:moveTo>
                  <a:pt x="756" y="0"/>
                </a:moveTo>
                <a:lnTo>
                  <a:pt x="138" y="2184"/>
                </a:lnTo>
                <a:lnTo>
                  <a:pt x="0" y="2148"/>
                </a:lnTo>
                <a:lnTo>
                  <a:pt x="606" y="78"/>
                </a:lnTo>
                <a:lnTo>
                  <a:pt x="756" y="0"/>
                </a:lnTo>
                <a:close/>
              </a:path>
            </a:pathLst>
          </a:custGeom>
          <a:gradFill rotWithShape="1">
            <a:gsLst>
              <a:gs pos="0">
                <a:srgbClr val="DDDDDD"/>
              </a:gs>
              <a:gs pos="100000">
                <a:srgbClr val="FFFFFF"/>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725" name="Freeform 1024"/>
          <p:cNvSpPr>
            <a:spLocks/>
          </p:cNvSpPr>
          <p:nvPr/>
        </p:nvSpPr>
        <p:spPr bwMode="auto">
          <a:xfrm>
            <a:off x="7598834" y="3281363"/>
            <a:ext cx="361951" cy="63500"/>
          </a:xfrm>
          <a:custGeom>
            <a:avLst/>
            <a:gdLst>
              <a:gd name="T0" fmla="*/ 2147483647 w 2773"/>
              <a:gd name="T1" fmla="*/ 0 h 738"/>
              <a:gd name="T2" fmla="*/ 0 w 2773"/>
              <a:gd name="T3" fmla="*/ 2147483647 h 738"/>
              <a:gd name="T4" fmla="*/ 2147483647 w 2773"/>
              <a:gd name="T5" fmla="*/ 2147483647 h 738"/>
              <a:gd name="T6" fmla="*/ 2147483647 w 2773"/>
              <a:gd name="T7" fmla="*/ 2147483647 h 738"/>
              <a:gd name="T8" fmla="*/ 2147483647 w 2773"/>
              <a:gd name="T9" fmla="*/ 0 h 7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rgbClr val="FFFF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726" name="Freeform 1025"/>
          <p:cNvSpPr>
            <a:spLocks/>
          </p:cNvSpPr>
          <p:nvPr/>
        </p:nvSpPr>
        <p:spPr bwMode="auto">
          <a:xfrm>
            <a:off x="7914218" y="3159126"/>
            <a:ext cx="93133" cy="187325"/>
          </a:xfrm>
          <a:custGeom>
            <a:avLst/>
            <a:gdLst>
              <a:gd name="T0" fmla="*/ 2147483647 w 637"/>
              <a:gd name="T1" fmla="*/ 0 h 1659"/>
              <a:gd name="T2" fmla="*/ 2147483647 w 637"/>
              <a:gd name="T3" fmla="*/ 0 h 1659"/>
              <a:gd name="T4" fmla="*/ 2147483647 w 637"/>
              <a:gd name="T5" fmla="*/ 2147483647 h 1659"/>
              <a:gd name="T6" fmla="*/ 0 w 637"/>
              <a:gd name="T7" fmla="*/ 2147483647 h 1659"/>
              <a:gd name="T8" fmla="*/ 2147483647 w 637"/>
              <a:gd name="T9" fmla="*/ 0 h 165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7" h="1659">
                <a:moveTo>
                  <a:pt x="615" y="0"/>
                </a:moveTo>
                <a:lnTo>
                  <a:pt x="637" y="0"/>
                </a:lnTo>
                <a:lnTo>
                  <a:pt x="68" y="1659"/>
                </a:lnTo>
                <a:lnTo>
                  <a:pt x="0" y="1647"/>
                </a:lnTo>
                <a:lnTo>
                  <a:pt x="615" y="0"/>
                </a:lnTo>
                <a:close/>
              </a:path>
            </a:pathLst>
          </a:custGeom>
          <a:solidFill>
            <a:srgbClr val="4D4D4D"/>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727" name="Freeform 1026"/>
          <p:cNvSpPr>
            <a:spLocks/>
          </p:cNvSpPr>
          <p:nvPr/>
        </p:nvSpPr>
        <p:spPr bwMode="auto">
          <a:xfrm>
            <a:off x="7598833" y="3290888"/>
            <a:ext cx="323851" cy="61912"/>
          </a:xfrm>
          <a:custGeom>
            <a:avLst/>
            <a:gdLst>
              <a:gd name="T0" fmla="*/ 0 w 2216"/>
              <a:gd name="T1" fmla="*/ 0 h 550"/>
              <a:gd name="T2" fmla="*/ 2147483647 w 2216"/>
              <a:gd name="T3" fmla="*/ 2147483647 h 550"/>
              <a:gd name="T4" fmla="*/ 2147483647 w 2216"/>
              <a:gd name="T5" fmla="*/ 2147483647 h 550"/>
              <a:gd name="T6" fmla="*/ 2147483647 w 2216"/>
              <a:gd name="T7" fmla="*/ 2147483647 h 550"/>
              <a:gd name="T8" fmla="*/ 0 w 2216"/>
              <a:gd name="T9" fmla="*/ 0 h 5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grpSp>
        <p:nvGrpSpPr>
          <p:cNvPr id="728" name="Group 1027"/>
          <p:cNvGrpSpPr>
            <a:grpSpLocks/>
          </p:cNvGrpSpPr>
          <p:nvPr/>
        </p:nvGrpSpPr>
        <p:grpSpPr bwMode="auto">
          <a:xfrm>
            <a:off x="7594601" y="3355975"/>
            <a:ext cx="107951" cy="38100"/>
            <a:chOff x="1740" y="2642"/>
            <a:chExt cx="752" cy="327"/>
          </a:xfrm>
        </p:grpSpPr>
        <p:sp>
          <p:nvSpPr>
            <p:cNvPr id="729" name="Freeform 1028"/>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2" h="327">
                  <a:moveTo>
                    <a:pt x="293" y="0"/>
                  </a:moveTo>
                  <a:lnTo>
                    <a:pt x="752" y="124"/>
                  </a:lnTo>
                  <a:lnTo>
                    <a:pt x="470" y="327"/>
                  </a:lnTo>
                  <a:lnTo>
                    <a:pt x="0" y="183"/>
                  </a:lnTo>
                  <a:lnTo>
                    <a:pt x="293"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730" name="Freeform 1029"/>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731" name="Freeform 1030"/>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0">
                  <a:moveTo>
                    <a:pt x="0" y="44"/>
                  </a:moveTo>
                  <a:lnTo>
                    <a:pt x="75" y="0"/>
                  </a:lnTo>
                  <a:lnTo>
                    <a:pt x="258" y="50"/>
                  </a:lnTo>
                  <a:lnTo>
                    <a:pt x="183" y="100"/>
                  </a:lnTo>
                  <a:lnTo>
                    <a:pt x="0" y="44"/>
                  </a:lnTo>
                  <a:close/>
                </a:path>
              </a:pathLst>
            </a:custGeom>
            <a:solidFill>
              <a:srgbClr val="00CC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732" name="Freeform 1031"/>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733" name="Freeform 1032"/>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2">
                  <a:moveTo>
                    <a:pt x="0" y="46"/>
                  </a:moveTo>
                  <a:lnTo>
                    <a:pt x="71" y="0"/>
                  </a:lnTo>
                  <a:lnTo>
                    <a:pt x="258" y="52"/>
                  </a:lnTo>
                  <a:lnTo>
                    <a:pt x="183" y="102"/>
                  </a:lnTo>
                  <a:lnTo>
                    <a:pt x="0" y="46"/>
                  </a:lnTo>
                  <a:close/>
                </a:path>
              </a:pathLst>
            </a:custGeom>
            <a:solidFill>
              <a:srgbClr val="00CC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734" name="Freeform 1033"/>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grpSp>
      <p:sp>
        <p:nvSpPr>
          <p:cNvPr id="735" name="Freeform 1034"/>
          <p:cNvSpPr>
            <a:spLocks/>
          </p:cNvSpPr>
          <p:nvPr/>
        </p:nvSpPr>
        <p:spPr bwMode="auto">
          <a:xfrm>
            <a:off x="7780867" y="3362326"/>
            <a:ext cx="133351" cy="80963"/>
          </a:xfrm>
          <a:custGeom>
            <a:avLst/>
            <a:gdLst>
              <a:gd name="T0" fmla="*/ 2147483647 w 990"/>
              <a:gd name="T1" fmla="*/ 2147483647 h 792"/>
              <a:gd name="T2" fmla="*/ 2147483647 w 990"/>
              <a:gd name="T3" fmla="*/ 0 h 792"/>
              <a:gd name="T4" fmla="*/ 2147483647 w 990"/>
              <a:gd name="T5" fmla="*/ 2147483647 h 792"/>
              <a:gd name="T6" fmla="*/ 0 w 990"/>
              <a:gd name="T7" fmla="*/ 2147483647 h 792"/>
              <a:gd name="T8" fmla="*/ 2147483647 w 990"/>
              <a:gd name="T9" fmla="*/ 2147483647 h 7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0" h="792">
                <a:moveTo>
                  <a:pt x="3" y="738"/>
                </a:moveTo>
                <a:lnTo>
                  <a:pt x="990" y="0"/>
                </a:lnTo>
                <a:lnTo>
                  <a:pt x="987" y="60"/>
                </a:lnTo>
                <a:lnTo>
                  <a:pt x="0" y="792"/>
                </a:lnTo>
                <a:lnTo>
                  <a:pt x="3" y="738"/>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736" name="Freeform 1035"/>
          <p:cNvSpPr>
            <a:spLocks/>
          </p:cNvSpPr>
          <p:nvPr/>
        </p:nvSpPr>
        <p:spPr bwMode="auto">
          <a:xfrm>
            <a:off x="7444317" y="3368676"/>
            <a:ext cx="338667" cy="73025"/>
          </a:xfrm>
          <a:custGeom>
            <a:avLst/>
            <a:gdLst>
              <a:gd name="T0" fmla="*/ 2147483647 w 2532"/>
              <a:gd name="T1" fmla="*/ 0 h 723"/>
              <a:gd name="T2" fmla="*/ 2147483647 w 2532"/>
              <a:gd name="T3" fmla="*/ 0 h 723"/>
              <a:gd name="T4" fmla="*/ 2147483647 w 2532"/>
              <a:gd name="T5" fmla="*/ 2147483647 h 723"/>
              <a:gd name="T6" fmla="*/ 2147483647 w 2532"/>
              <a:gd name="T7" fmla="*/ 2147483647 h 723"/>
              <a:gd name="T8" fmla="*/ 0 w 2532"/>
              <a:gd name="T9" fmla="*/ 2147483647 h 723"/>
              <a:gd name="T10" fmla="*/ 2147483647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737" name="Freeform 1036"/>
          <p:cNvSpPr>
            <a:spLocks/>
          </p:cNvSpPr>
          <p:nvPr/>
        </p:nvSpPr>
        <p:spPr bwMode="auto">
          <a:xfrm>
            <a:off x="7444318" y="3354389"/>
            <a:ext cx="2116" cy="15875"/>
          </a:xfrm>
          <a:custGeom>
            <a:avLst/>
            <a:gdLst>
              <a:gd name="T0" fmla="*/ 2147483647 w 26"/>
              <a:gd name="T1" fmla="*/ 2147483647 h 147"/>
              <a:gd name="T2" fmla="*/ 2147483647 w 26"/>
              <a:gd name="T3" fmla="*/ 2147483647 h 147"/>
              <a:gd name="T4" fmla="*/ 0 w 26"/>
              <a:gd name="T5" fmla="*/ 2147483647 h 147"/>
              <a:gd name="T6" fmla="*/ 2147483647 w 26"/>
              <a:gd name="T7" fmla="*/ 0 h 147"/>
              <a:gd name="T8" fmla="*/ 2147483647 w 26"/>
              <a:gd name="T9" fmla="*/ 2147483647 h 1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47">
                <a:moveTo>
                  <a:pt x="26" y="10"/>
                </a:moveTo>
                <a:lnTo>
                  <a:pt x="23" y="147"/>
                </a:lnTo>
                <a:lnTo>
                  <a:pt x="0" y="144"/>
                </a:lnTo>
                <a:lnTo>
                  <a:pt x="3" y="0"/>
                </a:lnTo>
                <a:lnTo>
                  <a:pt x="26" y="1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738" name="Freeform 1037"/>
          <p:cNvSpPr>
            <a:spLocks/>
          </p:cNvSpPr>
          <p:nvPr/>
        </p:nvSpPr>
        <p:spPr bwMode="auto">
          <a:xfrm>
            <a:off x="7444318" y="3294063"/>
            <a:ext cx="156633" cy="61912"/>
          </a:xfrm>
          <a:custGeom>
            <a:avLst/>
            <a:gdLst>
              <a:gd name="T0" fmla="*/ 2147483647 w 1176"/>
              <a:gd name="T1" fmla="*/ 0 h 606"/>
              <a:gd name="T2" fmla="*/ 0 w 1176"/>
              <a:gd name="T3" fmla="*/ 2147483647 h 606"/>
              <a:gd name="T4" fmla="*/ 2147483647 w 1176"/>
              <a:gd name="T5" fmla="*/ 2147483647 h 606"/>
              <a:gd name="T6" fmla="*/ 2147483647 w 1176"/>
              <a:gd name="T7" fmla="*/ 2147483647 h 606"/>
              <a:gd name="T8" fmla="*/ 2147483647 w 1176"/>
              <a:gd name="T9" fmla="*/ 0 h 6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76" h="606">
                <a:moveTo>
                  <a:pt x="1170" y="0"/>
                </a:moveTo>
                <a:lnTo>
                  <a:pt x="0" y="597"/>
                </a:lnTo>
                <a:lnTo>
                  <a:pt x="30" y="606"/>
                </a:lnTo>
                <a:lnTo>
                  <a:pt x="1176" y="18"/>
                </a:lnTo>
                <a:lnTo>
                  <a:pt x="1170"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739" name="Freeform 1038"/>
          <p:cNvSpPr>
            <a:spLocks/>
          </p:cNvSpPr>
          <p:nvPr/>
        </p:nvSpPr>
        <p:spPr bwMode="auto">
          <a:xfrm>
            <a:off x="7454900" y="3357564"/>
            <a:ext cx="321733" cy="71437"/>
          </a:xfrm>
          <a:custGeom>
            <a:avLst/>
            <a:gdLst>
              <a:gd name="T0" fmla="*/ 2147483647 w 2532"/>
              <a:gd name="T1" fmla="*/ 0 h 723"/>
              <a:gd name="T2" fmla="*/ 2147483647 w 2532"/>
              <a:gd name="T3" fmla="*/ 0 h 723"/>
              <a:gd name="T4" fmla="*/ 2147483647 w 2532"/>
              <a:gd name="T5" fmla="*/ 2147483647 h 723"/>
              <a:gd name="T6" fmla="*/ 2147483647 w 2532"/>
              <a:gd name="T7" fmla="*/ 2147483647 h 723"/>
              <a:gd name="T8" fmla="*/ 0 w 2532"/>
              <a:gd name="T9" fmla="*/ 2147483647 h 723"/>
              <a:gd name="T10" fmla="*/ 2147483647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740" name="Freeform 1039"/>
          <p:cNvSpPr>
            <a:spLocks/>
          </p:cNvSpPr>
          <p:nvPr/>
        </p:nvSpPr>
        <p:spPr bwMode="auto">
          <a:xfrm flipV="1">
            <a:off x="7774518" y="3352801"/>
            <a:ext cx="131233" cy="74613"/>
          </a:xfrm>
          <a:custGeom>
            <a:avLst/>
            <a:gdLst>
              <a:gd name="T0" fmla="*/ 2147483647 w 2532"/>
              <a:gd name="T1" fmla="*/ 0 h 723"/>
              <a:gd name="T2" fmla="*/ 2147483647 w 2532"/>
              <a:gd name="T3" fmla="*/ 0 h 723"/>
              <a:gd name="T4" fmla="*/ 2147483647 w 2532"/>
              <a:gd name="T5" fmla="*/ 2147483647 h 723"/>
              <a:gd name="T6" fmla="*/ 2147483647 w 2532"/>
              <a:gd name="T7" fmla="*/ 2147483647 h 723"/>
              <a:gd name="T8" fmla="*/ 0 w 2532"/>
              <a:gd name="T9" fmla="*/ 2147483647 h 723"/>
              <a:gd name="T10" fmla="*/ 2147483647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grpSp>
        <p:nvGrpSpPr>
          <p:cNvPr id="741" name="Group 1040"/>
          <p:cNvGrpSpPr>
            <a:grpSpLocks/>
          </p:cNvGrpSpPr>
          <p:nvPr/>
        </p:nvGrpSpPr>
        <p:grpSpPr bwMode="auto">
          <a:xfrm flipH="1">
            <a:off x="7920567" y="3222626"/>
            <a:ext cx="552451" cy="373063"/>
            <a:chOff x="2839" y="3501"/>
            <a:chExt cx="755" cy="803"/>
          </a:xfrm>
        </p:grpSpPr>
        <p:pic>
          <p:nvPicPr>
            <p:cNvPr id="742" name="Picture 1041" descr="desktop_computer_stylized_medium"/>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3" name="Freeform 1042"/>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grpSp>
      <p:pic>
        <p:nvPicPr>
          <p:cNvPr id="744" name="Picture 1043" descr="laptop_keyboard"/>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rot="109064" flipH="1">
            <a:off x="9772651" y="5672138"/>
            <a:ext cx="518583"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5" name="Freeform 1044"/>
          <p:cNvSpPr>
            <a:spLocks/>
          </p:cNvSpPr>
          <p:nvPr/>
        </p:nvSpPr>
        <p:spPr bwMode="auto">
          <a:xfrm>
            <a:off x="9944100" y="5516563"/>
            <a:ext cx="416984" cy="207962"/>
          </a:xfrm>
          <a:custGeom>
            <a:avLst/>
            <a:gdLst>
              <a:gd name="T0" fmla="*/ 2147483647 w 2982"/>
              <a:gd name="T1" fmla="*/ 0 h 2442"/>
              <a:gd name="T2" fmla="*/ 0 w 2982"/>
              <a:gd name="T3" fmla="*/ 2147483647 h 2442"/>
              <a:gd name="T4" fmla="*/ 2147483647 w 2982"/>
              <a:gd name="T5" fmla="*/ 2147483647 h 2442"/>
              <a:gd name="T6" fmla="*/ 2147483647 w 2982"/>
              <a:gd name="T7" fmla="*/ 2147483647 h 2442"/>
              <a:gd name="T8" fmla="*/ 2147483647 w 2982"/>
              <a:gd name="T9" fmla="*/ 0 h 24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82" h="2442">
                <a:moveTo>
                  <a:pt x="540" y="0"/>
                </a:moveTo>
                <a:lnTo>
                  <a:pt x="0" y="1734"/>
                </a:lnTo>
                <a:lnTo>
                  <a:pt x="2394" y="2442"/>
                </a:lnTo>
                <a:lnTo>
                  <a:pt x="2982" y="318"/>
                </a:lnTo>
                <a:lnTo>
                  <a:pt x="540" y="0"/>
                </a:lnTo>
                <a:close/>
              </a:path>
            </a:pathLst>
          </a:cu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pic>
        <p:nvPicPr>
          <p:cNvPr id="746" name="Picture 1045" descr="screen"/>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965267" y="5521325"/>
            <a:ext cx="378884"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 name="Freeform 1046"/>
          <p:cNvSpPr>
            <a:spLocks/>
          </p:cNvSpPr>
          <p:nvPr/>
        </p:nvSpPr>
        <p:spPr bwMode="auto">
          <a:xfrm>
            <a:off x="10020301" y="5510214"/>
            <a:ext cx="353484" cy="39687"/>
          </a:xfrm>
          <a:custGeom>
            <a:avLst/>
            <a:gdLst>
              <a:gd name="T0" fmla="*/ 2147483647 w 2528"/>
              <a:gd name="T1" fmla="*/ 0 h 455"/>
              <a:gd name="T2" fmla="*/ 2147483647 w 2528"/>
              <a:gd name="T3" fmla="*/ 2147483647 h 455"/>
              <a:gd name="T4" fmla="*/ 2147483647 w 2528"/>
              <a:gd name="T5" fmla="*/ 2147483647 h 455"/>
              <a:gd name="T6" fmla="*/ 0 w 2528"/>
              <a:gd name="T7" fmla="*/ 2147483647 h 455"/>
              <a:gd name="T8" fmla="*/ 2147483647 w 2528"/>
              <a:gd name="T9" fmla="*/ 0 h 4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748" name="Freeform 1047"/>
          <p:cNvSpPr>
            <a:spLocks/>
          </p:cNvSpPr>
          <p:nvPr/>
        </p:nvSpPr>
        <p:spPr bwMode="auto">
          <a:xfrm>
            <a:off x="9941985" y="5510214"/>
            <a:ext cx="97367" cy="161925"/>
          </a:xfrm>
          <a:custGeom>
            <a:avLst/>
            <a:gdLst>
              <a:gd name="T0" fmla="*/ 2147483647 w 702"/>
              <a:gd name="T1" fmla="*/ 0 h 1893"/>
              <a:gd name="T2" fmla="*/ 0 w 702"/>
              <a:gd name="T3" fmla="*/ 2147483647 h 1893"/>
              <a:gd name="T4" fmla="*/ 2147483647 w 702"/>
              <a:gd name="T5" fmla="*/ 2147483647 h 1893"/>
              <a:gd name="T6" fmla="*/ 2147483647 w 702"/>
              <a:gd name="T7" fmla="*/ 2147483647 h 1893"/>
              <a:gd name="T8" fmla="*/ 2147483647 w 702"/>
              <a:gd name="T9" fmla="*/ 0 h 189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02" h="1893">
                <a:moveTo>
                  <a:pt x="579" y="0"/>
                </a:moveTo>
                <a:lnTo>
                  <a:pt x="0" y="1869"/>
                </a:lnTo>
                <a:lnTo>
                  <a:pt x="114" y="1893"/>
                </a:lnTo>
                <a:lnTo>
                  <a:pt x="702" y="51"/>
                </a:lnTo>
                <a:lnTo>
                  <a:pt x="579"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749" name="Freeform 1048"/>
          <p:cNvSpPr>
            <a:spLocks/>
          </p:cNvSpPr>
          <p:nvPr/>
        </p:nvSpPr>
        <p:spPr bwMode="auto">
          <a:xfrm>
            <a:off x="10265834" y="5538789"/>
            <a:ext cx="105833" cy="185737"/>
          </a:xfrm>
          <a:custGeom>
            <a:avLst/>
            <a:gdLst>
              <a:gd name="T0" fmla="*/ 2147483647 w 756"/>
              <a:gd name="T1" fmla="*/ 0 h 2184"/>
              <a:gd name="T2" fmla="*/ 2147483647 w 756"/>
              <a:gd name="T3" fmla="*/ 2147483647 h 2184"/>
              <a:gd name="T4" fmla="*/ 0 w 756"/>
              <a:gd name="T5" fmla="*/ 2147483647 h 2184"/>
              <a:gd name="T6" fmla="*/ 2147483647 w 756"/>
              <a:gd name="T7" fmla="*/ 2147483647 h 2184"/>
              <a:gd name="T8" fmla="*/ 2147483647 w 756"/>
              <a:gd name="T9" fmla="*/ 0 h 21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6" h="2184">
                <a:moveTo>
                  <a:pt x="756" y="0"/>
                </a:moveTo>
                <a:lnTo>
                  <a:pt x="138" y="2184"/>
                </a:lnTo>
                <a:lnTo>
                  <a:pt x="0" y="2148"/>
                </a:lnTo>
                <a:lnTo>
                  <a:pt x="606" y="78"/>
                </a:lnTo>
                <a:lnTo>
                  <a:pt x="756" y="0"/>
                </a:lnTo>
                <a:close/>
              </a:path>
            </a:pathLst>
          </a:custGeom>
          <a:gradFill rotWithShape="1">
            <a:gsLst>
              <a:gs pos="0">
                <a:srgbClr val="DDDDDD"/>
              </a:gs>
              <a:gs pos="100000">
                <a:srgbClr val="FFFFFF"/>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750" name="Freeform 1049"/>
          <p:cNvSpPr>
            <a:spLocks/>
          </p:cNvSpPr>
          <p:nvPr/>
        </p:nvSpPr>
        <p:spPr bwMode="auto">
          <a:xfrm>
            <a:off x="9939867" y="5662613"/>
            <a:ext cx="387351" cy="63500"/>
          </a:xfrm>
          <a:custGeom>
            <a:avLst/>
            <a:gdLst>
              <a:gd name="T0" fmla="*/ 2147483647 w 2773"/>
              <a:gd name="T1" fmla="*/ 0 h 738"/>
              <a:gd name="T2" fmla="*/ 0 w 2773"/>
              <a:gd name="T3" fmla="*/ 2147483647 h 738"/>
              <a:gd name="T4" fmla="*/ 2147483647 w 2773"/>
              <a:gd name="T5" fmla="*/ 2147483647 h 738"/>
              <a:gd name="T6" fmla="*/ 2147483647 w 2773"/>
              <a:gd name="T7" fmla="*/ 2147483647 h 738"/>
              <a:gd name="T8" fmla="*/ 2147483647 w 2773"/>
              <a:gd name="T9" fmla="*/ 0 h 7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rgbClr val="FFFF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751" name="Freeform 1050"/>
          <p:cNvSpPr>
            <a:spLocks/>
          </p:cNvSpPr>
          <p:nvPr/>
        </p:nvSpPr>
        <p:spPr bwMode="auto">
          <a:xfrm>
            <a:off x="10276417" y="5540376"/>
            <a:ext cx="99483" cy="187325"/>
          </a:xfrm>
          <a:custGeom>
            <a:avLst/>
            <a:gdLst>
              <a:gd name="T0" fmla="*/ 2147483647 w 637"/>
              <a:gd name="T1" fmla="*/ 0 h 1659"/>
              <a:gd name="T2" fmla="*/ 2147483647 w 637"/>
              <a:gd name="T3" fmla="*/ 0 h 1659"/>
              <a:gd name="T4" fmla="*/ 2147483647 w 637"/>
              <a:gd name="T5" fmla="*/ 2147483647 h 1659"/>
              <a:gd name="T6" fmla="*/ 0 w 637"/>
              <a:gd name="T7" fmla="*/ 2147483647 h 1659"/>
              <a:gd name="T8" fmla="*/ 2147483647 w 637"/>
              <a:gd name="T9" fmla="*/ 0 h 165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7" h="1659">
                <a:moveTo>
                  <a:pt x="615" y="0"/>
                </a:moveTo>
                <a:lnTo>
                  <a:pt x="637" y="0"/>
                </a:lnTo>
                <a:lnTo>
                  <a:pt x="68" y="1659"/>
                </a:lnTo>
                <a:lnTo>
                  <a:pt x="0" y="1647"/>
                </a:lnTo>
                <a:lnTo>
                  <a:pt x="615" y="0"/>
                </a:lnTo>
                <a:close/>
              </a:path>
            </a:pathLst>
          </a:custGeom>
          <a:solidFill>
            <a:srgbClr val="4D4D4D"/>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752" name="Freeform 1051"/>
          <p:cNvSpPr>
            <a:spLocks/>
          </p:cNvSpPr>
          <p:nvPr/>
        </p:nvSpPr>
        <p:spPr bwMode="auto">
          <a:xfrm>
            <a:off x="9939868" y="5672138"/>
            <a:ext cx="345017" cy="61912"/>
          </a:xfrm>
          <a:custGeom>
            <a:avLst/>
            <a:gdLst>
              <a:gd name="T0" fmla="*/ 0 w 2216"/>
              <a:gd name="T1" fmla="*/ 0 h 550"/>
              <a:gd name="T2" fmla="*/ 2147483647 w 2216"/>
              <a:gd name="T3" fmla="*/ 2147483647 h 550"/>
              <a:gd name="T4" fmla="*/ 2147483647 w 2216"/>
              <a:gd name="T5" fmla="*/ 2147483647 h 550"/>
              <a:gd name="T6" fmla="*/ 2147483647 w 2216"/>
              <a:gd name="T7" fmla="*/ 2147483647 h 550"/>
              <a:gd name="T8" fmla="*/ 0 w 2216"/>
              <a:gd name="T9" fmla="*/ 0 h 5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grpSp>
        <p:nvGrpSpPr>
          <p:cNvPr id="753" name="Group 1052"/>
          <p:cNvGrpSpPr>
            <a:grpSpLocks/>
          </p:cNvGrpSpPr>
          <p:nvPr/>
        </p:nvGrpSpPr>
        <p:grpSpPr bwMode="auto">
          <a:xfrm>
            <a:off x="9935634" y="5737225"/>
            <a:ext cx="116417" cy="38100"/>
            <a:chOff x="1740" y="2642"/>
            <a:chExt cx="752" cy="327"/>
          </a:xfrm>
        </p:grpSpPr>
        <p:sp>
          <p:nvSpPr>
            <p:cNvPr id="754" name="Freeform 1053"/>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2" h="327">
                  <a:moveTo>
                    <a:pt x="293" y="0"/>
                  </a:moveTo>
                  <a:lnTo>
                    <a:pt x="752" y="124"/>
                  </a:lnTo>
                  <a:lnTo>
                    <a:pt x="470" y="327"/>
                  </a:lnTo>
                  <a:lnTo>
                    <a:pt x="0" y="183"/>
                  </a:lnTo>
                  <a:lnTo>
                    <a:pt x="293"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755" name="Freeform 1054"/>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756" name="Freeform 1055"/>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0">
                  <a:moveTo>
                    <a:pt x="0" y="44"/>
                  </a:moveTo>
                  <a:lnTo>
                    <a:pt x="75" y="0"/>
                  </a:lnTo>
                  <a:lnTo>
                    <a:pt x="258" y="50"/>
                  </a:lnTo>
                  <a:lnTo>
                    <a:pt x="183" y="100"/>
                  </a:lnTo>
                  <a:lnTo>
                    <a:pt x="0" y="44"/>
                  </a:lnTo>
                  <a:close/>
                </a:path>
              </a:pathLst>
            </a:custGeom>
            <a:solidFill>
              <a:srgbClr val="00CC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757" name="Freeform 1056"/>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758" name="Freeform 1057"/>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2">
                  <a:moveTo>
                    <a:pt x="0" y="46"/>
                  </a:moveTo>
                  <a:lnTo>
                    <a:pt x="71" y="0"/>
                  </a:lnTo>
                  <a:lnTo>
                    <a:pt x="258" y="52"/>
                  </a:lnTo>
                  <a:lnTo>
                    <a:pt x="183" y="102"/>
                  </a:lnTo>
                  <a:lnTo>
                    <a:pt x="0" y="46"/>
                  </a:lnTo>
                  <a:close/>
                </a:path>
              </a:pathLst>
            </a:custGeom>
            <a:solidFill>
              <a:srgbClr val="00CC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759" name="Freeform 1058"/>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grpSp>
      <p:sp>
        <p:nvSpPr>
          <p:cNvPr id="760" name="Freeform 1059"/>
          <p:cNvSpPr>
            <a:spLocks/>
          </p:cNvSpPr>
          <p:nvPr/>
        </p:nvSpPr>
        <p:spPr bwMode="auto">
          <a:xfrm>
            <a:off x="10134601" y="5743576"/>
            <a:ext cx="141817" cy="80963"/>
          </a:xfrm>
          <a:custGeom>
            <a:avLst/>
            <a:gdLst>
              <a:gd name="T0" fmla="*/ 2147483647 w 990"/>
              <a:gd name="T1" fmla="*/ 2147483647 h 792"/>
              <a:gd name="T2" fmla="*/ 2147483647 w 990"/>
              <a:gd name="T3" fmla="*/ 0 h 792"/>
              <a:gd name="T4" fmla="*/ 2147483647 w 990"/>
              <a:gd name="T5" fmla="*/ 2147483647 h 792"/>
              <a:gd name="T6" fmla="*/ 0 w 990"/>
              <a:gd name="T7" fmla="*/ 2147483647 h 792"/>
              <a:gd name="T8" fmla="*/ 2147483647 w 990"/>
              <a:gd name="T9" fmla="*/ 2147483647 h 7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0" h="792">
                <a:moveTo>
                  <a:pt x="3" y="738"/>
                </a:moveTo>
                <a:lnTo>
                  <a:pt x="990" y="0"/>
                </a:lnTo>
                <a:lnTo>
                  <a:pt x="987" y="60"/>
                </a:lnTo>
                <a:lnTo>
                  <a:pt x="0" y="792"/>
                </a:lnTo>
                <a:lnTo>
                  <a:pt x="3" y="738"/>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761" name="Freeform 1060"/>
          <p:cNvSpPr>
            <a:spLocks/>
          </p:cNvSpPr>
          <p:nvPr/>
        </p:nvSpPr>
        <p:spPr bwMode="auto">
          <a:xfrm>
            <a:off x="9772651" y="5749926"/>
            <a:ext cx="361949" cy="73025"/>
          </a:xfrm>
          <a:custGeom>
            <a:avLst/>
            <a:gdLst>
              <a:gd name="T0" fmla="*/ 2147483647 w 2532"/>
              <a:gd name="T1" fmla="*/ 0 h 723"/>
              <a:gd name="T2" fmla="*/ 2147483647 w 2532"/>
              <a:gd name="T3" fmla="*/ 0 h 723"/>
              <a:gd name="T4" fmla="*/ 2147483647 w 2532"/>
              <a:gd name="T5" fmla="*/ 2147483647 h 723"/>
              <a:gd name="T6" fmla="*/ 2147483647 w 2532"/>
              <a:gd name="T7" fmla="*/ 2147483647 h 723"/>
              <a:gd name="T8" fmla="*/ 0 w 2532"/>
              <a:gd name="T9" fmla="*/ 2147483647 h 723"/>
              <a:gd name="T10" fmla="*/ 2147483647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762" name="Freeform 1061"/>
          <p:cNvSpPr>
            <a:spLocks/>
          </p:cNvSpPr>
          <p:nvPr/>
        </p:nvSpPr>
        <p:spPr bwMode="auto">
          <a:xfrm>
            <a:off x="9774767" y="5735639"/>
            <a:ext cx="2117" cy="15875"/>
          </a:xfrm>
          <a:custGeom>
            <a:avLst/>
            <a:gdLst>
              <a:gd name="T0" fmla="*/ 2147483647 w 26"/>
              <a:gd name="T1" fmla="*/ 2147483647 h 147"/>
              <a:gd name="T2" fmla="*/ 2147483647 w 26"/>
              <a:gd name="T3" fmla="*/ 2147483647 h 147"/>
              <a:gd name="T4" fmla="*/ 0 w 26"/>
              <a:gd name="T5" fmla="*/ 2147483647 h 147"/>
              <a:gd name="T6" fmla="*/ 2147483647 w 26"/>
              <a:gd name="T7" fmla="*/ 0 h 147"/>
              <a:gd name="T8" fmla="*/ 2147483647 w 26"/>
              <a:gd name="T9" fmla="*/ 2147483647 h 1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47">
                <a:moveTo>
                  <a:pt x="26" y="10"/>
                </a:moveTo>
                <a:lnTo>
                  <a:pt x="23" y="147"/>
                </a:lnTo>
                <a:lnTo>
                  <a:pt x="0" y="144"/>
                </a:lnTo>
                <a:lnTo>
                  <a:pt x="3" y="0"/>
                </a:lnTo>
                <a:lnTo>
                  <a:pt x="26" y="1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763" name="Freeform 1062"/>
          <p:cNvSpPr>
            <a:spLocks/>
          </p:cNvSpPr>
          <p:nvPr/>
        </p:nvSpPr>
        <p:spPr bwMode="auto">
          <a:xfrm>
            <a:off x="9774768" y="5675313"/>
            <a:ext cx="167217" cy="61912"/>
          </a:xfrm>
          <a:custGeom>
            <a:avLst/>
            <a:gdLst>
              <a:gd name="T0" fmla="*/ 2147483647 w 1176"/>
              <a:gd name="T1" fmla="*/ 0 h 606"/>
              <a:gd name="T2" fmla="*/ 0 w 1176"/>
              <a:gd name="T3" fmla="*/ 2147483647 h 606"/>
              <a:gd name="T4" fmla="*/ 2147483647 w 1176"/>
              <a:gd name="T5" fmla="*/ 2147483647 h 606"/>
              <a:gd name="T6" fmla="*/ 2147483647 w 1176"/>
              <a:gd name="T7" fmla="*/ 2147483647 h 606"/>
              <a:gd name="T8" fmla="*/ 2147483647 w 1176"/>
              <a:gd name="T9" fmla="*/ 0 h 6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76" h="606">
                <a:moveTo>
                  <a:pt x="1170" y="0"/>
                </a:moveTo>
                <a:lnTo>
                  <a:pt x="0" y="597"/>
                </a:lnTo>
                <a:lnTo>
                  <a:pt x="30" y="606"/>
                </a:lnTo>
                <a:lnTo>
                  <a:pt x="1176" y="18"/>
                </a:lnTo>
                <a:lnTo>
                  <a:pt x="1170"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764" name="Freeform 1063"/>
          <p:cNvSpPr>
            <a:spLocks/>
          </p:cNvSpPr>
          <p:nvPr/>
        </p:nvSpPr>
        <p:spPr bwMode="auto">
          <a:xfrm>
            <a:off x="9785351" y="5738814"/>
            <a:ext cx="342900" cy="71437"/>
          </a:xfrm>
          <a:custGeom>
            <a:avLst/>
            <a:gdLst>
              <a:gd name="T0" fmla="*/ 2147483647 w 2532"/>
              <a:gd name="T1" fmla="*/ 0 h 723"/>
              <a:gd name="T2" fmla="*/ 2147483647 w 2532"/>
              <a:gd name="T3" fmla="*/ 0 h 723"/>
              <a:gd name="T4" fmla="*/ 2147483647 w 2532"/>
              <a:gd name="T5" fmla="*/ 2147483647 h 723"/>
              <a:gd name="T6" fmla="*/ 2147483647 w 2532"/>
              <a:gd name="T7" fmla="*/ 2147483647 h 723"/>
              <a:gd name="T8" fmla="*/ 0 w 2532"/>
              <a:gd name="T9" fmla="*/ 2147483647 h 723"/>
              <a:gd name="T10" fmla="*/ 2147483647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765" name="Freeform 1064"/>
          <p:cNvSpPr>
            <a:spLocks/>
          </p:cNvSpPr>
          <p:nvPr/>
        </p:nvSpPr>
        <p:spPr bwMode="auto">
          <a:xfrm flipV="1">
            <a:off x="10128251" y="5734051"/>
            <a:ext cx="139700" cy="74613"/>
          </a:xfrm>
          <a:custGeom>
            <a:avLst/>
            <a:gdLst>
              <a:gd name="T0" fmla="*/ 2147483647 w 2532"/>
              <a:gd name="T1" fmla="*/ 0 h 723"/>
              <a:gd name="T2" fmla="*/ 2147483647 w 2532"/>
              <a:gd name="T3" fmla="*/ 0 h 723"/>
              <a:gd name="T4" fmla="*/ 2147483647 w 2532"/>
              <a:gd name="T5" fmla="*/ 2147483647 h 723"/>
              <a:gd name="T6" fmla="*/ 2147483647 w 2532"/>
              <a:gd name="T7" fmla="*/ 2147483647 h 723"/>
              <a:gd name="T8" fmla="*/ 0 w 2532"/>
              <a:gd name="T9" fmla="*/ 2147483647 h 723"/>
              <a:gd name="T10" fmla="*/ 2147483647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grpSp>
        <p:nvGrpSpPr>
          <p:cNvPr id="766" name="Group 1065"/>
          <p:cNvGrpSpPr>
            <a:grpSpLocks/>
          </p:cNvGrpSpPr>
          <p:nvPr/>
        </p:nvGrpSpPr>
        <p:grpSpPr bwMode="auto">
          <a:xfrm>
            <a:off x="8468785" y="2493963"/>
            <a:ext cx="520700" cy="169862"/>
            <a:chOff x="4650" y="1129"/>
            <a:chExt cx="246" cy="95"/>
          </a:xfrm>
        </p:grpSpPr>
        <p:sp>
          <p:nvSpPr>
            <p:cNvPr id="767" name="Oval 407"/>
            <p:cNvSpPr>
              <a:spLocks noChangeArrowheads="1"/>
            </p:cNvSpPr>
            <p:nvPr/>
          </p:nvSpPr>
          <p:spPr bwMode="auto">
            <a:xfrm>
              <a:off x="4651" y="1171"/>
              <a:ext cx="244" cy="53"/>
            </a:xfrm>
            <a:prstGeom prst="ellipse">
              <a:avLst/>
            </a:prstGeom>
            <a:gradFill rotWithShape="1">
              <a:gsLst>
                <a:gs pos="0">
                  <a:srgbClr val="CCCCFF"/>
                </a:gs>
                <a:gs pos="100000">
                  <a:srgbClr val="FFFFFF"/>
                </a:gs>
              </a:gsLst>
              <a:lin ang="0" scaled="1"/>
            </a:gradFill>
            <a:ln w="9525">
              <a:solidFill>
                <a:srgbClr val="000000"/>
              </a:solidFill>
              <a:round/>
              <a:headEnd/>
              <a:tailEnd/>
            </a:ln>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768" name="Rectangle 410"/>
            <p:cNvSpPr>
              <a:spLocks noChangeArrowheads="1"/>
            </p:cNvSpPr>
            <p:nvPr/>
          </p:nvSpPr>
          <p:spPr bwMode="auto">
            <a:xfrm>
              <a:off x="4651" y="1165"/>
              <a:ext cx="245" cy="33"/>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769" name="Oval 411"/>
            <p:cNvSpPr>
              <a:spLocks noChangeArrowheads="1"/>
            </p:cNvSpPr>
            <p:nvPr/>
          </p:nvSpPr>
          <p:spPr bwMode="auto">
            <a:xfrm>
              <a:off x="4650" y="1129"/>
              <a:ext cx="244" cy="62"/>
            </a:xfrm>
            <a:prstGeom prst="ellipse">
              <a:avLst/>
            </a:prstGeom>
            <a:gradFill rotWithShape="1">
              <a:gsLst>
                <a:gs pos="0">
                  <a:srgbClr val="CCCCFF"/>
                </a:gs>
                <a:gs pos="100000">
                  <a:srgbClr val="FFFFFF"/>
                </a:gs>
              </a:gsLst>
              <a:lin ang="0" scaled="1"/>
            </a:gradFill>
            <a:ln w="9525">
              <a:solidFill>
                <a:srgbClr val="000000"/>
              </a:solidFill>
              <a:round/>
              <a:headEnd/>
              <a:tailEnd/>
            </a:ln>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grpSp>
          <p:nvGrpSpPr>
            <p:cNvPr id="770" name="Group 1069"/>
            <p:cNvGrpSpPr>
              <a:grpSpLocks/>
            </p:cNvGrpSpPr>
            <p:nvPr/>
          </p:nvGrpSpPr>
          <p:grpSpPr bwMode="auto">
            <a:xfrm>
              <a:off x="4699" y="1145"/>
              <a:ext cx="138" cy="29"/>
              <a:chOff x="2468" y="1332"/>
              <a:chExt cx="310" cy="60"/>
            </a:xfrm>
          </p:grpSpPr>
          <p:sp>
            <p:nvSpPr>
              <p:cNvPr id="773" name="Freeform 1070"/>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noFill/>
              <a:ln w="12700" cmpd="sng">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774" name="Freeform 1071"/>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noFill/>
              <a:ln w="12700" cmpd="sng">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grpSp>
        <p:sp>
          <p:nvSpPr>
            <p:cNvPr id="771" name="Line 1072"/>
            <p:cNvSpPr>
              <a:spLocks noChangeShapeType="1"/>
            </p:cNvSpPr>
            <p:nvPr/>
          </p:nvSpPr>
          <p:spPr bwMode="auto">
            <a:xfrm>
              <a:off x="4651" y="1158"/>
              <a:ext cx="0" cy="4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772" name="Line 1073"/>
            <p:cNvSpPr>
              <a:spLocks noChangeShapeType="1"/>
            </p:cNvSpPr>
            <p:nvPr/>
          </p:nvSpPr>
          <p:spPr bwMode="auto">
            <a:xfrm>
              <a:off x="4894" y="1160"/>
              <a:ext cx="0" cy="41"/>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grpSp>
      <p:grpSp>
        <p:nvGrpSpPr>
          <p:cNvPr id="775" name="Group 1074"/>
          <p:cNvGrpSpPr>
            <a:grpSpLocks/>
          </p:cNvGrpSpPr>
          <p:nvPr/>
        </p:nvGrpSpPr>
        <p:grpSpPr bwMode="auto">
          <a:xfrm>
            <a:off x="8068734" y="3641725"/>
            <a:ext cx="520700" cy="169863"/>
            <a:chOff x="4650" y="1129"/>
            <a:chExt cx="246" cy="95"/>
          </a:xfrm>
        </p:grpSpPr>
        <p:sp>
          <p:nvSpPr>
            <p:cNvPr id="776" name="Oval 407"/>
            <p:cNvSpPr>
              <a:spLocks noChangeArrowheads="1"/>
            </p:cNvSpPr>
            <p:nvPr/>
          </p:nvSpPr>
          <p:spPr bwMode="auto">
            <a:xfrm>
              <a:off x="4651" y="1171"/>
              <a:ext cx="244" cy="53"/>
            </a:xfrm>
            <a:prstGeom prst="ellipse">
              <a:avLst/>
            </a:prstGeom>
            <a:gradFill rotWithShape="1">
              <a:gsLst>
                <a:gs pos="0">
                  <a:srgbClr val="CCCCFF"/>
                </a:gs>
                <a:gs pos="100000">
                  <a:srgbClr val="FFFFFF"/>
                </a:gs>
              </a:gsLst>
              <a:lin ang="0" scaled="1"/>
            </a:gradFill>
            <a:ln w="9525">
              <a:solidFill>
                <a:srgbClr val="000000"/>
              </a:solidFill>
              <a:round/>
              <a:headEnd/>
              <a:tailEnd/>
            </a:ln>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777" name="Rectangle 410"/>
            <p:cNvSpPr>
              <a:spLocks noChangeArrowheads="1"/>
            </p:cNvSpPr>
            <p:nvPr/>
          </p:nvSpPr>
          <p:spPr bwMode="auto">
            <a:xfrm>
              <a:off x="4651" y="1165"/>
              <a:ext cx="245" cy="33"/>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778" name="Oval 411"/>
            <p:cNvSpPr>
              <a:spLocks noChangeArrowheads="1"/>
            </p:cNvSpPr>
            <p:nvPr/>
          </p:nvSpPr>
          <p:spPr bwMode="auto">
            <a:xfrm>
              <a:off x="4650" y="1129"/>
              <a:ext cx="244" cy="62"/>
            </a:xfrm>
            <a:prstGeom prst="ellipse">
              <a:avLst/>
            </a:prstGeom>
            <a:gradFill rotWithShape="1">
              <a:gsLst>
                <a:gs pos="0">
                  <a:srgbClr val="CCCCFF"/>
                </a:gs>
                <a:gs pos="100000">
                  <a:srgbClr val="FFFFFF"/>
                </a:gs>
              </a:gsLst>
              <a:lin ang="0" scaled="1"/>
            </a:gradFill>
            <a:ln w="9525">
              <a:solidFill>
                <a:srgbClr val="000000"/>
              </a:solidFill>
              <a:round/>
              <a:headEnd/>
              <a:tailEnd/>
            </a:ln>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grpSp>
          <p:nvGrpSpPr>
            <p:cNvPr id="779" name="Group 1078"/>
            <p:cNvGrpSpPr>
              <a:grpSpLocks/>
            </p:cNvGrpSpPr>
            <p:nvPr/>
          </p:nvGrpSpPr>
          <p:grpSpPr bwMode="auto">
            <a:xfrm>
              <a:off x="4699" y="1145"/>
              <a:ext cx="138" cy="29"/>
              <a:chOff x="2468" y="1332"/>
              <a:chExt cx="310" cy="60"/>
            </a:xfrm>
          </p:grpSpPr>
          <p:sp>
            <p:nvSpPr>
              <p:cNvPr id="782" name="Freeform 1079"/>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noFill/>
              <a:ln w="12700" cmpd="sng">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783" name="Freeform 1080"/>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noFill/>
              <a:ln w="12700" cmpd="sng">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grpSp>
        <p:sp>
          <p:nvSpPr>
            <p:cNvPr id="780" name="Line 1081"/>
            <p:cNvSpPr>
              <a:spLocks noChangeShapeType="1"/>
            </p:cNvSpPr>
            <p:nvPr/>
          </p:nvSpPr>
          <p:spPr bwMode="auto">
            <a:xfrm>
              <a:off x="4651" y="1158"/>
              <a:ext cx="0" cy="4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781" name="Line 1082"/>
            <p:cNvSpPr>
              <a:spLocks noChangeShapeType="1"/>
            </p:cNvSpPr>
            <p:nvPr/>
          </p:nvSpPr>
          <p:spPr bwMode="auto">
            <a:xfrm>
              <a:off x="4894" y="1160"/>
              <a:ext cx="0" cy="41"/>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grpSp>
      <p:grpSp>
        <p:nvGrpSpPr>
          <p:cNvPr id="784" name="Group 1083"/>
          <p:cNvGrpSpPr>
            <a:grpSpLocks/>
          </p:cNvGrpSpPr>
          <p:nvPr/>
        </p:nvGrpSpPr>
        <p:grpSpPr bwMode="auto">
          <a:xfrm>
            <a:off x="7372351" y="3016250"/>
            <a:ext cx="692149" cy="128588"/>
            <a:chOff x="2199" y="955"/>
            <a:chExt cx="2547" cy="506"/>
          </a:xfrm>
        </p:grpSpPr>
        <p:sp>
          <p:nvSpPr>
            <p:cNvPr id="785" name="Freeform 1084"/>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786" name="Freeform 1085"/>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787" name="Freeform 1086"/>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788" name="Freeform 1087"/>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789" name="Freeform 1088"/>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790" name="Freeform 1089"/>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grpSp>
      <p:grpSp>
        <p:nvGrpSpPr>
          <p:cNvPr id="791" name="Group 1090"/>
          <p:cNvGrpSpPr>
            <a:grpSpLocks/>
          </p:cNvGrpSpPr>
          <p:nvPr/>
        </p:nvGrpSpPr>
        <p:grpSpPr bwMode="auto">
          <a:xfrm>
            <a:off x="8331200" y="4852988"/>
            <a:ext cx="823384" cy="247650"/>
            <a:chOff x="2356" y="1300"/>
            <a:chExt cx="555" cy="194"/>
          </a:xfrm>
        </p:grpSpPr>
        <p:sp>
          <p:nvSpPr>
            <p:cNvPr id="792" name="Oval 407"/>
            <p:cNvSpPr>
              <a:spLocks noChangeArrowheads="1"/>
            </p:cNvSpPr>
            <p:nvPr/>
          </p:nvSpPr>
          <p:spPr bwMode="auto">
            <a:xfrm>
              <a:off x="2357" y="1385"/>
              <a:ext cx="551" cy="109"/>
            </a:xfrm>
            <a:prstGeom prst="ellipse">
              <a:avLst/>
            </a:prstGeom>
            <a:gradFill rotWithShape="1">
              <a:gsLst>
                <a:gs pos="0">
                  <a:srgbClr val="CCCCFF"/>
                </a:gs>
                <a:gs pos="100000">
                  <a:srgbClr val="FFFFFF"/>
                </a:gs>
              </a:gsLst>
              <a:lin ang="0" scaled="1"/>
            </a:gradFill>
            <a:ln w="9525">
              <a:solidFill>
                <a:srgbClr val="000000"/>
              </a:solidFill>
              <a:round/>
              <a:headEnd/>
              <a:tailEnd/>
            </a:ln>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793" name="Rectangle 410"/>
            <p:cNvSpPr>
              <a:spLocks noChangeArrowheads="1"/>
            </p:cNvSpPr>
            <p:nvPr/>
          </p:nvSpPr>
          <p:spPr bwMode="auto">
            <a:xfrm>
              <a:off x="2357" y="1374"/>
              <a:ext cx="554" cy="6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794" name="Oval 411"/>
            <p:cNvSpPr>
              <a:spLocks noChangeArrowheads="1"/>
            </p:cNvSpPr>
            <p:nvPr/>
          </p:nvSpPr>
          <p:spPr bwMode="auto">
            <a:xfrm>
              <a:off x="2356" y="1300"/>
              <a:ext cx="551" cy="127"/>
            </a:xfrm>
            <a:prstGeom prst="ellipse">
              <a:avLst/>
            </a:prstGeom>
            <a:gradFill rotWithShape="1">
              <a:gsLst>
                <a:gs pos="0">
                  <a:srgbClr val="CCCCFF"/>
                </a:gs>
                <a:gs pos="100000">
                  <a:srgbClr val="FFFFFF"/>
                </a:gs>
              </a:gsLst>
              <a:lin ang="0" scaled="1"/>
            </a:gradFill>
            <a:ln w="9525">
              <a:solidFill>
                <a:srgbClr val="000000"/>
              </a:solidFill>
              <a:round/>
              <a:headEnd/>
              <a:tailEnd/>
            </a:ln>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grpSp>
          <p:nvGrpSpPr>
            <p:cNvPr id="795" name="Group 1094"/>
            <p:cNvGrpSpPr>
              <a:grpSpLocks/>
            </p:cNvGrpSpPr>
            <p:nvPr/>
          </p:nvGrpSpPr>
          <p:grpSpPr bwMode="auto">
            <a:xfrm>
              <a:off x="2468" y="1332"/>
              <a:ext cx="310" cy="60"/>
              <a:chOff x="2468" y="1332"/>
              <a:chExt cx="310" cy="60"/>
            </a:xfrm>
          </p:grpSpPr>
          <p:sp>
            <p:nvSpPr>
              <p:cNvPr id="798" name="Freeform 1095"/>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noFill/>
              <a:ln w="28575" cmpd="sng">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799" name="Freeform 1096"/>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noFill/>
              <a:ln w="28575" cmpd="sng">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grpSp>
        <p:sp>
          <p:nvSpPr>
            <p:cNvPr id="796" name="Line 1097"/>
            <p:cNvSpPr>
              <a:spLocks noChangeShapeType="1"/>
            </p:cNvSpPr>
            <p:nvPr/>
          </p:nvSpPr>
          <p:spPr bwMode="auto">
            <a:xfrm>
              <a:off x="2357" y="1361"/>
              <a:ext cx="0" cy="8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797" name="Line 1098"/>
            <p:cNvSpPr>
              <a:spLocks noChangeShapeType="1"/>
            </p:cNvSpPr>
            <p:nvPr/>
          </p:nvSpPr>
          <p:spPr bwMode="auto">
            <a:xfrm>
              <a:off x="2907" y="1363"/>
              <a:ext cx="0" cy="8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grpSp>
      <p:grpSp>
        <p:nvGrpSpPr>
          <p:cNvPr id="800" name="Group 1099"/>
          <p:cNvGrpSpPr>
            <a:grpSpLocks/>
          </p:cNvGrpSpPr>
          <p:nvPr/>
        </p:nvGrpSpPr>
        <p:grpSpPr bwMode="auto">
          <a:xfrm>
            <a:off x="9292167" y="4510088"/>
            <a:ext cx="823384" cy="247650"/>
            <a:chOff x="2356" y="1300"/>
            <a:chExt cx="555" cy="194"/>
          </a:xfrm>
        </p:grpSpPr>
        <p:sp>
          <p:nvSpPr>
            <p:cNvPr id="801" name="Oval 407"/>
            <p:cNvSpPr>
              <a:spLocks noChangeArrowheads="1"/>
            </p:cNvSpPr>
            <p:nvPr/>
          </p:nvSpPr>
          <p:spPr bwMode="auto">
            <a:xfrm>
              <a:off x="2357" y="1385"/>
              <a:ext cx="551" cy="109"/>
            </a:xfrm>
            <a:prstGeom prst="ellipse">
              <a:avLst/>
            </a:prstGeom>
            <a:gradFill rotWithShape="1">
              <a:gsLst>
                <a:gs pos="0">
                  <a:srgbClr val="CCCCFF"/>
                </a:gs>
                <a:gs pos="100000">
                  <a:srgbClr val="FFFFFF"/>
                </a:gs>
              </a:gsLst>
              <a:lin ang="0" scaled="1"/>
            </a:gradFill>
            <a:ln w="9525">
              <a:solidFill>
                <a:srgbClr val="000000"/>
              </a:solidFill>
              <a:round/>
              <a:headEnd/>
              <a:tailEnd/>
            </a:ln>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802" name="Rectangle 410"/>
            <p:cNvSpPr>
              <a:spLocks noChangeArrowheads="1"/>
            </p:cNvSpPr>
            <p:nvPr/>
          </p:nvSpPr>
          <p:spPr bwMode="auto">
            <a:xfrm>
              <a:off x="2357" y="1374"/>
              <a:ext cx="554" cy="6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803" name="Oval 411"/>
            <p:cNvSpPr>
              <a:spLocks noChangeArrowheads="1"/>
            </p:cNvSpPr>
            <p:nvPr/>
          </p:nvSpPr>
          <p:spPr bwMode="auto">
            <a:xfrm>
              <a:off x="2356" y="1300"/>
              <a:ext cx="551" cy="127"/>
            </a:xfrm>
            <a:prstGeom prst="ellipse">
              <a:avLst/>
            </a:prstGeom>
            <a:gradFill rotWithShape="1">
              <a:gsLst>
                <a:gs pos="0">
                  <a:srgbClr val="CCCCFF"/>
                </a:gs>
                <a:gs pos="100000">
                  <a:srgbClr val="FFFFFF"/>
                </a:gs>
              </a:gsLst>
              <a:lin ang="0" scaled="1"/>
            </a:gradFill>
            <a:ln w="9525">
              <a:solidFill>
                <a:srgbClr val="000000"/>
              </a:solidFill>
              <a:round/>
              <a:headEnd/>
              <a:tailEnd/>
            </a:ln>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grpSp>
          <p:nvGrpSpPr>
            <p:cNvPr id="804" name="Group 1103"/>
            <p:cNvGrpSpPr>
              <a:grpSpLocks/>
            </p:cNvGrpSpPr>
            <p:nvPr/>
          </p:nvGrpSpPr>
          <p:grpSpPr bwMode="auto">
            <a:xfrm>
              <a:off x="2468" y="1332"/>
              <a:ext cx="310" cy="60"/>
              <a:chOff x="2468" y="1332"/>
              <a:chExt cx="310" cy="60"/>
            </a:xfrm>
          </p:grpSpPr>
          <p:sp>
            <p:nvSpPr>
              <p:cNvPr id="807" name="Freeform 1104"/>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noFill/>
              <a:ln w="28575" cmpd="sng">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808" name="Freeform 1105"/>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noFill/>
              <a:ln w="28575" cmpd="sng">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grpSp>
        <p:sp>
          <p:nvSpPr>
            <p:cNvPr id="805" name="Line 1106"/>
            <p:cNvSpPr>
              <a:spLocks noChangeShapeType="1"/>
            </p:cNvSpPr>
            <p:nvPr/>
          </p:nvSpPr>
          <p:spPr bwMode="auto">
            <a:xfrm>
              <a:off x="2357" y="1361"/>
              <a:ext cx="0" cy="8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806" name="Line 1107"/>
            <p:cNvSpPr>
              <a:spLocks noChangeShapeType="1"/>
            </p:cNvSpPr>
            <p:nvPr/>
          </p:nvSpPr>
          <p:spPr bwMode="auto">
            <a:xfrm>
              <a:off x="2907" y="1363"/>
              <a:ext cx="0" cy="8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grpSp>
      <p:grpSp>
        <p:nvGrpSpPr>
          <p:cNvPr id="809" name="Group 1108"/>
          <p:cNvGrpSpPr>
            <a:grpSpLocks/>
          </p:cNvGrpSpPr>
          <p:nvPr/>
        </p:nvGrpSpPr>
        <p:grpSpPr bwMode="auto">
          <a:xfrm>
            <a:off x="10113433" y="4811713"/>
            <a:ext cx="823384" cy="247650"/>
            <a:chOff x="2356" y="1300"/>
            <a:chExt cx="555" cy="194"/>
          </a:xfrm>
        </p:grpSpPr>
        <p:sp>
          <p:nvSpPr>
            <p:cNvPr id="810" name="Oval 407"/>
            <p:cNvSpPr>
              <a:spLocks noChangeArrowheads="1"/>
            </p:cNvSpPr>
            <p:nvPr/>
          </p:nvSpPr>
          <p:spPr bwMode="auto">
            <a:xfrm>
              <a:off x="2357" y="1385"/>
              <a:ext cx="551" cy="109"/>
            </a:xfrm>
            <a:prstGeom prst="ellipse">
              <a:avLst/>
            </a:prstGeom>
            <a:gradFill rotWithShape="1">
              <a:gsLst>
                <a:gs pos="0">
                  <a:srgbClr val="CCCCFF"/>
                </a:gs>
                <a:gs pos="100000">
                  <a:srgbClr val="FFFFFF"/>
                </a:gs>
              </a:gsLst>
              <a:lin ang="0" scaled="1"/>
            </a:gradFill>
            <a:ln w="9525">
              <a:solidFill>
                <a:srgbClr val="000000"/>
              </a:solidFill>
              <a:round/>
              <a:headEnd/>
              <a:tailEnd/>
            </a:ln>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811" name="Rectangle 410"/>
            <p:cNvSpPr>
              <a:spLocks noChangeArrowheads="1"/>
            </p:cNvSpPr>
            <p:nvPr/>
          </p:nvSpPr>
          <p:spPr bwMode="auto">
            <a:xfrm>
              <a:off x="2357" y="1374"/>
              <a:ext cx="554" cy="6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812" name="Oval 411"/>
            <p:cNvSpPr>
              <a:spLocks noChangeArrowheads="1"/>
            </p:cNvSpPr>
            <p:nvPr/>
          </p:nvSpPr>
          <p:spPr bwMode="auto">
            <a:xfrm>
              <a:off x="2356" y="1300"/>
              <a:ext cx="551" cy="127"/>
            </a:xfrm>
            <a:prstGeom prst="ellipse">
              <a:avLst/>
            </a:prstGeom>
            <a:gradFill rotWithShape="1">
              <a:gsLst>
                <a:gs pos="0">
                  <a:srgbClr val="CCCCFF"/>
                </a:gs>
                <a:gs pos="100000">
                  <a:srgbClr val="FFFFFF"/>
                </a:gs>
              </a:gsLst>
              <a:lin ang="0" scaled="1"/>
            </a:gradFill>
            <a:ln w="9525">
              <a:solidFill>
                <a:srgbClr val="000000"/>
              </a:solidFill>
              <a:round/>
              <a:headEnd/>
              <a:tailEnd/>
            </a:ln>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grpSp>
          <p:nvGrpSpPr>
            <p:cNvPr id="813" name="Group 1112"/>
            <p:cNvGrpSpPr>
              <a:grpSpLocks/>
            </p:cNvGrpSpPr>
            <p:nvPr/>
          </p:nvGrpSpPr>
          <p:grpSpPr bwMode="auto">
            <a:xfrm>
              <a:off x="2468" y="1332"/>
              <a:ext cx="310" cy="60"/>
              <a:chOff x="2468" y="1332"/>
              <a:chExt cx="310" cy="60"/>
            </a:xfrm>
          </p:grpSpPr>
          <p:sp>
            <p:nvSpPr>
              <p:cNvPr id="816" name="Freeform 1113"/>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noFill/>
              <a:ln w="28575" cmpd="sng">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817" name="Freeform 1114"/>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noFill/>
              <a:ln w="28575" cmpd="sng">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grpSp>
        <p:sp>
          <p:nvSpPr>
            <p:cNvPr id="814" name="Line 1115"/>
            <p:cNvSpPr>
              <a:spLocks noChangeShapeType="1"/>
            </p:cNvSpPr>
            <p:nvPr/>
          </p:nvSpPr>
          <p:spPr bwMode="auto">
            <a:xfrm>
              <a:off x="2357" y="1361"/>
              <a:ext cx="0" cy="8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815" name="Line 1116"/>
            <p:cNvSpPr>
              <a:spLocks noChangeShapeType="1"/>
            </p:cNvSpPr>
            <p:nvPr/>
          </p:nvSpPr>
          <p:spPr bwMode="auto">
            <a:xfrm>
              <a:off x="2907" y="1363"/>
              <a:ext cx="0" cy="8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grpSp>
      <p:sp>
        <p:nvSpPr>
          <p:cNvPr id="818" name="Freeform 1118"/>
          <p:cNvSpPr>
            <a:spLocks/>
          </p:cNvSpPr>
          <p:nvPr/>
        </p:nvSpPr>
        <p:spPr bwMode="auto">
          <a:xfrm>
            <a:off x="9338733" y="3527425"/>
            <a:ext cx="1752600" cy="674688"/>
          </a:xfrm>
          <a:custGeom>
            <a:avLst/>
            <a:gdLst>
              <a:gd name="T0" fmla="*/ 2147483647 w 828"/>
              <a:gd name="T1" fmla="*/ 2147483647 h 425"/>
              <a:gd name="T2" fmla="*/ 2147483647 w 828"/>
              <a:gd name="T3" fmla="*/ 2147483647 h 425"/>
              <a:gd name="T4" fmla="*/ 2147483647 w 828"/>
              <a:gd name="T5" fmla="*/ 2147483647 h 425"/>
              <a:gd name="T6" fmla="*/ 2147483647 w 828"/>
              <a:gd name="T7" fmla="*/ 2147483647 h 425"/>
              <a:gd name="T8" fmla="*/ 2147483647 w 828"/>
              <a:gd name="T9" fmla="*/ 2147483647 h 425"/>
              <a:gd name="T10" fmla="*/ 2147483647 w 828"/>
              <a:gd name="T11" fmla="*/ 2147483647 h 425"/>
              <a:gd name="T12" fmla="*/ 2147483647 w 828"/>
              <a:gd name="T13" fmla="*/ 2147483647 h 425"/>
              <a:gd name="T14" fmla="*/ 2147483647 w 828"/>
              <a:gd name="T15" fmla="*/ 2147483647 h 425"/>
              <a:gd name="T16" fmla="*/ 2147483647 w 828"/>
              <a:gd name="T17" fmla="*/ 2147483647 h 425"/>
              <a:gd name="T18" fmla="*/ 2147483647 w 828"/>
              <a:gd name="T19" fmla="*/ 2147483647 h 425"/>
              <a:gd name="T20" fmla="*/ 2147483647 w 828"/>
              <a:gd name="T21" fmla="*/ 2147483647 h 425"/>
              <a:gd name="T22" fmla="*/ 2147483647 w 828"/>
              <a:gd name="T23" fmla="*/ 2147483647 h 4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828" h="425">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00C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i="1">
              <a:solidFill>
                <a:srgbClr val="000000"/>
              </a:solidFill>
              <a:latin typeface="Comic Sans MS" charset="0"/>
              <a:ea typeface="ＭＳ Ｐゴシック" charset="-128"/>
            </a:endParaRPr>
          </a:p>
        </p:txBody>
      </p:sp>
      <p:sp>
        <p:nvSpPr>
          <p:cNvPr id="819" name="Freeform 1119"/>
          <p:cNvSpPr>
            <a:spLocks/>
          </p:cNvSpPr>
          <p:nvPr/>
        </p:nvSpPr>
        <p:spPr bwMode="auto">
          <a:xfrm>
            <a:off x="9364134" y="2001839"/>
            <a:ext cx="2307167" cy="1125537"/>
          </a:xfrm>
          <a:custGeom>
            <a:avLst/>
            <a:gdLst>
              <a:gd name="T0" fmla="*/ 2147483647 w 765"/>
              <a:gd name="T1" fmla="*/ 2147483647 h 459"/>
              <a:gd name="T2" fmla="*/ 2147483647 w 765"/>
              <a:gd name="T3" fmla="*/ 2147483647 h 459"/>
              <a:gd name="T4" fmla="*/ 2147483647 w 765"/>
              <a:gd name="T5" fmla="*/ 2147483647 h 459"/>
              <a:gd name="T6" fmla="*/ 2147483647 w 765"/>
              <a:gd name="T7" fmla="*/ 2147483647 h 459"/>
              <a:gd name="T8" fmla="*/ 2147483647 w 765"/>
              <a:gd name="T9" fmla="*/ 2147483647 h 459"/>
              <a:gd name="T10" fmla="*/ 2147483647 w 765"/>
              <a:gd name="T11" fmla="*/ 2147483647 h 459"/>
              <a:gd name="T12" fmla="*/ 2147483647 w 765"/>
              <a:gd name="T13" fmla="*/ 2147483647 h 459"/>
              <a:gd name="T14" fmla="*/ 2147483647 w 765"/>
              <a:gd name="T15" fmla="*/ 2147483647 h 459"/>
              <a:gd name="T16" fmla="*/ 2147483647 w 765"/>
              <a:gd name="T17" fmla="*/ 2147483647 h 459"/>
              <a:gd name="T18" fmla="*/ 2147483647 w 765"/>
              <a:gd name="T19" fmla="*/ 2147483647 h 459"/>
              <a:gd name="T20" fmla="*/ 2147483647 w 765"/>
              <a:gd name="T21" fmla="*/ 2147483647 h 459"/>
              <a:gd name="T22" fmla="*/ 2147483647 w 765"/>
              <a:gd name="T23" fmla="*/ 2147483647 h 4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1">
            <a:gsLst>
              <a:gs pos="0">
                <a:srgbClr val="00CCFF"/>
              </a:gs>
              <a:gs pos="100000">
                <a:srgbClr val="FFFF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820" name="Line 1120"/>
          <p:cNvSpPr>
            <a:spLocks noChangeShapeType="1"/>
          </p:cNvSpPr>
          <p:nvPr/>
        </p:nvSpPr>
        <p:spPr bwMode="auto">
          <a:xfrm>
            <a:off x="9861551" y="3813175"/>
            <a:ext cx="218016" cy="12065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0" fontAlgn="base" hangingPunct="0">
              <a:spcBef>
                <a:spcPct val="0"/>
              </a:spcBef>
              <a:spcAft>
                <a:spcPct val="0"/>
              </a:spcAft>
              <a:defRPr/>
            </a:pPr>
            <a:endParaRPr lang="en-US" i="1">
              <a:solidFill>
                <a:srgbClr val="000000"/>
              </a:solidFill>
              <a:latin typeface="Comic Sans MS" charset="0"/>
              <a:ea typeface="ＭＳ Ｐゴシック" charset="0"/>
            </a:endParaRPr>
          </a:p>
        </p:txBody>
      </p:sp>
      <p:sp>
        <p:nvSpPr>
          <p:cNvPr id="821" name="Line 1121"/>
          <p:cNvSpPr>
            <a:spLocks noChangeShapeType="1"/>
          </p:cNvSpPr>
          <p:nvPr/>
        </p:nvSpPr>
        <p:spPr bwMode="auto">
          <a:xfrm>
            <a:off x="9990667" y="3733800"/>
            <a:ext cx="372533" cy="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0" fontAlgn="base" hangingPunct="0">
              <a:spcBef>
                <a:spcPct val="0"/>
              </a:spcBef>
              <a:spcAft>
                <a:spcPct val="0"/>
              </a:spcAft>
              <a:defRPr/>
            </a:pPr>
            <a:endParaRPr lang="en-US" i="1">
              <a:solidFill>
                <a:srgbClr val="000000"/>
              </a:solidFill>
              <a:latin typeface="Comic Sans MS" charset="0"/>
              <a:ea typeface="ＭＳ Ｐゴシック" charset="0"/>
            </a:endParaRPr>
          </a:p>
        </p:txBody>
      </p:sp>
      <p:sp>
        <p:nvSpPr>
          <p:cNvPr id="822" name="Line 1122"/>
          <p:cNvSpPr>
            <a:spLocks noChangeShapeType="1"/>
          </p:cNvSpPr>
          <p:nvPr/>
        </p:nvSpPr>
        <p:spPr bwMode="auto">
          <a:xfrm flipV="1">
            <a:off x="10306051" y="3819526"/>
            <a:ext cx="179916" cy="104775"/>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0" fontAlgn="base" hangingPunct="0">
              <a:spcBef>
                <a:spcPct val="0"/>
              </a:spcBef>
              <a:spcAft>
                <a:spcPct val="0"/>
              </a:spcAft>
              <a:defRPr/>
            </a:pPr>
            <a:endParaRPr lang="en-US" i="1">
              <a:solidFill>
                <a:srgbClr val="000000"/>
              </a:solidFill>
              <a:latin typeface="Comic Sans MS" charset="0"/>
              <a:ea typeface="ＭＳ Ｐゴシック" charset="0"/>
            </a:endParaRPr>
          </a:p>
        </p:txBody>
      </p:sp>
      <p:sp>
        <p:nvSpPr>
          <p:cNvPr id="823" name="Line 1123"/>
          <p:cNvSpPr>
            <a:spLocks noChangeShapeType="1"/>
          </p:cNvSpPr>
          <p:nvPr/>
        </p:nvSpPr>
        <p:spPr bwMode="auto">
          <a:xfrm flipV="1">
            <a:off x="10102851" y="2492376"/>
            <a:ext cx="165100" cy="87313"/>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0" fontAlgn="base" hangingPunct="0">
              <a:spcBef>
                <a:spcPct val="0"/>
              </a:spcBef>
              <a:spcAft>
                <a:spcPct val="0"/>
              </a:spcAft>
              <a:defRPr/>
            </a:pPr>
            <a:endParaRPr lang="en-US" i="1">
              <a:solidFill>
                <a:srgbClr val="000000"/>
              </a:solidFill>
              <a:latin typeface="Comic Sans MS" charset="0"/>
              <a:ea typeface="ＭＳ Ｐゴシック" charset="0"/>
            </a:endParaRPr>
          </a:p>
        </p:txBody>
      </p:sp>
      <p:sp>
        <p:nvSpPr>
          <p:cNvPr id="824" name="Line 1124"/>
          <p:cNvSpPr>
            <a:spLocks noChangeShapeType="1"/>
          </p:cNvSpPr>
          <p:nvPr/>
        </p:nvSpPr>
        <p:spPr bwMode="auto">
          <a:xfrm flipV="1">
            <a:off x="10102851" y="2562226"/>
            <a:ext cx="351367" cy="288925"/>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0" fontAlgn="base" hangingPunct="0">
              <a:spcBef>
                <a:spcPct val="0"/>
              </a:spcBef>
              <a:spcAft>
                <a:spcPct val="0"/>
              </a:spcAft>
              <a:defRPr/>
            </a:pPr>
            <a:endParaRPr lang="en-US" i="1">
              <a:solidFill>
                <a:srgbClr val="000000"/>
              </a:solidFill>
              <a:latin typeface="Comic Sans MS" charset="0"/>
              <a:ea typeface="ＭＳ Ｐゴシック" charset="0"/>
            </a:endParaRPr>
          </a:p>
        </p:txBody>
      </p:sp>
      <p:sp>
        <p:nvSpPr>
          <p:cNvPr id="825" name="Line 1125"/>
          <p:cNvSpPr>
            <a:spLocks noChangeShapeType="1"/>
          </p:cNvSpPr>
          <p:nvPr/>
        </p:nvSpPr>
        <p:spPr bwMode="auto">
          <a:xfrm>
            <a:off x="10589684" y="2560638"/>
            <a:ext cx="0" cy="19685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0" fontAlgn="base" hangingPunct="0">
              <a:spcBef>
                <a:spcPct val="0"/>
              </a:spcBef>
              <a:spcAft>
                <a:spcPct val="0"/>
              </a:spcAft>
              <a:defRPr/>
            </a:pPr>
            <a:endParaRPr lang="en-US" i="1">
              <a:solidFill>
                <a:srgbClr val="000000"/>
              </a:solidFill>
              <a:latin typeface="Comic Sans MS" charset="0"/>
              <a:ea typeface="ＭＳ Ｐゴシック" charset="0"/>
            </a:endParaRPr>
          </a:p>
        </p:txBody>
      </p:sp>
      <p:sp>
        <p:nvSpPr>
          <p:cNvPr id="826" name="Line 1126"/>
          <p:cNvSpPr>
            <a:spLocks noChangeShapeType="1"/>
          </p:cNvSpPr>
          <p:nvPr/>
        </p:nvSpPr>
        <p:spPr bwMode="auto">
          <a:xfrm>
            <a:off x="10119784" y="2867025"/>
            <a:ext cx="251883" cy="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0" fontAlgn="base" hangingPunct="0">
              <a:spcBef>
                <a:spcPct val="0"/>
              </a:spcBef>
              <a:spcAft>
                <a:spcPct val="0"/>
              </a:spcAft>
              <a:defRPr/>
            </a:pPr>
            <a:endParaRPr lang="en-US" i="1">
              <a:solidFill>
                <a:srgbClr val="000000"/>
              </a:solidFill>
              <a:latin typeface="Comic Sans MS" charset="0"/>
              <a:ea typeface="ＭＳ Ｐゴシック" charset="0"/>
            </a:endParaRPr>
          </a:p>
        </p:txBody>
      </p:sp>
      <p:sp>
        <p:nvSpPr>
          <p:cNvPr id="827" name="Line 1127"/>
          <p:cNvSpPr>
            <a:spLocks noChangeShapeType="1"/>
          </p:cNvSpPr>
          <p:nvPr/>
        </p:nvSpPr>
        <p:spPr bwMode="auto">
          <a:xfrm>
            <a:off x="10866967" y="2857500"/>
            <a:ext cx="237067" cy="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0" fontAlgn="base" hangingPunct="0">
              <a:spcBef>
                <a:spcPct val="0"/>
              </a:spcBef>
              <a:spcAft>
                <a:spcPct val="0"/>
              </a:spcAft>
              <a:defRPr/>
            </a:pPr>
            <a:endParaRPr lang="en-US" i="1">
              <a:solidFill>
                <a:srgbClr val="000000"/>
              </a:solidFill>
              <a:latin typeface="Comic Sans MS" charset="0"/>
              <a:ea typeface="ＭＳ Ｐゴシック" charset="0"/>
            </a:endParaRPr>
          </a:p>
        </p:txBody>
      </p:sp>
      <p:sp>
        <p:nvSpPr>
          <p:cNvPr id="828" name="Line 1128"/>
          <p:cNvSpPr>
            <a:spLocks noChangeShapeType="1"/>
          </p:cNvSpPr>
          <p:nvPr/>
        </p:nvSpPr>
        <p:spPr bwMode="auto">
          <a:xfrm flipH="1">
            <a:off x="9728201" y="2933700"/>
            <a:ext cx="131233" cy="70485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0" fontAlgn="base" hangingPunct="0">
              <a:spcBef>
                <a:spcPct val="0"/>
              </a:spcBef>
              <a:spcAft>
                <a:spcPct val="0"/>
              </a:spcAft>
              <a:defRPr/>
            </a:pPr>
            <a:endParaRPr lang="en-US" i="1">
              <a:solidFill>
                <a:srgbClr val="000000"/>
              </a:solidFill>
              <a:latin typeface="Comic Sans MS" charset="0"/>
              <a:ea typeface="ＭＳ Ｐゴシック" charset="0"/>
            </a:endParaRPr>
          </a:p>
        </p:txBody>
      </p:sp>
      <p:sp>
        <p:nvSpPr>
          <p:cNvPr id="829" name="Line 1129"/>
          <p:cNvSpPr>
            <a:spLocks noChangeShapeType="1"/>
          </p:cNvSpPr>
          <p:nvPr/>
        </p:nvSpPr>
        <p:spPr bwMode="auto">
          <a:xfrm flipH="1">
            <a:off x="10517718" y="2933701"/>
            <a:ext cx="148167" cy="727075"/>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0" fontAlgn="base" hangingPunct="0">
              <a:spcBef>
                <a:spcPct val="0"/>
              </a:spcBef>
              <a:spcAft>
                <a:spcPct val="0"/>
              </a:spcAft>
              <a:defRPr/>
            </a:pPr>
            <a:endParaRPr lang="en-US" i="1">
              <a:solidFill>
                <a:srgbClr val="000000"/>
              </a:solidFill>
              <a:latin typeface="Comic Sans MS" charset="0"/>
              <a:ea typeface="ＭＳ Ｐゴシック" charset="0"/>
            </a:endParaRPr>
          </a:p>
        </p:txBody>
      </p:sp>
      <p:grpSp>
        <p:nvGrpSpPr>
          <p:cNvPr id="830" name="Group 1130"/>
          <p:cNvGrpSpPr>
            <a:grpSpLocks/>
          </p:cNvGrpSpPr>
          <p:nvPr/>
        </p:nvGrpSpPr>
        <p:grpSpPr bwMode="auto">
          <a:xfrm>
            <a:off x="10253134" y="2395538"/>
            <a:ext cx="520700" cy="169862"/>
            <a:chOff x="4650" y="1129"/>
            <a:chExt cx="246" cy="95"/>
          </a:xfrm>
        </p:grpSpPr>
        <p:sp>
          <p:nvSpPr>
            <p:cNvPr id="831" name="Oval 407"/>
            <p:cNvSpPr>
              <a:spLocks noChangeArrowheads="1"/>
            </p:cNvSpPr>
            <p:nvPr/>
          </p:nvSpPr>
          <p:spPr bwMode="auto">
            <a:xfrm>
              <a:off x="4651" y="1171"/>
              <a:ext cx="244" cy="53"/>
            </a:xfrm>
            <a:prstGeom prst="ellipse">
              <a:avLst/>
            </a:prstGeom>
            <a:gradFill rotWithShape="1">
              <a:gsLst>
                <a:gs pos="0">
                  <a:srgbClr val="CCCCFF"/>
                </a:gs>
                <a:gs pos="100000">
                  <a:srgbClr val="FFFFFF"/>
                </a:gs>
              </a:gsLst>
              <a:lin ang="0" scaled="1"/>
            </a:gradFill>
            <a:ln w="9525">
              <a:solidFill>
                <a:srgbClr val="000000"/>
              </a:solidFill>
              <a:round/>
              <a:headEnd/>
              <a:tailEnd/>
            </a:ln>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832" name="Rectangle 410"/>
            <p:cNvSpPr>
              <a:spLocks noChangeArrowheads="1"/>
            </p:cNvSpPr>
            <p:nvPr/>
          </p:nvSpPr>
          <p:spPr bwMode="auto">
            <a:xfrm>
              <a:off x="4651" y="1165"/>
              <a:ext cx="245" cy="33"/>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833" name="Oval 411"/>
            <p:cNvSpPr>
              <a:spLocks noChangeArrowheads="1"/>
            </p:cNvSpPr>
            <p:nvPr/>
          </p:nvSpPr>
          <p:spPr bwMode="auto">
            <a:xfrm>
              <a:off x="4650" y="1129"/>
              <a:ext cx="244" cy="62"/>
            </a:xfrm>
            <a:prstGeom prst="ellipse">
              <a:avLst/>
            </a:prstGeom>
            <a:gradFill rotWithShape="1">
              <a:gsLst>
                <a:gs pos="0">
                  <a:srgbClr val="CCCCFF"/>
                </a:gs>
                <a:gs pos="100000">
                  <a:srgbClr val="FFFFFF"/>
                </a:gs>
              </a:gsLst>
              <a:lin ang="0" scaled="1"/>
            </a:gradFill>
            <a:ln w="9525">
              <a:solidFill>
                <a:srgbClr val="000000"/>
              </a:solidFill>
              <a:round/>
              <a:headEnd/>
              <a:tailEnd/>
            </a:ln>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grpSp>
          <p:nvGrpSpPr>
            <p:cNvPr id="834" name="Group 1134"/>
            <p:cNvGrpSpPr>
              <a:grpSpLocks/>
            </p:cNvGrpSpPr>
            <p:nvPr/>
          </p:nvGrpSpPr>
          <p:grpSpPr bwMode="auto">
            <a:xfrm>
              <a:off x="4699" y="1145"/>
              <a:ext cx="138" cy="29"/>
              <a:chOff x="2468" y="1332"/>
              <a:chExt cx="310" cy="60"/>
            </a:xfrm>
          </p:grpSpPr>
          <p:sp>
            <p:nvSpPr>
              <p:cNvPr id="837" name="Freeform 1135"/>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noFill/>
              <a:ln w="12700" cmpd="sng">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838" name="Freeform 1136"/>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noFill/>
              <a:ln w="12700" cmpd="sng">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grpSp>
        <p:sp>
          <p:nvSpPr>
            <p:cNvPr id="835" name="Line 1137"/>
            <p:cNvSpPr>
              <a:spLocks noChangeShapeType="1"/>
            </p:cNvSpPr>
            <p:nvPr/>
          </p:nvSpPr>
          <p:spPr bwMode="auto">
            <a:xfrm>
              <a:off x="4651" y="1158"/>
              <a:ext cx="0" cy="4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836" name="Line 1138"/>
            <p:cNvSpPr>
              <a:spLocks noChangeShapeType="1"/>
            </p:cNvSpPr>
            <p:nvPr/>
          </p:nvSpPr>
          <p:spPr bwMode="auto">
            <a:xfrm>
              <a:off x="4894" y="1160"/>
              <a:ext cx="0" cy="41"/>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grpSp>
      <p:grpSp>
        <p:nvGrpSpPr>
          <p:cNvPr id="839" name="Group 1139"/>
          <p:cNvGrpSpPr>
            <a:grpSpLocks/>
          </p:cNvGrpSpPr>
          <p:nvPr/>
        </p:nvGrpSpPr>
        <p:grpSpPr bwMode="auto">
          <a:xfrm>
            <a:off x="10350501" y="2757488"/>
            <a:ext cx="520700" cy="176212"/>
            <a:chOff x="4650" y="1129"/>
            <a:chExt cx="246" cy="95"/>
          </a:xfrm>
        </p:grpSpPr>
        <p:sp>
          <p:nvSpPr>
            <p:cNvPr id="840" name="Oval 407"/>
            <p:cNvSpPr>
              <a:spLocks noChangeArrowheads="1"/>
            </p:cNvSpPr>
            <p:nvPr/>
          </p:nvSpPr>
          <p:spPr bwMode="auto">
            <a:xfrm>
              <a:off x="4651" y="1171"/>
              <a:ext cx="244" cy="53"/>
            </a:xfrm>
            <a:prstGeom prst="ellipse">
              <a:avLst/>
            </a:prstGeom>
            <a:gradFill rotWithShape="1">
              <a:gsLst>
                <a:gs pos="0">
                  <a:srgbClr val="CCCCFF"/>
                </a:gs>
                <a:gs pos="100000">
                  <a:srgbClr val="FFFFFF"/>
                </a:gs>
              </a:gsLst>
              <a:lin ang="0" scaled="1"/>
            </a:gradFill>
            <a:ln w="9525">
              <a:solidFill>
                <a:srgbClr val="000000"/>
              </a:solidFill>
              <a:round/>
              <a:headEnd/>
              <a:tailEnd/>
            </a:ln>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841" name="Rectangle 410"/>
            <p:cNvSpPr>
              <a:spLocks noChangeArrowheads="1"/>
            </p:cNvSpPr>
            <p:nvPr/>
          </p:nvSpPr>
          <p:spPr bwMode="auto">
            <a:xfrm>
              <a:off x="4651" y="1165"/>
              <a:ext cx="245" cy="33"/>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842" name="Oval 411"/>
            <p:cNvSpPr>
              <a:spLocks noChangeArrowheads="1"/>
            </p:cNvSpPr>
            <p:nvPr/>
          </p:nvSpPr>
          <p:spPr bwMode="auto">
            <a:xfrm>
              <a:off x="4650" y="1129"/>
              <a:ext cx="244" cy="62"/>
            </a:xfrm>
            <a:prstGeom prst="ellipse">
              <a:avLst/>
            </a:prstGeom>
            <a:gradFill rotWithShape="1">
              <a:gsLst>
                <a:gs pos="0">
                  <a:srgbClr val="CCCCFF"/>
                </a:gs>
                <a:gs pos="100000">
                  <a:srgbClr val="FFFFFF"/>
                </a:gs>
              </a:gsLst>
              <a:lin ang="0" scaled="1"/>
            </a:gradFill>
            <a:ln w="9525">
              <a:solidFill>
                <a:srgbClr val="000000"/>
              </a:solidFill>
              <a:round/>
              <a:headEnd/>
              <a:tailEnd/>
            </a:ln>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grpSp>
          <p:nvGrpSpPr>
            <p:cNvPr id="843" name="Group 1143"/>
            <p:cNvGrpSpPr>
              <a:grpSpLocks/>
            </p:cNvGrpSpPr>
            <p:nvPr/>
          </p:nvGrpSpPr>
          <p:grpSpPr bwMode="auto">
            <a:xfrm>
              <a:off x="4699" y="1145"/>
              <a:ext cx="138" cy="29"/>
              <a:chOff x="2468" y="1332"/>
              <a:chExt cx="310" cy="60"/>
            </a:xfrm>
          </p:grpSpPr>
          <p:sp>
            <p:nvSpPr>
              <p:cNvPr id="846" name="Freeform 1144"/>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noFill/>
              <a:ln w="12700" cmpd="sng">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847" name="Freeform 1145"/>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noFill/>
              <a:ln w="12700" cmpd="sng">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grpSp>
        <p:sp>
          <p:nvSpPr>
            <p:cNvPr id="844" name="Line 1146"/>
            <p:cNvSpPr>
              <a:spLocks noChangeShapeType="1"/>
            </p:cNvSpPr>
            <p:nvPr/>
          </p:nvSpPr>
          <p:spPr bwMode="auto">
            <a:xfrm>
              <a:off x="4651" y="1158"/>
              <a:ext cx="0" cy="4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845" name="Line 1147"/>
            <p:cNvSpPr>
              <a:spLocks noChangeShapeType="1"/>
            </p:cNvSpPr>
            <p:nvPr/>
          </p:nvSpPr>
          <p:spPr bwMode="auto">
            <a:xfrm>
              <a:off x="4894" y="1160"/>
              <a:ext cx="0" cy="41"/>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grpSp>
      <p:grpSp>
        <p:nvGrpSpPr>
          <p:cNvPr id="848" name="Group 1148"/>
          <p:cNvGrpSpPr>
            <a:grpSpLocks/>
          </p:cNvGrpSpPr>
          <p:nvPr/>
        </p:nvGrpSpPr>
        <p:grpSpPr bwMode="auto">
          <a:xfrm>
            <a:off x="9605434" y="2493963"/>
            <a:ext cx="520700" cy="169862"/>
            <a:chOff x="4650" y="1129"/>
            <a:chExt cx="246" cy="95"/>
          </a:xfrm>
        </p:grpSpPr>
        <p:sp>
          <p:nvSpPr>
            <p:cNvPr id="849" name="Oval 407"/>
            <p:cNvSpPr>
              <a:spLocks noChangeArrowheads="1"/>
            </p:cNvSpPr>
            <p:nvPr/>
          </p:nvSpPr>
          <p:spPr bwMode="auto">
            <a:xfrm>
              <a:off x="4651" y="1171"/>
              <a:ext cx="244" cy="53"/>
            </a:xfrm>
            <a:prstGeom prst="ellipse">
              <a:avLst/>
            </a:prstGeom>
            <a:gradFill rotWithShape="1">
              <a:gsLst>
                <a:gs pos="0">
                  <a:srgbClr val="CCCCFF"/>
                </a:gs>
                <a:gs pos="100000">
                  <a:srgbClr val="FFFFFF"/>
                </a:gs>
              </a:gsLst>
              <a:lin ang="0" scaled="1"/>
            </a:gradFill>
            <a:ln w="9525">
              <a:solidFill>
                <a:srgbClr val="000000"/>
              </a:solidFill>
              <a:round/>
              <a:headEnd/>
              <a:tailEnd/>
            </a:ln>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850" name="Rectangle 410"/>
            <p:cNvSpPr>
              <a:spLocks noChangeArrowheads="1"/>
            </p:cNvSpPr>
            <p:nvPr/>
          </p:nvSpPr>
          <p:spPr bwMode="auto">
            <a:xfrm>
              <a:off x="4651" y="1165"/>
              <a:ext cx="245" cy="33"/>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851" name="Oval 411"/>
            <p:cNvSpPr>
              <a:spLocks noChangeArrowheads="1"/>
            </p:cNvSpPr>
            <p:nvPr/>
          </p:nvSpPr>
          <p:spPr bwMode="auto">
            <a:xfrm>
              <a:off x="4650" y="1129"/>
              <a:ext cx="244" cy="62"/>
            </a:xfrm>
            <a:prstGeom prst="ellipse">
              <a:avLst/>
            </a:prstGeom>
            <a:gradFill rotWithShape="1">
              <a:gsLst>
                <a:gs pos="0">
                  <a:srgbClr val="CCCCFF"/>
                </a:gs>
                <a:gs pos="100000">
                  <a:srgbClr val="FFFFFF"/>
                </a:gs>
              </a:gsLst>
              <a:lin ang="0" scaled="1"/>
            </a:gradFill>
            <a:ln w="9525">
              <a:solidFill>
                <a:srgbClr val="000000"/>
              </a:solidFill>
              <a:round/>
              <a:headEnd/>
              <a:tailEnd/>
            </a:ln>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grpSp>
          <p:nvGrpSpPr>
            <p:cNvPr id="852" name="Group 1152"/>
            <p:cNvGrpSpPr>
              <a:grpSpLocks/>
            </p:cNvGrpSpPr>
            <p:nvPr/>
          </p:nvGrpSpPr>
          <p:grpSpPr bwMode="auto">
            <a:xfrm>
              <a:off x="4699" y="1145"/>
              <a:ext cx="138" cy="29"/>
              <a:chOff x="2468" y="1332"/>
              <a:chExt cx="310" cy="60"/>
            </a:xfrm>
          </p:grpSpPr>
          <p:sp>
            <p:nvSpPr>
              <p:cNvPr id="855" name="Freeform 1153"/>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noFill/>
              <a:ln w="12700" cmpd="sng">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856" name="Freeform 1154"/>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noFill/>
              <a:ln w="12700" cmpd="sng">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grpSp>
        <p:sp>
          <p:nvSpPr>
            <p:cNvPr id="853" name="Line 1155"/>
            <p:cNvSpPr>
              <a:spLocks noChangeShapeType="1"/>
            </p:cNvSpPr>
            <p:nvPr/>
          </p:nvSpPr>
          <p:spPr bwMode="auto">
            <a:xfrm>
              <a:off x="4651" y="1158"/>
              <a:ext cx="0" cy="4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854" name="Line 1156"/>
            <p:cNvSpPr>
              <a:spLocks noChangeShapeType="1"/>
            </p:cNvSpPr>
            <p:nvPr/>
          </p:nvSpPr>
          <p:spPr bwMode="auto">
            <a:xfrm>
              <a:off x="4894" y="1160"/>
              <a:ext cx="0" cy="41"/>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grpSp>
      <p:grpSp>
        <p:nvGrpSpPr>
          <p:cNvPr id="857" name="Group 1157"/>
          <p:cNvGrpSpPr>
            <a:grpSpLocks/>
          </p:cNvGrpSpPr>
          <p:nvPr/>
        </p:nvGrpSpPr>
        <p:grpSpPr bwMode="auto">
          <a:xfrm>
            <a:off x="9620251" y="2757488"/>
            <a:ext cx="520700" cy="169862"/>
            <a:chOff x="4650" y="1129"/>
            <a:chExt cx="246" cy="95"/>
          </a:xfrm>
        </p:grpSpPr>
        <p:sp>
          <p:nvSpPr>
            <p:cNvPr id="858" name="Oval 407"/>
            <p:cNvSpPr>
              <a:spLocks noChangeArrowheads="1"/>
            </p:cNvSpPr>
            <p:nvPr/>
          </p:nvSpPr>
          <p:spPr bwMode="auto">
            <a:xfrm>
              <a:off x="4651" y="1171"/>
              <a:ext cx="244" cy="53"/>
            </a:xfrm>
            <a:prstGeom prst="ellipse">
              <a:avLst/>
            </a:prstGeom>
            <a:gradFill rotWithShape="1">
              <a:gsLst>
                <a:gs pos="0">
                  <a:srgbClr val="CCCCFF"/>
                </a:gs>
                <a:gs pos="100000">
                  <a:srgbClr val="FFFFFF"/>
                </a:gs>
              </a:gsLst>
              <a:lin ang="0" scaled="1"/>
            </a:gradFill>
            <a:ln w="9525">
              <a:solidFill>
                <a:srgbClr val="000000"/>
              </a:solidFill>
              <a:round/>
              <a:headEnd/>
              <a:tailEnd/>
            </a:ln>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859" name="Rectangle 410"/>
            <p:cNvSpPr>
              <a:spLocks noChangeArrowheads="1"/>
            </p:cNvSpPr>
            <p:nvPr/>
          </p:nvSpPr>
          <p:spPr bwMode="auto">
            <a:xfrm>
              <a:off x="4651" y="1165"/>
              <a:ext cx="245" cy="33"/>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860" name="Oval 411"/>
            <p:cNvSpPr>
              <a:spLocks noChangeArrowheads="1"/>
            </p:cNvSpPr>
            <p:nvPr/>
          </p:nvSpPr>
          <p:spPr bwMode="auto">
            <a:xfrm>
              <a:off x="4650" y="1129"/>
              <a:ext cx="244" cy="62"/>
            </a:xfrm>
            <a:prstGeom prst="ellipse">
              <a:avLst/>
            </a:prstGeom>
            <a:gradFill rotWithShape="1">
              <a:gsLst>
                <a:gs pos="0">
                  <a:srgbClr val="CCCCFF"/>
                </a:gs>
                <a:gs pos="100000">
                  <a:srgbClr val="FFFFFF"/>
                </a:gs>
              </a:gsLst>
              <a:lin ang="0" scaled="1"/>
            </a:gradFill>
            <a:ln w="9525">
              <a:solidFill>
                <a:srgbClr val="000000"/>
              </a:solidFill>
              <a:round/>
              <a:headEnd/>
              <a:tailEnd/>
            </a:ln>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grpSp>
          <p:nvGrpSpPr>
            <p:cNvPr id="861" name="Group 1161"/>
            <p:cNvGrpSpPr>
              <a:grpSpLocks/>
            </p:cNvGrpSpPr>
            <p:nvPr/>
          </p:nvGrpSpPr>
          <p:grpSpPr bwMode="auto">
            <a:xfrm>
              <a:off x="4699" y="1145"/>
              <a:ext cx="138" cy="29"/>
              <a:chOff x="2468" y="1332"/>
              <a:chExt cx="310" cy="60"/>
            </a:xfrm>
          </p:grpSpPr>
          <p:sp>
            <p:nvSpPr>
              <p:cNvPr id="864" name="Freeform 1162"/>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noFill/>
              <a:ln w="12700" cmpd="sng">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865" name="Freeform 1163"/>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noFill/>
              <a:ln w="12700" cmpd="sng">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grpSp>
        <p:sp>
          <p:nvSpPr>
            <p:cNvPr id="862" name="Line 1164"/>
            <p:cNvSpPr>
              <a:spLocks noChangeShapeType="1"/>
            </p:cNvSpPr>
            <p:nvPr/>
          </p:nvSpPr>
          <p:spPr bwMode="auto">
            <a:xfrm>
              <a:off x="4651" y="1158"/>
              <a:ext cx="0" cy="4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863" name="Line 1165"/>
            <p:cNvSpPr>
              <a:spLocks noChangeShapeType="1"/>
            </p:cNvSpPr>
            <p:nvPr/>
          </p:nvSpPr>
          <p:spPr bwMode="auto">
            <a:xfrm>
              <a:off x="4894" y="1160"/>
              <a:ext cx="0" cy="41"/>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grpSp>
      <p:sp>
        <p:nvSpPr>
          <p:cNvPr id="866" name="Line 1166"/>
          <p:cNvSpPr>
            <a:spLocks noChangeShapeType="1"/>
          </p:cNvSpPr>
          <p:nvPr/>
        </p:nvSpPr>
        <p:spPr bwMode="auto">
          <a:xfrm>
            <a:off x="11144251" y="2855913"/>
            <a:ext cx="237067" cy="0"/>
          </a:xfrm>
          <a:prstGeom prst="line">
            <a:avLst/>
          </a:prstGeom>
          <a:noFill/>
          <a:ln w="19050">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0" fontAlgn="base" hangingPunct="0">
              <a:spcBef>
                <a:spcPct val="0"/>
              </a:spcBef>
              <a:spcAft>
                <a:spcPct val="0"/>
              </a:spcAft>
              <a:defRPr/>
            </a:pPr>
            <a:endParaRPr lang="en-US" i="1">
              <a:solidFill>
                <a:srgbClr val="000000"/>
              </a:solidFill>
              <a:latin typeface="Comic Sans MS" charset="0"/>
              <a:ea typeface="ＭＳ Ｐゴシック" charset="0"/>
            </a:endParaRPr>
          </a:p>
        </p:txBody>
      </p:sp>
      <p:grpSp>
        <p:nvGrpSpPr>
          <p:cNvPr id="867" name="Group 1167"/>
          <p:cNvGrpSpPr>
            <a:grpSpLocks/>
          </p:cNvGrpSpPr>
          <p:nvPr/>
        </p:nvGrpSpPr>
        <p:grpSpPr bwMode="auto">
          <a:xfrm>
            <a:off x="9867901" y="3911600"/>
            <a:ext cx="647700" cy="203200"/>
            <a:chOff x="4650" y="1129"/>
            <a:chExt cx="246" cy="95"/>
          </a:xfrm>
        </p:grpSpPr>
        <p:sp>
          <p:nvSpPr>
            <p:cNvPr id="868" name="Oval 407"/>
            <p:cNvSpPr>
              <a:spLocks noChangeArrowheads="1"/>
            </p:cNvSpPr>
            <p:nvPr/>
          </p:nvSpPr>
          <p:spPr bwMode="auto">
            <a:xfrm>
              <a:off x="4651" y="1171"/>
              <a:ext cx="244" cy="53"/>
            </a:xfrm>
            <a:prstGeom prst="ellipse">
              <a:avLst/>
            </a:prstGeom>
            <a:gradFill rotWithShape="1">
              <a:gsLst>
                <a:gs pos="0">
                  <a:srgbClr val="CCCCFF"/>
                </a:gs>
                <a:gs pos="100000">
                  <a:srgbClr val="FFFFFF"/>
                </a:gs>
              </a:gsLst>
              <a:lin ang="0" scaled="1"/>
            </a:gradFill>
            <a:ln w="9525">
              <a:solidFill>
                <a:srgbClr val="000000"/>
              </a:solidFill>
              <a:round/>
              <a:headEnd/>
              <a:tailEnd/>
            </a:ln>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869" name="Rectangle 410"/>
            <p:cNvSpPr>
              <a:spLocks noChangeArrowheads="1"/>
            </p:cNvSpPr>
            <p:nvPr/>
          </p:nvSpPr>
          <p:spPr bwMode="auto">
            <a:xfrm>
              <a:off x="4651" y="1165"/>
              <a:ext cx="245" cy="33"/>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870" name="Oval 411"/>
            <p:cNvSpPr>
              <a:spLocks noChangeArrowheads="1"/>
            </p:cNvSpPr>
            <p:nvPr/>
          </p:nvSpPr>
          <p:spPr bwMode="auto">
            <a:xfrm>
              <a:off x="4650" y="1129"/>
              <a:ext cx="244" cy="62"/>
            </a:xfrm>
            <a:prstGeom prst="ellipse">
              <a:avLst/>
            </a:prstGeom>
            <a:gradFill rotWithShape="1">
              <a:gsLst>
                <a:gs pos="0">
                  <a:srgbClr val="CCCCFF"/>
                </a:gs>
                <a:gs pos="100000">
                  <a:srgbClr val="FFFFFF"/>
                </a:gs>
              </a:gsLst>
              <a:lin ang="0" scaled="1"/>
            </a:gradFill>
            <a:ln w="9525">
              <a:solidFill>
                <a:srgbClr val="000000"/>
              </a:solidFill>
              <a:round/>
              <a:headEnd/>
              <a:tailEnd/>
            </a:ln>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grpSp>
          <p:nvGrpSpPr>
            <p:cNvPr id="871" name="Group 1171"/>
            <p:cNvGrpSpPr>
              <a:grpSpLocks/>
            </p:cNvGrpSpPr>
            <p:nvPr/>
          </p:nvGrpSpPr>
          <p:grpSpPr bwMode="auto">
            <a:xfrm>
              <a:off x="4699" y="1145"/>
              <a:ext cx="138" cy="29"/>
              <a:chOff x="2468" y="1332"/>
              <a:chExt cx="310" cy="60"/>
            </a:xfrm>
          </p:grpSpPr>
          <p:sp>
            <p:nvSpPr>
              <p:cNvPr id="874" name="Freeform 1172"/>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noFill/>
              <a:ln w="12700" cmpd="sng">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875" name="Freeform 1173"/>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noFill/>
              <a:ln w="12700" cmpd="sng">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grpSp>
        <p:sp>
          <p:nvSpPr>
            <p:cNvPr id="872" name="Line 1174"/>
            <p:cNvSpPr>
              <a:spLocks noChangeShapeType="1"/>
            </p:cNvSpPr>
            <p:nvPr/>
          </p:nvSpPr>
          <p:spPr bwMode="auto">
            <a:xfrm>
              <a:off x="4651" y="1158"/>
              <a:ext cx="0" cy="4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873" name="Line 1175"/>
            <p:cNvSpPr>
              <a:spLocks noChangeShapeType="1"/>
            </p:cNvSpPr>
            <p:nvPr/>
          </p:nvSpPr>
          <p:spPr bwMode="auto">
            <a:xfrm>
              <a:off x="4894" y="1160"/>
              <a:ext cx="0" cy="41"/>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grpSp>
      <p:grpSp>
        <p:nvGrpSpPr>
          <p:cNvPr id="876" name="Group 1176"/>
          <p:cNvGrpSpPr>
            <a:grpSpLocks/>
          </p:cNvGrpSpPr>
          <p:nvPr/>
        </p:nvGrpSpPr>
        <p:grpSpPr bwMode="auto">
          <a:xfrm>
            <a:off x="9442451" y="3630613"/>
            <a:ext cx="647700" cy="203200"/>
            <a:chOff x="4650" y="1129"/>
            <a:chExt cx="246" cy="95"/>
          </a:xfrm>
        </p:grpSpPr>
        <p:sp>
          <p:nvSpPr>
            <p:cNvPr id="877" name="Oval 407"/>
            <p:cNvSpPr>
              <a:spLocks noChangeArrowheads="1"/>
            </p:cNvSpPr>
            <p:nvPr/>
          </p:nvSpPr>
          <p:spPr bwMode="auto">
            <a:xfrm>
              <a:off x="4651" y="1171"/>
              <a:ext cx="244" cy="53"/>
            </a:xfrm>
            <a:prstGeom prst="ellipse">
              <a:avLst/>
            </a:prstGeom>
            <a:gradFill rotWithShape="1">
              <a:gsLst>
                <a:gs pos="0">
                  <a:srgbClr val="CCCCFF"/>
                </a:gs>
                <a:gs pos="100000">
                  <a:srgbClr val="FFFFFF"/>
                </a:gs>
              </a:gsLst>
              <a:lin ang="0" scaled="1"/>
            </a:gradFill>
            <a:ln w="9525">
              <a:solidFill>
                <a:srgbClr val="000000"/>
              </a:solidFill>
              <a:round/>
              <a:headEnd/>
              <a:tailEnd/>
            </a:ln>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878" name="Rectangle 410"/>
            <p:cNvSpPr>
              <a:spLocks noChangeArrowheads="1"/>
            </p:cNvSpPr>
            <p:nvPr/>
          </p:nvSpPr>
          <p:spPr bwMode="auto">
            <a:xfrm>
              <a:off x="4651" y="1165"/>
              <a:ext cx="245" cy="33"/>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879" name="Oval 411"/>
            <p:cNvSpPr>
              <a:spLocks noChangeArrowheads="1"/>
            </p:cNvSpPr>
            <p:nvPr/>
          </p:nvSpPr>
          <p:spPr bwMode="auto">
            <a:xfrm>
              <a:off x="4650" y="1129"/>
              <a:ext cx="244" cy="62"/>
            </a:xfrm>
            <a:prstGeom prst="ellipse">
              <a:avLst/>
            </a:prstGeom>
            <a:gradFill rotWithShape="1">
              <a:gsLst>
                <a:gs pos="0">
                  <a:srgbClr val="CCCCFF"/>
                </a:gs>
                <a:gs pos="100000">
                  <a:srgbClr val="FFFFFF"/>
                </a:gs>
              </a:gsLst>
              <a:lin ang="0" scaled="1"/>
            </a:gradFill>
            <a:ln w="9525">
              <a:solidFill>
                <a:srgbClr val="000000"/>
              </a:solidFill>
              <a:round/>
              <a:headEnd/>
              <a:tailEnd/>
            </a:ln>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grpSp>
          <p:nvGrpSpPr>
            <p:cNvPr id="880" name="Group 1180"/>
            <p:cNvGrpSpPr>
              <a:grpSpLocks/>
            </p:cNvGrpSpPr>
            <p:nvPr/>
          </p:nvGrpSpPr>
          <p:grpSpPr bwMode="auto">
            <a:xfrm>
              <a:off x="4699" y="1145"/>
              <a:ext cx="138" cy="29"/>
              <a:chOff x="2468" y="1332"/>
              <a:chExt cx="310" cy="60"/>
            </a:xfrm>
          </p:grpSpPr>
          <p:sp>
            <p:nvSpPr>
              <p:cNvPr id="883" name="Freeform 1181"/>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noFill/>
              <a:ln w="12700" cmpd="sng">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884" name="Freeform 1182"/>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noFill/>
              <a:ln w="12700" cmpd="sng">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grpSp>
        <p:sp>
          <p:nvSpPr>
            <p:cNvPr id="881" name="Line 1183"/>
            <p:cNvSpPr>
              <a:spLocks noChangeShapeType="1"/>
            </p:cNvSpPr>
            <p:nvPr/>
          </p:nvSpPr>
          <p:spPr bwMode="auto">
            <a:xfrm>
              <a:off x="4651" y="1158"/>
              <a:ext cx="0" cy="4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882" name="Line 1184"/>
            <p:cNvSpPr>
              <a:spLocks noChangeShapeType="1"/>
            </p:cNvSpPr>
            <p:nvPr/>
          </p:nvSpPr>
          <p:spPr bwMode="auto">
            <a:xfrm>
              <a:off x="4894" y="1160"/>
              <a:ext cx="0" cy="41"/>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grpSp>
      <p:grpSp>
        <p:nvGrpSpPr>
          <p:cNvPr id="885" name="Group 1185"/>
          <p:cNvGrpSpPr>
            <a:grpSpLocks/>
          </p:cNvGrpSpPr>
          <p:nvPr/>
        </p:nvGrpSpPr>
        <p:grpSpPr bwMode="auto">
          <a:xfrm>
            <a:off x="10325101" y="3643313"/>
            <a:ext cx="647700" cy="203200"/>
            <a:chOff x="4650" y="1129"/>
            <a:chExt cx="246" cy="95"/>
          </a:xfrm>
        </p:grpSpPr>
        <p:sp>
          <p:nvSpPr>
            <p:cNvPr id="886" name="Oval 407"/>
            <p:cNvSpPr>
              <a:spLocks noChangeArrowheads="1"/>
            </p:cNvSpPr>
            <p:nvPr/>
          </p:nvSpPr>
          <p:spPr bwMode="auto">
            <a:xfrm>
              <a:off x="4651" y="1171"/>
              <a:ext cx="244" cy="53"/>
            </a:xfrm>
            <a:prstGeom prst="ellipse">
              <a:avLst/>
            </a:prstGeom>
            <a:gradFill rotWithShape="1">
              <a:gsLst>
                <a:gs pos="0">
                  <a:srgbClr val="CCCCFF"/>
                </a:gs>
                <a:gs pos="100000">
                  <a:srgbClr val="FFFFFF"/>
                </a:gs>
              </a:gsLst>
              <a:lin ang="0" scaled="1"/>
            </a:gradFill>
            <a:ln w="9525">
              <a:solidFill>
                <a:srgbClr val="000000"/>
              </a:solidFill>
              <a:round/>
              <a:headEnd/>
              <a:tailEnd/>
            </a:ln>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887" name="Rectangle 410"/>
            <p:cNvSpPr>
              <a:spLocks noChangeArrowheads="1"/>
            </p:cNvSpPr>
            <p:nvPr/>
          </p:nvSpPr>
          <p:spPr bwMode="auto">
            <a:xfrm>
              <a:off x="4651" y="1165"/>
              <a:ext cx="245" cy="33"/>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888" name="Oval 411"/>
            <p:cNvSpPr>
              <a:spLocks noChangeArrowheads="1"/>
            </p:cNvSpPr>
            <p:nvPr/>
          </p:nvSpPr>
          <p:spPr bwMode="auto">
            <a:xfrm>
              <a:off x="4650" y="1129"/>
              <a:ext cx="244" cy="62"/>
            </a:xfrm>
            <a:prstGeom prst="ellipse">
              <a:avLst/>
            </a:prstGeom>
            <a:gradFill rotWithShape="1">
              <a:gsLst>
                <a:gs pos="0">
                  <a:srgbClr val="CCCCFF"/>
                </a:gs>
                <a:gs pos="100000">
                  <a:srgbClr val="FFFFFF"/>
                </a:gs>
              </a:gsLst>
              <a:lin ang="0" scaled="1"/>
            </a:gradFill>
            <a:ln w="9525">
              <a:solidFill>
                <a:srgbClr val="000000"/>
              </a:solidFill>
              <a:round/>
              <a:headEnd/>
              <a:tailEnd/>
            </a:ln>
          </p:spPr>
          <p:txBody>
            <a:bodyPr wrap="none" anchor="ct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grpSp>
          <p:nvGrpSpPr>
            <p:cNvPr id="889" name="Group 1189"/>
            <p:cNvGrpSpPr>
              <a:grpSpLocks/>
            </p:cNvGrpSpPr>
            <p:nvPr/>
          </p:nvGrpSpPr>
          <p:grpSpPr bwMode="auto">
            <a:xfrm>
              <a:off x="4699" y="1145"/>
              <a:ext cx="138" cy="29"/>
              <a:chOff x="2468" y="1332"/>
              <a:chExt cx="310" cy="60"/>
            </a:xfrm>
          </p:grpSpPr>
          <p:sp>
            <p:nvSpPr>
              <p:cNvPr id="892" name="Freeform 1190"/>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noFill/>
              <a:ln w="12700" cmpd="sng">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893" name="Freeform 1191"/>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noFill/>
              <a:ln w="12700" cmpd="sng">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grpSp>
        <p:sp>
          <p:nvSpPr>
            <p:cNvPr id="890" name="Line 1192"/>
            <p:cNvSpPr>
              <a:spLocks noChangeShapeType="1"/>
            </p:cNvSpPr>
            <p:nvPr/>
          </p:nvSpPr>
          <p:spPr bwMode="auto">
            <a:xfrm>
              <a:off x="4651" y="1158"/>
              <a:ext cx="0" cy="4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891" name="Line 1193"/>
            <p:cNvSpPr>
              <a:spLocks noChangeShapeType="1"/>
            </p:cNvSpPr>
            <p:nvPr/>
          </p:nvSpPr>
          <p:spPr bwMode="auto">
            <a:xfrm>
              <a:off x="4894" y="1160"/>
              <a:ext cx="0" cy="41"/>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grpSp>
      <p:sp>
        <p:nvSpPr>
          <p:cNvPr id="894" name="Text Box 580"/>
          <p:cNvSpPr txBox="1">
            <a:spLocks noChangeArrowheads="1"/>
          </p:cNvSpPr>
          <p:nvPr/>
        </p:nvSpPr>
        <p:spPr bwMode="auto">
          <a:xfrm>
            <a:off x="10081685" y="2071688"/>
            <a:ext cx="111761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128"/>
              </a:defRPr>
            </a:lvl1pPr>
            <a:lvl2pPr marL="742950" indent="-285750">
              <a:defRPr sz="2400" i="1">
                <a:solidFill>
                  <a:schemeClr val="tx1"/>
                </a:solidFill>
                <a:latin typeface="Comic Sans MS" charset="0"/>
                <a:ea typeface="ＭＳ Ｐゴシック" charset="-128"/>
              </a:defRPr>
            </a:lvl2pPr>
            <a:lvl3pPr marL="1143000" indent="-228600">
              <a:defRPr sz="2400" i="1">
                <a:solidFill>
                  <a:schemeClr val="tx1"/>
                </a:solidFill>
                <a:latin typeface="Comic Sans MS" charset="0"/>
                <a:ea typeface="ＭＳ Ｐゴシック" charset="-128"/>
              </a:defRPr>
            </a:lvl3pPr>
            <a:lvl4pPr marL="1600200" indent="-228600">
              <a:defRPr sz="2400" i="1">
                <a:solidFill>
                  <a:schemeClr val="tx1"/>
                </a:solidFill>
                <a:latin typeface="Comic Sans MS" charset="0"/>
                <a:ea typeface="ＭＳ Ｐゴシック" charset="-128"/>
              </a:defRPr>
            </a:lvl4pPr>
            <a:lvl5pPr marL="2057400" indent="-228600">
              <a:defRPr sz="2400" i="1">
                <a:solidFill>
                  <a:schemeClr val="tx1"/>
                </a:solidFill>
                <a:latin typeface="Comic Sans MS" charset="0"/>
                <a:ea typeface="ＭＳ Ｐゴシック" charset="-128"/>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128"/>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128"/>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128"/>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128"/>
              </a:defRPr>
            </a:lvl9pPr>
          </a:lstStyle>
          <a:p>
            <a:pPr eaLnBrk="0" fontAlgn="base" hangingPunct="0">
              <a:spcBef>
                <a:spcPct val="0"/>
              </a:spcBef>
              <a:spcAft>
                <a:spcPct val="0"/>
              </a:spcAft>
            </a:pPr>
            <a:r>
              <a:rPr lang="en-US" altLang="en-US" sz="1600" i="0">
                <a:solidFill>
                  <a:srgbClr val="000000"/>
                </a:solidFill>
                <a:latin typeface="Arial" charset="0"/>
              </a:rPr>
              <a:t>global ISP</a:t>
            </a:r>
          </a:p>
        </p:txBody>
      </p:sp>
      <p:sp>
        <p:nvSpPr>
          <p:cNvPr id="895" name="Line 1196"/>
          <p:cNvSpPr>
            <a:spLocks noChangeShapeType="1"/>
          </p:cNvSpPr>
          <p:nvPr/>
        </p:nvSpPr>
        <p:spPr bwMode="auto">
          <a:xfrm flipH="1">
            <a:off x="9781118" y="4103689"/>
            <a:ext cx="298449" cy="415925"/>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eaLnBrk="0" fontAlgn="base" hangingPunct="0">
              <a:spcBef>
                <a:spcPct val="0"/>
              </a:spcBef>
              <a:spcAft>
                <a:spcPct val="0"/>
              </a:spcAft>
              <a:defRPr/>
            </a:pPr>
            <a:endParaRPr lang="en-US" i="1">
              <a:solidFill>
                <a:srgbClr val="000000"/>
              </a:solidFill>
              <a:latin typeface="Comic Sans MS" charset="0"/>
              <a:ea typeface="ＭＳ Ｐゴシック" charset="0"/>
            </a:endParaRPr>
          </a:p>
        </p:txBody>
      </p:sp>
      <p:sp>
        <p:nvSpPr>
          <p:cNvPr id="896" name="Line 1197"/>
          <p:cNvSpPr>
            <a:spLocks noChangeShapeType="1"/>
          </p:cNvSpPr>
          <p:nvPr/>
        </p:nvSpPr>
        <p:spPr bwMode="auto">
          <a:xfrm>
            <a:off x="8983133" y="2571750"/>
            <a:ext cx="635000" cy="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eaLnBrk="0" fontAlgn="base" hangingPunct="0">
              <a:spcBef>
                <a:spcPct val="0"/>
              </a:spcBef>
              <a:spcAft>
                <a:spcPct val="0"/>
              </a:spcAft>
              <a:defRPr/>
            </a:pPr>
            <a:endParaRPr lang="en-US" i="1">
              <a:solidFill>
                <a:srgbClr val="000000"/>
              </a:solidFill>
              <a:latin typeface="Comic Sans MS" charset="0"/>
              <a:ea typeface="ＭＳ Ｐゴシック" charset="0"/>
            </a:endParaRPr>
          </a:p>
        </p:txBody>
      </p:sp>
    </p:spTree>
    <p:extLst>
      <p:ext uri="{BB962C8B-B14F-4D97-AF65-F5344CB8AC3E}">
        <p14:creationId xmlns:p14="http://schemas.microsoft.com/office/powerpoint/2010/main" val="2772146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5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5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5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5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5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5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5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6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6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6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6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6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6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6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6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6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6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7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7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7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73"/>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74"/>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75"/>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76"/>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477"/>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80"/>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481"/>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482"/>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491"/>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500"/>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509"/>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518"/>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527"/>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544"/>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551"/>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558"/>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559"/>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566"/>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567"/>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574"/>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581"/>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588"/>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589"/>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590"/>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593"/>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596"/>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599"/>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602"/>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603"/>
                                        </p:tgtEl>
                                        <p:attrNameLst>
                                          <p:attrName>style.visibility</p:attrName>
                                        </p:attrNameLst>
                                      </p:cBhvr>
                                      <p:to>
                                        <p:strVal val="visible"/>
                                      </p:to>
                                    </p:set>
                                  </p:childTnLst>
                                </p:cTn>
                              </p:par>
                              <p:par>
                                <p:cTn id="121" presetID="1" presetClass="entr" presetSubtype="0" fill="hold" nodeType="withEffect">
                                  <p:stCondLst>
                                    <p:cond delay="0"/>
                                  </p:stCondLst>
                                  <p:childTnLst>
                                    <p:set>
                                      <p:cBhvr>
                                        <p:cTn id="122" dur="1" fill="hold">
                                          <p:stCondLst>
                                            <p:cond delay="0"/>
                                          </p:stCondLst>
                                        </p:cTn>
                                        <p:tgtEl>
                                          <p:spTgt spid="606"/>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607"/>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640"/>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673"/>
                                        </p:tgtEl>
                                        <p:attrNameLst>
                                          <p:attrName>style.visibility</p:attrName>
                                        </p:attrNameLst>
                                      </p:cBhvr>
                                      <p:to>
                                        <p:strVal val="visible"/>
                                      </p:to>
                                    </p:set>
                                  </p:childTnLst>
                                </p:cTn>
                              </p:par>
                              <p:par>
                                <p:cTn id="129" presetID="1" presetClass="entr" presetSubtype="0" fill="hold" nodeType="withEffect">
                                  <p:stCondLst>
                                    <p:cond delay="0"/>
                                  </p:stCondLst>
                                  <p:childTnLst>
                                    <p:set>
                                      <p:cBhvr>
                                        <p:cTn id="130" dur="1" fill="hold">
                                          <p:stCondLst>
                                            <p:cond delay="0"/>
                                          </p:stCondLst>
                                        </p:cTn>
                                        <p:tgtEl>
                                          <p:spTgt spid="697"/>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698"/>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699"/>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700"/>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701"/>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702"/>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703"/>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704"/>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705"/>
                                        </p:tgtEl>
                                        <p:attrNameLst>
                                          <p:attrName>style.visibility</p:attrName>
                                        </p:attrNameLst>
                                      </p:cBhvr>
                                      <p:to>
                                        <p:strVal val="visible"/>
                                      </p:to>
                                    </p:set>
                                  </p:childTnLst>
                                </p:cTn>
                              </p:par>
                              <p:par>
                                <p:cTn id="147" presetID="1" presetClass="entr" presetSubtype="0" fill="hold" nodeType="withEffect">
                                  <p:stCondLst>
                                    <p:cond delay="0"/>
                                  </p:stCondLst>
                                  <p:childTnLst>
                                    <p:set>
                                      <p:cBhvr>
                                        <p:cTn id="148" dur="1" fill="hold">
                                          <p:stCondLst>
                                            <p:cond delay="0"/>
                                          </p:stCondLst>
                                        </p:cTn>
                                        <p:tgtEl>
                                          <p:spTgt spid="706"/>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713"/>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714"/>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715"/>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716"/>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717"/>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718"/>
                                        </p:tgtEl>
                                        <p:attrNameLst>
                                          <p:attrName>style.visibility</p:attrName>
                                        </p:attrNameLst>
                                      </p:cBhvr>
                                      <p:to>
                                        <p:strVal val="visible"/>
                                      </p:to>
                                    </p:set>
                                  </p:childTnLst>
                                </p:cTn>
                              </p:par>
                              <p:par>
                                <p:cTn id="161" presetID="1" presetClass="entr" presetSubtype="0" fill="hold" nodeType="withEffect">
                                  <p:stCondLst>
                                    <p:cond delay="0"/>
                                  </p:stCondLst>
                                  <p:childTnLst>
                                    <p:set>
                                      <p:cBhvr>
                                        <p:cTn id="162" dur="1" fill="hold">
                                          <p:stCondLst>
                                            <p:cond delay="0"/>
                                          </p:stCondLst>
                                        </p:cTn>
                                        <p:tgtEl>
                                          <p:spTgt spid="719"/>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720"/>
                                        </p:tgtEl>
                                        <p:attrNameLst>
                                          <p:attrName>style.visibility</p:attrName>
                                        </p:attrNameLst>
                                      </p:cBhvr>
                                      <p:to>
                                        <p:strVal val="visible"/>
                                      </p:to>
                                    </p:set>
                                  </p:childTnLst>
                                </p:cTn>
                              </p:par>
                              <p:par>
                                <p:cTn id="165" presetID="1" presetClass="entr" presetSubtype="0" fill="hold" nodeType="withEffect">
                                  <p:stCondLst>
                                    <p:cond delay="0"/>
                                  </p:stCondLst>
                                  <p:childTnLst>
                                    <p:set>
                                      <p:cBhvr>
                                        <p:cTn id="166" dur="1" fill="hold">
                                          <p:stCondLst>
                                            <p:cond delay="0"/>
                                          </p:stCondLst>
                                        </p:cTn>
                                        <p:tgtEl>
                                          <p:spTgt spid="721"/>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722"/>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723"/>
                                        </p:tgtEl>
                                        <p:attrNameLst>
                                          <p:attrName>style.visibility</p:attrName>
                                        </p:attrNameLst>
                                      </p:cBhvr>
                                      <p:to>
                                        <p:strVal val="visible"/>
                                      </p:to>
                                    </p:set>
                                  </p:childTnLst>
                                </p:cTn>
                              </p:par>
                              <p:par>
                                <p:cTn id="171" presetID="1" presetClass="entr" presetSubtype="0" fill="hold" grpId="0" nodeType="withEffect">
                                  <p:stCondLst>
                                    <p:cond delay="0"/>
                                  </p:stCondLst>
                                  <p:childTnLst>
                                    <p:set>
                                      <p:cBhvr>
                                        <p:cTn id="172" dur="1" fill="hold">
                                          <p:stCondLst>
                                            <p:cond delay="0"/>
                                          </p:stCondLst>
                                        </p:cTn>
                                        <p:tgtEl>
                                          <p:spTgt spid="724"/>
                                        </p:tgtEl>
                                        <p:attrNameLst>
                                          <p:attrName>style.visibility</p:attrName>
                                        </p:attrNameLst>
                                      </p:cBhvr>
                                      <p:to>
                                        <p:strVal val="visible"/>
                                      </p:to>
                                    </p:set>
                                  </p:childTnLst>
                                </p:cTn>
                              </p:par>
                              <p:par>
                                <p:cTn id="173" presetID="1" presetClass="entr" presetSubtype="0" fill="hold" grpId="0" nodeType="withEffect">
                                  <p:stCondLst>
                                    <p:cond delay="0"/>
                                  </p:stCondLst>
                                  <p:childTnLst>
                                    <p:set>
                                      <p:cBhvr>
                                        <p:cTn id="174" dur="1" fill="hold">
                                          <p:stCondLst>
                                            <p:cond delay="0"/>
                                          </p:stCondLst>
                                        </p:cTn>
                                        <p:tgtEl>
                                          <p:spTgt spid="725"/>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726"/>
                                        </p:tgtEl>
                                        <p:attrNameLst>
                                          <p:attrName>style.visibility</p:attrName>
                                        </p:attrNameLst>
                                      </p:cBhvr>
                                      <p:to>
                                        <p:strVal val="visible"/>
                                      </p:to>
                                    </p:set>
                                  </p:childTnLst>
                                </p:cTn>
                              </p:par>
                              <p:par>
                                <p:cTn id="177" presetID="1" presetClass="entr" presetSubtype="0" fill="hold" grpId="0" nodeType="withEffect">
                                  <p:stCondLst>
                                    <p:cond delay="0"/>
                                  </p:stCondLst>
                                  <p:childTnLst>
                                    <p:set>
                                      <p:cBhvr>
                                        <p:cTn id="178" dur="1" fill="hold">
                                          <p:stCondLst>
                                            <p:cond delay="0"/>
                                          </p:stCondLst>
                                        </p:cTn>
                                        <p:tgtEl>
                                          <p:spTgt spid="727"/>
                                        </p:tgtEl>
                                        <p:attrNameLst>
                                          <p:attrName>style.visibility</p:attrName>
                                        </p:attrNameLst>
                                      </p:cBhvr>
                                      <p:to>
                                        <p:strVal val="visible"/>
                                      </p:to>
                                    </p:set>
                                  </p:childTnLst>
                                </p:cTn>
                              </p:par>
                              <p:par>
                                <p:cTn id="179" presetID="1" presetClass="entr" presetSubtype="0" fill="hold" nodeType="withEffect">
                                  <p:stCondLst>
                                    <p:cond delay="0"/>
                                  </p:stCondLst>
                                  <p:childTnLst>
                                    <p:set>
                                      <p:cBhvr>
                                        <p:cTn id="180" dur="1" fill="hold">
                                          <p:stCondLst>
                                            <p:cond delay="0"/>
                                          </p:stCondLst>
                                        </p:cTn>
                                        <p:tgtEl>
                                          <p:spTgt spid="728"/>
                                        </p:tgtEl>
                                        <p:attrNameLst>
                                          <p:attrName>style.visibility</p:attrName>
                                        </p:attrNameLst>
                                      </p:cBhvr>
                                      <p:to>
                                        <p:strVal val="visible"/>
                                      </p:to>
                                    </p:set>
                                  </p:childTnLst>
                                </p:cTn>
                              </p:par>
                              <p:par>
                                <p:cTn id="181" presetID="1" presetClass="entr" presetSubtype="0" fill="hold" grpId="0" nodeType="withEffect">
                                  <p:stCondLst>
                                    <p:cond delay="0"/>
                                  </p:stCondLst>
                                  <p:childTnLst>
                                    <p:set>
                                      <p:cBhvr>
                                        <p:cTn id="182" dur="1" fill="hold">
                                          <p:stCondLst>
                                            <p:cond delay="0"/>
                                          </p:stCondLst>
                                        </p:cTn>
                                        <p:tgtEl>
                                          <p:spTgt spid="735"/>
                                        </p:tgtEl>
                                        <p:attrNameLst>
                                          <p:attrName>style.visibility</p:attrName>
                                        </p:attrNameLst>
                                      </p:cBhvr>
                                      <p:to>
                                        <p:strVal val="visible"/>
                                      </p:to>
                                    </p:set>
                                  </p:childTnLst>
                                </p:cTn>
                              </p:par>
                              <p:par>
                                <p:cTn id="183" presetID="1" presetClass="entr" presetSubtype="0" fill="hold" grpId="0" nodeType="withEffect">
                                  <p:stCondLst>
                                    <p:cond delay="0"/>
                                  </p:stCondLst>
                                  <p:childTnLst>
                                    <p:set>
                                      <p:cBhvr>
                                        <p:cTn id="184" dur="1" fill="hold">
                                          <p:stCondLst>
                                            <p:cond delay="0"/>
                                          </p:stCondLst>
                                        </p:cTn>
                                        <p:tgtEl>
                                          <p:spTgt spid="736"/>
                                        </p:tgtEl>
                                        <p:attrNameLst>
                                          <p:attrName>style.visibility</p:attrName>
                                        </p:attrNameLst>
                                      </p:cBhvr>
                                      <p:to>
                                        <p:strVal val="visible"/>
                                      </p:to>
                                    </p:set>
                                  </p:childTnLst>
                                </p:cTn>
                              </p:par>
                              <p:par>
                                <p:cTn id="185" presetID="1" presetClass="entr" presetSubtype="0" fill="hold" grpId="0" nodeType="withEffect">
                                  <p:stCondLst>
                                    <p:cond delay="0"/>
                                  </p:stCondLst>
                                  <p:childTnLst>
                                    <p:set>
                                      <p:cBhvr>
                                        <p:cTn id="186" dur="1" fill="hold">
                                          <p:stCondLst>
                                            <p:cond delay="0"/>
                                          </p:stCondLst>
                                        </p:cTn>
                                        <p:tgtEl>
                                          <p:spTgt spid="737"/>
                                        </p:tgtEl>
                                        <p:attrNameLst>
                                          <p:attrName>style.visibility</p:attrName>
                                        </p:attrNameLst>
                                      </p:cBhvr>
                                      <p:to>
                                        <p:strVal val="visible"/>
                                      </p:to>
                                    </p:set>
                                  </p:childTnLst>
                                </p:cTn>
                              </p:par>
                              <p:par>
                                <p:cTn id="187" presetID="1" presetClass="entr" presetSubtype="0" fill="hold" grpId="0" nodeType="withEffect">
                                  <p:stCondLst>
                                    <p:cond delay="0"/>
                                  </p:stCondLst>
                                  <p:childTnLst>
                                    <p:set>
                                      <p:cBhvr>
                                        <p:cTn id="188" dur="1" fill="hold">
                                          <p:stCondLst>
                                            <p:cond delay="0"/>
                                          </p:stCondLst>
                                        </p:cTn>
                                        <p:tgtEl>
                                          <p:spTgt spid="738"/>
                                        </p:tgtEl>
                                        <p:attrNameLst>
                                          <p:attrName>style.visibility</p:attrName>
                                        </p:attrNameLst>
                                      </p:cBhvr>
                                      <p:to>
                                        <p:strVal val="visible"/>
                                      </p:to>
                                    </p:set>
                                  </p:childTnLst>
                                </p:cTn>
                              </p:par>
                              <p:par>
                                <p:cTn id="189" presetID="1" presetClass="entr" presetSubtype="0" fill="hold" grpId="0" nodeType="withEffect">
                                  <p:stCondLst>
                                    <p:cond delay="0"/>
                                  </p:stCondLst>
                                  <p:childTnLst>
                                    <p:set>
                                      <p:cBhvr>
                                        <p:cTn id="190" dur="1" fill="hold">
                                          <p:stCondLst>
                                            <p:cond delay="0"/>
                                          </p:stCondLst>
                                        </p:cTn>
                                        <p:tgtEl>
                                          <p:spTgt spid="739"/>
                                        </p:tgtEl>
                                        <p:attrNameLst>
                                          <p:attrName>style.visibility</p:attrName>
                                        </p:attrNameLst>
                                      </p:cBhvr>
                                      <p:to>
                                        <p:strVal val="visible"/>
                                      </p:to>
                                    </p:set>
                                  </p:childTnLst>
                                </p:cTn>
                              </p:par>
                              <p:par>
                                <p:cTn id="191" presetID="1" presetClass="entr" presetSubtype="0" fill="hold" grpId="0" nodeType="withEffect">
                                  <p:stCondLst>
                                    <p:cond delay="0"/>
                                  </p:stCondLst>
                                  <p:childTnLst>
                                    <p:set>
                                      <p:cBhvr>
                                        <p:cTn id="192" dur="1" fill="hold">
                                          <p:stCondLst>
                                            <p:cond delay="0"/>
                                          </p:stCondLst>
                                        </p:cTn>
                                        <p:tgtEl>
                                          <p:spTgt spid="740"/>
                                        </p:tgtEl>
                                        <p:attrNameLst>
                                          <p:attrName>style.visibility</p:attrName>
                                        </p:attrNameLst>
                                      </p:cBhvr>
                                      <p:to>
                                        <p:strVal val="visible"/>
                                      </p:to>
                                    </p:set>
                                  </p:childTnLst>
                                </p:cTn>
                              </p:par>
                              <p:par>
                                <p:cTn id="193" presetID="1" presetClass="entr" presetSubtype="0" fill="hold" nodeType="withEffect">
                                  <p:stCondLst>
                                    <p:cond delay="0"/>
                                  </p:stCondLst>
                                  <p:childTnLst>
                                    <p:set>
                                      <p:cBhvr>
                                        <p:cTn id="194" dur="1" fill="hold">
                                          <p:stCondLst>
                                            <p:cond delay="0"/>
                                          </p:stCondLst>
                                        </p:cTn>
                                        <p:tgtEl>
                                          <p:spTgt spid="741"/>
                                        </p:tgtEl>
                                        <p:attrNameLst>
                                          <p:attrName>style.visibility</p:attrName>
                                        </p:attrNameLst>
                                      </p:cBhvr>
                                      <p:to>
                                        <p:strVal val="visible"/>
                                      </p:to>
                                    </p:set>
                                  </p:childTnLst>
                                </p:cTn>
                              </p:par>
                              <p:par>
                                <p:cTn id="195" presetID="1" presetClass="entr" presetSubtype="0" fill="hold" nodeType="withEffect">
                                  <p:stCondLst>
                                    <p:cond delay="0"/>
                                  </p:stCondLst>
                                  <p:childTnLst>
                                    <p:set>
                                      <p:cBhvr>
                                        <p:cTn id="196" dur="1" fill="hold">
                                          <p:stCondLst>
                                            <p:cond delay="0"/>
                                          </p:stCondLst>
                                        </p:cTn>
                                        <p:tgtEl>
                                          <p:spTgt spid="744"/>
                                        </p:tgtEl>
                                        <p:attrNameLst>
                                          <p:attrName>style.visibility</p:attrName>
                                        </p:attrNameLst>
                                      </p:cBhvr>
                                      <p:to>
                                        <p:strVal val="visible"/>
                                      </p:to>
                                    </p:set>
                                  </p:childTnLst>
                                </p:cTn>
                              </p:par>
                              <p:par>
                                <p:cTn id="197" presetID="1" presetClass="entr" presetSubtype="0" fill="hold" grpId="0" nodeType="withEffect">
                                  <p:stCondLst>
                                    <p:cond delay="0"/>
                                  </p:stCondLst>
                                  <p:childTnLst>
                                    <p:set>
                                      <p:cBhvr>
                                        <p:cTn id="198" dur="1" fill="hold">
                                          <p:stCondLst>
                                            <p:cond delay="0"/>
                                          </p:stCondLst>
                                        </p:cTn>
                                        <p:tgtEl>
                                          <p:spTgt spid="745"/>
                                        </p:tgtEl>
                                        <p:attrNameLst>
                                          <p:attrName>style.visibility</p:attrName>
                                        </p:attrNameLst>
                                      </p:cBhvr>
                                      <p:to>
                                        <p:strVal val="visible"/>
                                      </p:to>
                                    </p:set>
                                  </p:childTnLst>
                                </p:cTn>
                              </p:par>
                              <p:par>
                                <p:cTn id="199" presetID="1" presetClass="entr" presetSubtype="0" fill="hold" nodeType="withEffect">
                                  <p:stCondLst>
                                    <p:cond delay="0"/>
                                  </p:stCondLst>
                                  <p:childTnLst>
                                    <p:set>
                                      <p:cBhvr>
                                        <p:cTn id="200" dur="1" fill="hold">
                                          <p:stCondLst>
                                            <p:cond delay="0"/>
                                          </p:stCondLst>
                                        </p:cTn>
                                        <p:tgtEl>
                                          <p:spTgt spid="746"/>
                                        </p:tgtEl>
                                        <p:attrNameLst>
                                          <p:attrName>style.visibility</p:attrName>
                                        </p:attrNameLst>
                                      </p:cBhvr>
                                      <p:to>
                                        <p:strVal val="visible"/>
                                      </p:to>
                                    </p:set>
                                  </p:childTnLst>
                                </p:cTn>
                              </p:par>
                              <p:par>
                                <p:cTn id="201" presetID="1" presetClass="entr" presetSubtype="0" fill="hold" grpId="0" nodeType="withEffect">
                                  <p:stCondLst>
                                    <p:cond delay="0"/>
                                  </p:stCondLst>
                                  <p:childTnLst>
                                    <p:set>
                                      <p:cBhvr>
                                        <p:cTn id="202" dur="1" fill="hold">
                                          <p:stCondLst>
                                            <p:cond delay="0"/>
                                          </p:stCondLst>
                                        </p:cTn>
                                        <p:tgtEl>
                                          <p:spTgt spid="747"/>
                                        </p:tgtEl>
                                        <p:attrNameLst>
                                          <p:attrName>style.visibility</p:attrName>
                                        </p:attrNameLst>
                                      </p:cBhvr>
                                      <p:to>
                                        <p:strVal val="visible"/>
                                      </p:to>
                                    </p:set>
                                  </p:childTnLst>
                                </p:cTn>
                              </p:par>
                              <p:par>
                                <p:cTn id="203" presetID="1" presetClass="entr" presetSubtype="0" fill="hold" grpId="0" nodeType="withEffect">
                                  <p:stCondLst>
                                    <p:cond delay="0"/>
                                  </p:stCondLst>
                                  <p:childTnLst>
                                    <p:set>
                                      <p:cBhvr>
                                        <p:cTn id="204" dur="1" fill="hold">
                                          <p:stCondLst>
                                            <p:cond delay="0"/>
                                          </p:stCondLst>
                                        </p:cTn>
                                        <p:tgtEl>
                                          <p:spTgt spid="748"/>
                                        </p:tgtEl>
                                        <p:attrNameLst>
                                          <p:attrName>style.visibility</p:attrName>
                                        </p:attrNameLst>
                                      </p:cBhvr>
                                      <p:to>
                                        <p:strVal val="visible"/>
                                      </p:to>
                                    </p:set>
                                  </p:childTnLst>
                                </p:cTn>
                              </p:par>
                              <p:par>
                                <p:cTn id="205" presetID="1" presetClass="entr" presetSubtype="0" fill="hold" grpId="0" nodeType="withEffect">
                                  <p:stCondLst>
                                    <p:cond delay="0"/>
                                  </p:stCondLst>
                                  <p:childTnLst>
                                    <p:set>
                                      <p:cBhvr>
                                        <p:cTn id="206" dur="1" fill="hold">
                                          <p:stCondLst>
                                            <p:cond delay="0"/>
                                          </p:stCondLst>
                                        </p:cTn>
                                        <p:tgtEl>
                                          <p:spTgt spid="749"/>
                                        </p:tgtEl>
                                        <p:attrNameLst>
                                          <p:attrName>style.visibility</p:attrName>
                                        </p:attrNameLst>
                                      </p:cBhvr>
                                      <p:to>
                                        <p:strVal val="visible"/>
                                      </p:to>
                                    </p:set>
                                  </p:childTnLst>
                                </p:cTn>
                              </p:par>
                              <p:par>
                                <p:cTn id="207" presetID="1" presetClass="entr" presetSubtype="0" fill="hold" grpId="0" nodeType="withEffect">
                                  <p:stCondLst>
                                    <p:cond delay="0"/>
                                  </p:stCondLst>
                                  <p:childTnLst>
                                    <p:set>
                                      <p:cBhvr>
                                        <p:cTn id="208" dur="1" fill="hold">
                                          <p:stCondLst>
                                            <p:cond delay="0"/>
                                          </p:stCondLst>
                                        </p:cTn>
                                        <p:tgtEl>
                                          <p:spTgt spid="750"/>
                                        </p:tgtEl>
                                        <p:attrNameLst>
                                          <p:attrName>style.visibility</p:attrName>
                                        </p:attrNameLst>
                                      </p:cBhvr>
                                      <p:to>
                                        <p:strVal val="visible"/>
                                      </p:to>
                                    </p:set>
                                  </p:childTnLst>
                                </p:cTn>
                              </p:par>
                              <p:par>
                                <p:cTn id="209" presetID="1" presetClass="entr" presetSubtype="0" fill="hold" grpId="0" nodeType="withEffect">
                                  <p:stCondLst>
                                    <p:cond delay="0"/>
                                  </p:stCondLst>
                                  <p:childTnLst>
                                    <p:set>
                                      <p:cBhvr>
                                        <p:cTn id="210" dur="1" fill="hold">
                                          <p:stCondLst>
                                            <p:cond delay="0"/>
                                          </p:stCondLst>
                                        </p:cTn>
                                        <p:tgtEl>
                                          <p:spTgt spid="751"/>
                                        </p:tgtEl>
                                        <p:attrNameLst>
                                          <p:attrName>style.visibility</p:attrName>
                                        </p:attrNameLst>
                                      </p:cBhvr>
                                      <p:to>
                                        <p:strVal val="visible"/>
                                      </p:to>
                                    </p:set>
                                  </p:childTnLst>
                                </p:cTn>
                              </p:par>
                              <p:par>
                                <p:cTn id="211" presetID="1" presetClass="entr" presetSubtype="0" fill="hold" grpId="0" nodeType="withEffect">
                                  <p:stCondLst>
                                    <p:cond delay="0"/>
                                  </p:stCondLst>
                                  <p:childTnLst>
                                    <p:set>
                                      <p:cBhvr>
                                        <p:cTn id="212" dur="1" fill="hold">
                                          <p:stCondLst>
                                            <p:cond delay="0"/>
                                          </p:stCondLst>
                                        </p:cTn>
                                        <p:tgtEl>
                                          <p:spTgt spid="752"/>
                                        </p:tgtEl>
                                        <p:attrNameLst>
                                          <p:attrName>style.visibility</p:attrName>
                                        </p:attrNameLst>
                                      </p:cBhvr>
                                      <p:to>
                                        <p:strVal val="visible"/>
                                      </p:to>
                                    </p:set>
                                  </p:childTnLst>
                                </p:cTn>
                              </p:par>
                              <p:par>
                                <p:cTn id="213" presetID="1" presetClass="entr" presetSubtype="0" fill="hold" nodeType="withEffect">
                                  <p:stCondLst>
                                    <p:cond delay="0"/>
                                  </p:stCondLst>
                                  <p:childTnLst>
                                    <p:set>
                                      <p:cBhvr>
                                        <p:cTn id="214" dur="1" fill="hold">
                                          <p:stCondLst>
                                            <p:cond delay="0"/>
                                          </p:stCondLst>
                                        </p:cTn>
                                        <p:tgtEl>
                                          <p:spTgt spid="753"/>
                                        </p:tgtEl>
                                        <p:attrNameLst>
                                          <p:attrName>style.visibility</p:attrName>
                                        </p:attrNameLst>
                                      </p:cBhvr>
                                      <p:to>
                                        <p:strVal val="visible"/>
                                      </p:to>
                                    </p:set>
                                  </p:childTnLst>
                                </p:cTn>
                              </p:par>
                              <p:par>
                                <p:cTn id="215" presetID="1" presetClass="entr" presetSubtype="0" fill="hold" grpId="0" nodeType="withEffect">
                                  <p:stCondLst>
                                    <p:cond delay="0"/>
                                  </p:stCondLst>
                                  <p:childTnLst>
                                    <p:set>
                                      <p:cBhvr>
                                        <p:cTn id="216" dur="1" fill="hold">
                                          <p:stCondLst>
                                            <p:cond delay="0"/>
                                          </p:stCondLst>
                                        </p:cTn>
                                        <p:tgtEl>
                                          <p:spTgt spid="760"/>
                                        </p:tgtEl>
                                        <p:attrNameLst>
                                          <p:attrName>style.visibility</p:attrName>
                                        </p:attrNameLst>
                                      </p:cBhvr>
                                      <p:to>
                                        <p:strVal val="visible"/>
                                      </p:to>
                                    </p:set>
                                  </p:childTnLst>
                                </p:cTn>
                              </p:par>
                              <p:par>
                                <p:cTn id="217" presetID="1" presetClass="entr" presetSubtype="0" fill="hold" grpId="0" nodeType="withEffect">
                                  <p:stCondLst>
                                    <p:cond delay="0"/>
                                  </p:stCondLst>
                                  <p:childTnLst>
                                    <p:set>
                                      <p:cBhvr>
                                        <p:cTn id="218" dur="1" fill="hold">
                                          <p:stCondLst>
                                            <p:cond delay="0"/>
                                          </p:stCondLst>
                                        </p:cTn>
                                        <p:tgtEl>
                                          <p:spTgt spid="761"/>
                                        </p:tgtEl>
                                        <p:attrNameLst>
                                          <p:attrName>style.visibility</p:attrName>
                                        </p:attrNameLst>
                                      </p:cBhvr>
                                      <p:to>
                                        <p:strVal val="visible"/>
                                      </p:to>
                                    </p:set>
                                  </p:childTnLst>
                                </p:cTn>
                              </p:par>
                              <p:par>
                                <p:cTn id="219" presetID="1" presetClass="entr" presetSubtype="0" fill="hold" grpId="0" nodeType="withEffect">
                                  <p:stCondLst>
                                    <p:cond delay="0"/>
                                  </p:stCondLst>
                                  <p:childTnLst>
                                    <p:set>
                                      <p:cBhvr>
                                        <p:cTn id="220" dur="1" fill="hold">
                                          <p:stCondLst>
                                            <p:cond delay="0"/>
                                          </p:stCondLst>
                                        </p:cTn>
                                        <p:tgtEl>
                                          <p:spTgt spid="762"/>
                                        </p:tgtEl>
                                        <p:attrNameLst>
                                          <p:attrName>style.visibility</p:attrName>
                                        </p:attrNameLst>
                                      </p:cBhvr>
                                      <p:to>
                                        <p:strVal val="visible"/>
                                      </p:to>
                                    </p:set>
                                  </p:childTnLst>
                                </p:cTn>
                              </p:par>
                              <p:par>
                                <p:cTn id="221" presetID="1" presetClass="entr" presetSubtype="0" fill="hold" grpId="0" nodeType="withEffect">
                                  <p:stCondLst>
                                    <p:cond delay="0"/>
                                  </p:stCondLst>
                                  <p:childTnLst>
                                    <p:set>
                                      <p:cBhvr>
                                        <p:cTn id="222" dur="1" fill="hold">
                                          <p:stCondLst>
                                            <p:cond delay="0"/>
                                          </p:stCondLst>
                                        </p:cTn>
                                        <p:tgtEl>
                                          <p:spTgt spid="763"/>
                                        </p:tgtEl>
                                        <p:attrNameLst>
                                          <p:attrName>style.visibility</p:attrName>
                                        </p:attrNameLst>
                                      </p:cBhvr>
                                      <p:to>
                                        <p:strVal val="visible"/>
                                      </p:to>
                                    </p:set>
                                  </p:childTnLst>
                                </p:cTn>
                              </p:par>
                              <p:par>
                                <p:cTn id="223" presetID="1" presetClass="entr" presetSubtype="0" fill="hold" grpId="0" nodeType="withEffect">
                                  <p:stCondLst>
                                    <p:cond delay="0"/>
                                  </p:stCondLst>
                                  <p:childTnLst>
                                    <p:set>
                                      <p:cBhvr>
                                        <p:cTn id="224" dur="1" fill="hold">
                                          <p:stCondLst>
                                            <p:cond delay="0"/>
                                          </p:stCondLst>
                                        </p:cTn>
                                        <p:tgtEl>
                                          <p:spTgt spid="764"/>
                                        </p:tgtEl>
                                        <p:attrNameLst>
                                          <p:attrName>style.visibility</p:attrName>
                                        </p:attrNameLst>
                                      </p:cBhvr>
                                      <p:to>
                                        <p:strVal val="visible"/>
                                      </p:to>
                                    </p:set>
                                  </p:childTnLst>
                                </p:cTn>
                              </p:par>
                              <p:par>
                                <p:cTn id="225" presetID="1" presetClass="entr" presetSubtype="0" fill="hold" grpId="0" nodeType="withEffect">
                                  <p:stCondLst>
                                    <p:cond delay="0"/>
                                  </p:stCondLst>
                                  <p:childTnLst>
                                    <p:set>
                                      <p:cBhvr>
                                        <p:cTn id="226" dur="1" fill="hold">
                                          <p:stCondLst>
                                            <p:cond delay="0"/>
                                          </p:stCondLst>
                                        </p:cTn>
                                        <p:tgtEl>
                                          <p:spTgt spid="765"/>
                                        </p:tgtEl>
                                        <p:attrNameLst>
                                          <p:attrName>style.visibility</p:attrName>
                                        </p:attrNameLst>
                                      </p:cBhvr>
                                      <p:to>
                                        <p:strVal val="visible"/>
                                      </p:to>
                                    </p:set>
                                  </p:childTnLst>
                                </p:cTn>
                              </p:par>
                              <p:par>
                                <p:cTn id="227" presetID="1" presetClass="entr" presetSubtype="0" fill="hold" nodeType="withEffect">
                                  <p:stCondLst>
                                    <p:cond delay="0"/>
                                  </p:stCondLst>
                                  <p:childTnLst>
                                    <p:set>
                                      <p:cBhvr>
                                        <p:cTn id="228" dur="1" fill="hold">
                                          <p:stCondLst>
                                            <p:cond delay="0"/>
                                          </p:stCondLst>
                                        </p:cTn>
                                        <p:tgtEl>
                                          <p:spTgt spid="766"/>
                                        </p:tgtEl>
                                        <p:attrNameLst>
                                          <p:attrName>style.visibility</p:attrName>
                                        </p:attrNameLst>
                                      </p:cBhvr>
                                      <p:to>
                                        <p:strVal val="visible"/>
                                      </p:to>
                                    </p:set>
                                  </p:childTnLst>
                                </p:cTn>
                              </p:par>
                              <p:par>
                                <p:cTn id="229" presetID="1" presetClass="entr" presetSubtype="0" fill="hold" nodeType="withEffect">
                                  <p:stCondLst>
                                    <p:cond delay="0"/>
                                  </p:stCondLst>
                                  <p:childTnLst>
                                    <p:set>
                                      <p:cBhvr>
                                        <p:cTn id="230" dur="1" fill="hold">
                                          <p:stCondLst>
                                            <p:cond delay="0"/>
                                          </p:stCondLst>
                                        </p:cTn>
                                        <p:tgtEl>
                                          <p:spTgt spid="775"/>
                                        </p:tgtEl>
                                        <p:attrNameLst>
                                          <p:attrName>style.visibility</p:attrName>
                                        </p:attrNameLst>
                                      </p:cBhvr>
                                      <p:to>
                                        <p:strVal val="visible"/>
                                      </p:to>
                                    </p:set>
                                  </p:childTnLst>
                                </p:cTn>
                              </p:par>
                              <p:par>
                                <p:cTn id="231" presetID="1" presetClass="entr" presetSubtype="0" fill="hold" nodeType="withEffect">
                                  <p:stCondLst>
                                    <p:cond delay="0"/>
                                  </p:stCondLst>
                                  <p:childTnLst>
                                    <p:set>
                                      <p:cBhvr>
                                        <p:cTn id="232" dur="1" fill="hold">
                                          <p:stCondLst>
                                            <p:cond delay="0"/>
                                          </p:stCondLst>
                                        </p:cTn>
                                        <p:tgtEl>
                                          <p:spTgt spid="784"/>
                                        </p:tgtEl>
                                        <p:attrNameLst>
                                          <p:attrName>style.visibility</p:attrName>
                                        </p:attrNameLst>
                                      </p:cBhvr>
                                      <p:to>
                                        <p:strVal val="visible"/>
                                      </p:to>
                                    </p:set>
                                  </p:childTnLst>
                                </p:cTn>
                              </p:par>
                              <p:par>
                                <p:cTn id="233" presetID="1" presetClass="entr" presetSubtype="0" fill="hold" nodeType="withEffect">
                                  <p:stCondLst>
                                    <p:cond delay="0"/>
                                  </p:stCondLst>
                                  <p:childTnLst>
                                    <p:set>
                                      <p:cBhvr>
                                        <p:cTn id="234" dur="1" fill="hold">
                                          <p:stCondLst>
                                            <p:cond delay="0"/>
                                          </p:stCondLst>
                                        </p:cTn>
                                        <p:tgtEl>
                                          <p:spTgt spid="791"/>
                                        </p:tgtEl>
                                        <p:attrNameLst>
                                          <p:attrName>style.visibility</p:attrName>
                                        </p:attrNameLst>
                                      </p:cBhvr>
                                      <p:to>
                                        <p:strVal val="visible"/>
                                      </p:to>
                                    </p:set>
                                  </p:childTnLst>
                                </p:cTn>
                              </p:par>
                              <p:par>
                                <p:cTn id="235" presetID="1" presetClass="entr" presetSubtype="0" fill="hold" nodeType="withEffect">
                                  <p:stCondLst>
                                    <p:cond delay="0"/>
                                  </p:stCondLst>
                                  <p:childTnLst>
                                    <p:set>
                                      <p:cBhvr>
                                        <p:cTn id="236" dur="1" fill="hold">
                                          <p:stCondLst>
                                            <p:cond delay="0"/>
                                          </p:stCondLst>
                                        </p:cTn>
                                        <p:tgtEl>
                                          <p:spTgt spid="800"/>
                                        </p:tgtEl>
                                        <p:attrNameLst>
                                          <p:attrName>style.visibility</p:attrName>
                                        </p:attrNameLst>
                                      </p:cBhvr>
                                      <p:to>
                                        <p:strVal val="visible"/>
                                      </p:to>
                                    </p:set>
                                  </p:childTnLst>
                                </p:cTn>
                              </p:par>
                              <p:par>
                                <p:cTn id="237" presetID="1" presetClass="entr" presetSubtype="0" fill="hold" nodeType="withEffect">
                                  <p:stCondLst>
                                    <p:cond delay="0"/>
                                  </p:stCondLst>
                                  <p:childTnLst>
                                    <p:set>
                                      <p:cBhvr>
                                        <p:cTn id="238" dur="1" fill="hold">
                                          <p:stCondLst>
                                            <p:cond delay="0"/>
                                          </p:stCondLst>
                                        </p:cTn>
                                        <p:tgtEl>
                                          <p:spTgt spid="809"/>
                                        </p:tgtEl>
                                        <p:attrNameLst>
                                          <p:attrName>style.visibility</p:attrName>
                                        </p:attrNameLst>
                                      </p:cBhvr>
                                      <p:to>
                                        <p:strVal val="visible"/>
                                      </p:to>
                                    </p:set>
                                  </p:childTnLst>
                                </p:cTn>
                              </p:par>
                              <p:par>
                                <p:cTn id="239" presetID="1" presetClass="entr" presetSubtype="0" fill="hold" grpId="0" nodeType="withEffect">
                                  <p:stCondLst>
                                    <p:cond delay="0"/>
                                  </p:stCondLst>
                                  <p:childTnLst>
                                    <p:set>
                                      <p:cBhvr>
                                        <p:cTn id="240" dur="1" fill="hold">
                                          <p:stCondLst>
                                            <p:cond delay="0"/>
                                          </p:stCondLst>
                                        </p:cTn>
                                        <p:tgtEl>
                                          <p:spTgt spid="818"/>
                                        </p:tgtEl>
                                        <p:attrNameLst>
                                          <p:attrName>style.visibility</p:attrName>
                                        </p:attrNameLst>
                                      </p:cBhvr>
                                      <p:to>
                                        <p:strVal val="visible"/>
                                      </p:to>
                                    </p:set>
                                  </p:childTnLst>
                                </p:cTn>
                              </p:par>
                              <p:par>
                                <p:cTn id="241" presetID="1" presetClass="entr" presetSubtype="0" fill="hold" grpId="0" nodeType="withEffect">
                                  <p:stCondLst>
                                    <p:cond delay="0"/>
                                  </p:stCondLst>
                                  <p:childTnLst>
                                    <p:set>
                                      <p:cBhvr>
                                        <p:cTn id="242" dur="1" fill="hold">
                                          <p:stCondLst>
                                            <p:cond delay="0"/>
                                          </p:stCondLst>
                                        </p:cTn>
                                        <p:tgtEl>
                                          <p:spTgt spid="819"/>
                                        </p:tgtEl>
                                        <p:attrNameLst>
                                          <p:attrName>style.visibility</p:attrName>
                                        </p:attrNameLst>
                                      </p:cBhvr>
                                      <p:to>
                                        <p:strVal val="visible"/>
                                      </p:to>
                                    </p:set>
                                  </p:childTnLst>
                                </p:cTn>
                              </p:par>
                              <p:par>
                                <p:cTn id="243" presetID="1" presetClass="entr" presetSubtype="0" fill="hold" grpId="0" nodeType="withEffect">
                                  <p:stCondLst>
                                    <p:cond delay="0"/>
                                  </p:stCondLst>
                                  <p:childTnLst>
                                    <p:set>
                                      <p:cBhvr>
                                        <p:cTn id="244" dur="1" fill="hold">
                                          <p:stCondLst>
                                            <p:cond delay="0"/>
                                          </p:stCondLst>
                                        </p:cTn>
                                        <p:tgtEl>
                                          <p:spTgt spid="820"/>
                                        </p:tgtEl>
                                        <p:attrNameLst>
                                          <p:attrName>style.visibility</p:attrName>
                                        </p:attrNameLst>
                                      </p:cBhvr>
                                      <p:to>
                                        <p:strVal val="visible"/>
                                      </p:to>
                                    </p:set>
                                  </p:childTnLst>
                                </p:cTn>
                              </p:par>
                              <p:par>
                                <p:cTn id="245" presetID="1" presetClass="entr" presetSubtype="0" fill="hold" grpId="0" nodeType="withEffect">
                                  <p:stCondLst>
                                    <p:cond delay="0"/>
                                  </p:stCondLst>
                                  <p:childTnLst>
                                    <p:set>
                                      <p:cBhvr>
                                        <p:cTn id="246" dur="1" fill="hold">
                                          <p:stCondLst>
                                            <p:cond delay="0"/>
                                          </p:stCondLst>
                                        </p:cTn>
                                        <p:tgtEl>
                                          <p:spTgt spid="821"/>
                                        </p:tgtEl>
                                        <p:attrNameLst>
                                          <p:attrName>style.visibility</p:attrName>
                                        </p:attrNameLst>
                                      </p:cBhvr>
                                      <p:to>
                                        <p:strVal val="visible"/>
                                      </p:to>
                                    </p:set>
                                  </p:childTnLst>
                                </p:cTn>
                              </p:par>
                              <p:par>
                                <p:cTn id="247" presetID="1" presetClass="entr" presetSubtype="0" fill="hold" grpId="0" nodeType="withEffect">
                                  <p:stCondLst>
                                    <p:cond delay="0"/>
                                  </p:stCondLst>
                                  <p:childTnLst>
                                    <p:set>
                                      <p:cBhvr>
                                        <p:cTn id="248" dur="1" fill="hold">
                                          <p:stCondLst>
                                            <p:cond delay="0"/>
                                          </p:stCondLst>
                                        </p:cTn>
                                        <p:tgtEl>
                                          <p:spTgt spid="822"/>
                                        </p:tgtEl>
                                        <p:attrNameLst>
                                          <p:attrName>style.visibility</p:attrName>
                                        </p:attrNameLst>
                                      </p:cBhvr>
                                      <p:to>
                                        <p:strVal val="visible"/>
                                      </p:to>
                                    </p:set>
                                  </p:childTnLst>
                                </p:cTn>
                              </p:par>
                              <p:par>
                                <p:cTn id="249" presetID="1" presetClass="entr" presetSubtype="0" fill="hold" grpId="0" nodeType="withEffect">
                                  <p:stCondLst>
                                    <p:cond delay="0"/>
                                  </p:stCondLst>
                                  <p:childTnLst>
                                    <p:set>
                                      <p:cBhvr>
                                        <p:cTn id="250" dur="1" fill="hold">
                                          <p:stCondLst>
                                            <p:cond delay="0"/>
                                          </p:stCondLst>
                                        </p:cTn>
                                        <p:tgtEl>
                                          <p:spTgt spid="823"/>
                                        </p:tgtEl>
                                        <p:attrNameLst>
                                          <p:attrName>style.visibility</p:attrName>
                                        </p:attrNameLst>
                                      </p:cBhvr>
                                      <p:to>
                                        <p:strVal val="visible"/>
                                      </p:to>
                                    </p:set>
                                  </p:childTnLst>
                                </p:cTn>
                              </p:par>
                              <p:par>
                                <p:cTn id="251" presetID="1" presetClass="entr" presetSubtype="0" fill="hold" grpId="0" nodeType="withEffect">
                                  <p:stCondLst>
                                    <p:cond delay="0"/>
                                  </p:stCondLst>
                                  <p:childTnLst>
                                    <p:set>
                                      <p:cBhvr>
                                        <p:cTn id="252" dur="1" fill="hold">
                                          <p:stCondLst>
                                            <p:cond delay="0"/>
                                          </p:stCondLst>
                                        </p:cTn>
                                        <p:tgtEl>
                                          <p:spTgt spid="824"/>
                                        </p:tgtEl>
                                        <p:attrNameLst>
                                          <p:attrName>style.visibility</p:attrName>
                                        </p:attrNameLst>
                                      </p:cBhvr>
                                      <p:to>
                                        <p:strVal val="visible"/>
                                      </p:to>
                                    </p:set>
                                  </p:childTnLst>
                                </p:cTn>
                              </p:par>
                              <p:par>
                                <p:cTn id="253" presetID="1" presetClass="entr" presetSubtype="0" fill="hold" grpId="0" nodeType="withEffect">
                                  <p:stCondLst>
                                    <p:cond delay="0"/>
                                  </p:stCondLst>
                                  <p:childTnLst>
                                    <p:set>
                                      <p:cBhvr>
                                        <p:cTn id="254" dur="1" fill="hold">
                                          <p:stCondLst>
                                            <p:cond delay="0"/>
                                          </p:stCondLst>
                                        </p:cTn>
                                        <p:tgtEl>
                                          <p:spTgt spid="825"/>
                                        </p:tgtEl>
                                        <p:attrNameLst>
                                          <p:attrName>style.visibility</p:attrName>
                                        </p:attrNameLst>
                                      </p:cBhvr>
                                      <p:to>
                                        <p:strVal val="visible"/>
                                      </p:to>
                                    </p:set>
                                  </p:childTnLst>
                                </p:cTn>
                              </p:par>
                              <p:par>
                                <p:cTn id="255" presetID="1" presetClass="entr" presetSubtype="0" fill="hold" grpId="0" nodeType="withEffect">
                                  <p:stCondLst>
                                    <p:cond delay="0"/>
                                  </p:stCondLst>
                                  <p:childTnLst>
                                    <p:set>
                                      <p:cBhvr>
                                        <p:cTn id="256" dur="1" fill="hold">
                                          <p:stCondLst>
                                            <p:cond delay="0"/>
                                          </p:stCondLst>
                                        </p:cTn>
                                        <p:tgtEl>
                                          <p:spTgt spid="826"/>
                                        </p:tgtEl>
                                        <p:attrNameLst>
                                          <p:attrName>style.visibility</p:attrName>
                                        </p:attrNameLst>
                                      </p:cBhvr>
                                      <p:to>
                                        <p:strVal val="visible"/>
                                      </p:to>
                                    </p:set>
                                  </p:childTnLst>
                                </p:cTn>
                              </p:par>
                              <p:par>
                                <p:cTn id="257" presetID="1" presetClass="entr" presetSubtype="0" fill="hold" grpId="0" nodeType="withEffect">
                                  <p:stCondLst>
                                    <p:cond delay="0"/>
                                  </p:stCondLst>
                                  <p:childTnLst>
                                    <p:set>
                                      <p:cBhvr>
                                        <p:cTn id="258" dur="1" fill="hold">
                                          <p:stCondLst>
                                            <p:cond delay="0"/>
                                          </p:stCondLst>
                                        </p:cTn>
                                        <p:tgtEl>
                                          <p:spTgt spid="827"/>
                                        </p:tgtEl>
                                        <p:attrNameLst>
                                          <p:attrName>style.visibility</p:attrName>
                                        </p:attrNameLst>
                                      </p:cBhvr>
                                      <p:to>
                                        <p:strVal val="visible"/>
                                      </p:to>
                                    </p:set>
                                  </p:childTnLst>
                                </p:cTn>
                              </p:par>
                              <p:par>
                                <p:cTn id="259" presetID="1" presetClass="entr" presetSubtype="0" fill="hold" grpId="0" nodeType="withEffect">
                                  <p:stCondLst>
                                    <p:cond delay="0"/>
                                  </p:stCondLst>
                                  <p:childTnLst>
                                    <p:set>
                                      <p:cBhvr>
                                        <p:cTn id="260" dur="1" fill="hold">
                                          <p:stCondLst>
                                            <p:cond delay="0"/>
                                          </p:stCondLst>
                                        </p:cTn>
                                        <p:tgtEl>
                                          <p:spTgt spid="828"/>
                                        </p:tgtEl>
                                        <p:attrNameLst>
                                          <p:attrName>style.visibility</p:attrName>
                                        </p:attrNameLst>
                                      </p:cBhvr>
                                      <p:to>
                                        <p:strVal val="visible"/>
                                      </p:to>
                                    </p:set>
                                  </p:childTnLst>
                                </p:cTn>
                              </p:par>
                              <p:par>
                                <p:cTn id="261" presetID="1" presetClass="entr" presetSubtype="0" fill="hold" grpId="0" nodeType="withEffect">
                                  <p:stCondLst>
                                    <p:cond delay="0"/>
                                  </p:stCondLst>
                                  <p:childTnLst>
                                    <p:set>
                                      <p:cBhvr>
                                        <p:cTn id="262" dur="1" fill="hold">
                                          <p:stCondLst>
                                            <p:cond delay="0"/>
                                          </p:stCondLst>
                                        </p:cTn>
                                        <p:tgtEl>
                                          <p:spTgt spid="829"/>
                                        </p:tgtEl>
                                        <p:attrNameLst>
                                          <p:attrName>style.visibility</p:attrName>
                                        </p:attrNameLst>
                                      </p:cBhvr>
                                      <p:to>
                                        <p:strVal val="visible"/>
                                      </p:to>
                                    </p:set>
                                  </p:childTnLst>
                                </p:cTn>
                              </p:par>
                              <p:par>
                                <p:cTn id="263" presetID="1" presetClass="entr" presetSubtype="0" fill="hold" nodeType="withEffect">
                                  <p:stCondLst>
                                    <p:cond delay="0"/>
                                  </p:stCondLst>
                                  <p:childTnLst>
                                    <p:set>
                                      <p:cBhvr>
                                        <p:cTn id="264" dur="1" fill="hold">
                                          <p:stCondLst>
                                            <p:cond delay="0"/>
                                          </p:stCondLst>
                                        </p:cTn>
                                        <p:tgtEl>
                                          <p:spTgt spid="830"/>
                                        </p:tgtEl>
                                        <p:attrNameLst>
                                          <p:attrName>style.visibility</p:attrName>
                                        </p:attrNameLst>
                                      </p:cBhvr>
                                      <p:to>
                                        <p:strVal val="visible"/>
                                      </p:to>
                                    </p:set>
                                  </p:childTnLst>
                                </p:cTn>
                              </p:par>
                              <p:par>
                                <p:cTn id="265" presetID="1" presetClass="entr" presetSubtype="0" fill="hold" nodeType="withEffect">
                                  <p:stCondLst>
                                    <p:cond delay="0"/>
                                  </p:stCondLst>
                                  <p:childTnLst>
                                    <p:set>
                                      <p:cBhvr>
                                        <p:cTn id="266" dur="1" fill="hold">
                                          <p:stCondLst>
                                            <p:cond delay="0"/>
                                          </p:stCondLst>
                                        </p:cTn>
                                        <p:tgtEl>
                                          <p:spTgt spid="839"/>
                                        </p:tgtEl>
                                        <p:attrNameLst>
                                          <p:attrName>style.visibility</p:attrName>
                                        </p:attrNameLst>
                                      </p:cBhvr>
                                      <p:to>
                                        <p:strVal val="visible"/>
                                      </p:to>
                                    </p:set>
                                  </p:childTnLst>
                                </p:cTn>
                              </p:par>
                              <p:par>
                                <p:cTn id="267" presetID="1" presetClass="entr" presetSubtype="0" fill="hold" nodeType="withEffect">
                                  <p:stCondLst>
                                    <p:cond delay="0"/>
                                  </p:stCondLst>
                                  <p:childTnLst>
                                    <p:set>
                                      <p:cBhvr>
                                        <p:cTn id="268" dur="1" fill="hold">
                                          <p:stCondLst>
                                            <p:cond delay="0"/>
                                          </p:stCondLst>
                                        </p:cTn>
                                        <p:tgtEl>
                                          <p:spTgt spid="848"/>
                                        </p:tgtEl>
                                        <p:attrNameLst>
                                          <p:attrName>style.visibility</p:attrName>
                                        </p:attrNameLst>
                                      </p:cBhvr>
                                      <p:to>
                                        <p:strVal val="visible"/>
                                      </p:to>
                                    </p:set>
                                  </p:childTnLst>
                                </p:cTn>
                              </p:par>
                              <p:par>
                                <p:cTn id="269" presetID="1" presetClass="entr" presetSubtype="0" fill="hold" nodeType="withEffect">
                                  <p:stCondLst>
                                    <p:cond delay="0"/>
                                  </p:stCondLst>
                                  <p:childTnLst>
                                    <p:set>
                                      <p:cBhvr>
                                        <p:cTn id="270" dur="1" fill="hold">
                                          <p:stCondLst>
                                            <p:cond delay="0"/>
                                          </p:stCondLst>
                                        </p:cTn>
                                        <p:tgtEl>
                                          <p:spTgt spid="857"/>
                                        </p:tgtEl>
                                        <p:attrNameLst>
                                          <p:attrName>style.visibility</p:attrName>
                                        </p:attrNameLst>
                                      </p:cBhvr>
                                      <p:to>
                                        <p:strVal val="visible"/>
                                      </p:to>
                                    </p:set>
                                  </p:childTnLst>
                                </p:cTn>
                              </p:par>
                              <p:par>
                                <p:cTn id="271" presetID="1" presetClass="entr" presetSubtype="0" fill="hold" grpId="0" nodeType="withEffect">
                                  <p:stCondLst>
                                    <p:cond delay="0"/>
                                  </p:stCondLst>
                                  <p:childTnLst>
                                    <p:set>
                                      <p:cBhvr>
                                        <p:cTn id="272" dur="1" fill="hold">
                                          <p:stCondLst>
                                            <p:cond delay="0"/>
                                          </p:stCondLst>
                                        </p:cTn>
                                        <p:tgtEl>
                                          <p:spTgt spid="866"/>
                                        </p:tgtEl>
                                        <p:attrNameLst>
                                          <p:attrName>style.visibility</p:attrName>
                                        </p:attrNameLst>
                                      </p:cBhvr>
                                      <p:to>
                                        <p:strVal val="visible"/>
                                      </p:to>
                                    </p:set>
                                  </p:childTnLst>
                                </p:cTn>
                              </p:par>
                              <p:par>
                                <p:cTn id="273" presetID="1" presetClass="entr" presetSubtype="0" fill="hold" nodeType="withEffect">
                                  <p:stCondLst>
                                    <p:cond delay="0"/>
                                  </p:stCondLst>
                                  <p:childTnLst>
                                    <p:set>
                                      <p:cBhvr>
                                        <p:cTn id="274" dur="1" fill="hold">
                                          <p:stCondLst>
                                            <p:cond delay="0"/>
                                          </p:stCondLst>
                                        </p:cTn>
                                        <p:tgtEl>
                                          <p:spTgt spid="867"/>
                                        </p:tgtEl>
                                        <p:attrNameLst>
                                          <p:attrName>style.visibility</p:attrName>
                                        </p:attrNameLst>
                                      </p:cBhvr>
                                      <p:to>
                                        <p:strVal val="visible"/>
                                      </p:to>
                                    </p:set>
                                  </p:childTnLst>
                                </p:cTn>
                              </p:par>
                              <p:par>
                                <p:cTn id="275" presetID="1" presetClass="entr" presetSubtype="0" fill="hold" nodeType="withEffect">
                                  <p:stCondLst>
                                    <p:cond delay="0"/>
                                  </p:stCondLst>
                                  <p:childTnLst>
                                    <p:set>
                                      <p:cBhvr>
                                        <p:cTn id="276" dur="1" fill="hold">
                                          <p:stCondLst>
                                            <p:cond delay="0"/>
                                          </p:stCondLst>
                                        </p:cTn>
                                        <p:tgtEl>
                                          <p:spTgt spid="876"/>
                                        </p:tgtEl>
                                        <p:attrNameLst>
                                          <p:attrName>style.visibility</p:attrName>
                                        </p:attrNameLst>
                                      </p:cBhvr>
                                      <p:to>
                                        <p:strVal val="visible"/>
                                      </p:to>
                                    </p:set>
                                  </p:childTnLst>
                                </p:cTn>
                              </p:par>
                              <p:par>
                                <p:cTn id="277" presetID="1" presetClass="entr" presetSubtype="0" fill="hold" nodeType="withEffect">
                                  <p:stCondLst>
                                    <p:cond delay="0"/>
                                  </p:stCondLst>
                                  <p:childTnLst>
                                    <p:set>
                                      <p:cBhvr>
                                        <p:cTn id="278" dur="1" fill="hold">
                                          <p:stCondLst>
                                            <p:cond delay="0"/>
                                          </p:stCondLst>
                                        </p:cTn>
                                        <p:tgtEl>
                                          <p:spTgt spid="885"/>
                                        </p:tgtEl>
                                        <p:attrNameLst>
                                          <p:attrName>style.visibility</p:attrName>
                                        </p:attrNameLst>
                                      </p:cBhvr>
                                      <p:to>
                                        <p:strVal val="visible"/>
                                      </p:to>
                                    </p:set>
                                  </p:childTnLst>
                                </p:cTn>
                              </p:par>
                              <p:par>
                                <p:cTn id="279" presetID="1" presetClass="entr" presetSubtype="0" fill="hold" grpId="0" nodeType="withEffect">
                                  <p:stCondLst>
                                    <p:cond delay="0"/>
                                  </p:stCondLst>
                                  <p:childTnLst>
                                    <p:set>
                                      <p:cBhvr>
                                        <p:cTn id="280" dur="1" fill="hold">
                                          <p:stCondLst>
                                            <p:cond delay="0"/>
                                          </p:stCondLst>
                                        </p:cTn>
                                        <p:tgtEl>
                                          <p:spTgt spid="894"/>
                                        </p:tgtEl>
                                        <p:attrNameLst>
                                          <p:attrName>style.visibility</p:attrName>
                                        </p:attrNameLst>
                                      </p:cBhvr>
                                      <p:to>
                                        <p:strVal val="visible"/>
                                      </p:to>
                                    </p:set>
                                  </p:childTnLst>
                                </p:cTn>
                              </p:par>
                              <p:par>
                                <p:cTn id="281" presetID="1" presetClass="entr" presetSubtype="0" fill="hold" grpId="0" nodeType="withEffect">
                                  <p:stCondLst>
                                    <p:cond delay="0"/>
                                  </p:stCondLst>
                                  <p:childTnLst>
                                    <p:set>
                                      <p:cBhvr>
                                        <p:cTn id="282" dur="1" fill="hold">
                                          <p:stCondLst>
                                            <p:cond delay="0"/>
                                          </p:stCondLst>
                                        </p:cTn>
                                        <p:tgtEl>
                                          <p:spTgt spid="895"/>
                                        </p:tgtEl>
                                        <p:attrNameLst>
                                          <p:attrName>style.visibility</p:attrName>
                                        </p:attrNameLst>
                                      </p:cBhvr>
                                      <p:to>
                                        <p:strVal val="visible"/>
                                      </p:to>
                                    </p:set>
                                  </p:childTnLst>
                                </p:cTn>
                              </p:par>
                              <p:par>
                                <p:cTn id="283" presetID="1" presetClass="entr" presetSubtype="0" fill="hold" grpId="0" nodeType="withEffect">
                                  <p:stCondLst>
                                    <p:cond delay="0"/>
                                  </p:stCondLst>
                                  <p:childTnLst>
                                    <p:set>
                                      <p:cBhvr>
                                        <p:cTn id="284" dur="1" fill="hold">
                                          <p:stCondLst>
                                            <p:cond delay="0"/>
                                          </p:stCondLst>
                                        </p:cTn>
                                        <p:tgtEl>
                                          <p:spTgt spid="896"/>
                                        </p:tgtEl>
                                        <p:attrNameLst>
                                          <p:attrName>style.visibility</p:attrName>
                                        </p:attrNameLst>
                                      </p:cBhvr>
                                      <p:to>
                                        <p:strVal val="visible"/>
                                      </p:to>
                                    </p:set>
                                  </p:childTnLst>
                                </p:cTn>
                              </p:par>
                            </p:childTnLst>
                          </p:cTn>
                        </p:par>
                      </p:childTnLst>
                    </p:cTn>
                  </p:par>
                  <p:par>
                    <p:cTn id="285" fill="hold">
                      <p:stCondLst>
                        <p:cond delay="indefinite"/>
                      </p:stCondLst>
                      <p:childTnLst>
                        <p:par>
                          <p:cTn id="286" fill="hold">
                            <p:stCondLst>
                              <p:cond delay="0"/>
                            </p:stCondLst>
                            <p:childTnLst>
                              <p:par>
                                <p:cTn id="287" presetID="1" presetClass="entr" presetSubtype="0" fill="hold" nodeType="clickEffect">
                                  <p:stCondLst>
                                    <p:cond delay="0"/>
                                  </p:stCondLst>
                                  <p:childTnLst>
                                    <p:set>
                                      <p:cBhvr>
                                        <p:cTn id="28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89" fill="hold">
                      <p:stCondLst>
                        <p:cond delay="indefinite"/>
                      </p:stCondLst>
                      <p:childTnLst>
                        <p:par>
                          <p:cTn id="290" fill="hold">
                            <p:stCondLst>
                              <p:cond delay="0"/>
                            </p:stCondLst>
                            <p:childTnLst>
                              <p:par>
                                <p:cTn id="291" presetID="1" presetClass="entr" presetSubtype="0" fill="hold" nodeType="clickEffect">
                                  <p:stCondLst>
                                    <p:cond delay="0"/>
                                  </p:stCondLst>
                                  <p:childTnLst>
                                    <p:set>
                                      <p:cBhvr>
                                        <p:cTn id="29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1" grpId="0" animBg="1"/>
      <p:bldP spid="455" grpId="0" animBg="1"/>
      <p:bldP spid="456" grpId="0" animBg="1"/>
      <p:bldP spid="457" grpId="0" animBg="1"/>
      <p:bldP spid="458" grpId="0" animBg="1"/>
      <p:bldP spid="459" grpId="0" animBg="1"/>
      <p:bldP spid="460" grpId="0" animBg="1"/>
      <p:bldP spid="461" grpId="0" animBg="1"/>
      <p:bldP spid="462" grpId="0" animBg="1"/>
      <p:bldP spid="463" grpId="0" animBg="1"/>
      <p:bldP spid="464" grpId="0" animBg="1"/>
      <p:bldP spid="465" grpId="0" animBg="1"/>
      <p:bldP spid="467" grpId="0" animBg="1"/>
      <p:bldP spid="468" grpId="0" animBg="1"/>
      <p:bldP spid="470" grpId="0" animBg="1"/>
      <p:bldP spid="471" grpId="0" animBg="1"/>
      <p:bldP spid="472" grpId="0" animBg="1"/>
      <p:bldP spid="473" grpId="0" animBg="1"/>
      <p:bldP spid="474" grpId="0" animBg="1"/>
      <p:bldP spid="475" grpId="0" animBg="1"/>
      <p:bldP spid="476" grpId="0" animBg="1"/>
      <p:bldP spid="480" grpId="0" animBg="1"/>
      <p:bldP spid="481" grpId="0" animBg="1"/>
      <p:bldP spid="558" grpId="0" animBg="1"/>
      <p:bldP spid="566" grpId="0" animBg="1"/>
      <p:bldP spid="589" grpId="0" animBg="1"/>
      <p:bldP spid="698" grpId="0" animBg="1"/>
      <p:bldP spid="700" grpId="0" animBg="1"/>
      <p:bldP spid="701" grpId="0" animBg="1"/>
      <p:bldP spid="702" grpId="0" animBg="1"/>
      <p:bldP spid="703" grpId="0" animBg="1"/>
      <p:bldP spid="704" grpId="0" animBg="1"/>
      <p:bldP spid="705" grpId="0" animBg="1"/>
      <p:bldP spid="713" grpId="0" animBg="1"/>
      <p:bldP spid="714" grpId="0" animBg="1"/>
      <p:bldP spid="715" grpId="0" animBg="1"/>
      <p:bldP spid="716" grpId="0" animBg="1"/>
      <p:bldP spid="717" grpId="0" animBg="1"/>
      <p:bldP spid="718" grpId="0" animBg="1"/>
      <p:bldP spid="720" grpId="0" animBg="1"/>
      <p:bldP spid="722" grpId="0" animBg="1"/>
      <p:bldP spid="723" grpId="0" animBg="1"/>
      <p:bldP spid="724" grpId="0" animBg="1"/>
      <p:bldP spid="725" grpId="0" animBg="1"/>
      <p:bldP spid="726" grpId="0" animBg="1"/>
      <p:bldP spid="727" grpId="0" animBg="1"/>
      <p:bldP spid="735" grpId="0" animBg="1"/>
      <p:bldP spid="736" grpId="0" animBg="1"/>
      <p:bldP spid="737" grpId="0" animBg="1"/>
      <p:bldP spid="738" grpId="0" animBg="1"/>
      <p:bldP spid="739" grpId="0" animBg="1"/>
      <p:bldP spid="740" grpId="0" animBg="1"/>
      <p:bldP spid="745" grpId="0" animBg="1"/>
      <p:bldP spid="747" grpId="0" animBg="1"/>
      <p:bldP spid="748" grpId="0" animBg="1"/>
      <p:bldP spid="749" grpId="0" animBg="1"/>
      <p:bldP spid="750" grpId="0" animBg="1"/>
      <p:bldP spid="751" grpId="0" animBg="1"/>
      <p:bldP spid="752" grpId="0" animBg="1"/>
      <p:bldP spid="760" grpId="0" animBg="1"/>
      <p:bldP spid="761" grpId="0" animBg="1"/>
      <p:bldP spid="762" grpId="0" animBg="1"/>
      <p:bldP spid="763" grpId="0" animBg="1"/>
      <p:bldP spid="764" grpId="0" animBg="1"/>
      <p:bldP spid="765" grpId="0" animBg="1"/>
      <p:bldP spid="818" grpId="0" animBg="1"/>
      <p:bldP spid="819" grpId="0" animBg="1"/>
      <p:bldP spid="820" grpId="0" animBg="1"/>
      <p:bldP spid="821" grpId="0" animBg="1"/>
      <p:bldP spid="822" grpId="0" animBg="1"/>
      <p:bldP spid="823" grpId="0" animBg="1"/>
      <p:bldP spid="824" grpId="0" animBg="1"/>
      <p:bldP spid="825" grpId="0" animBg="1"/>
      <p:bldP spid="826" grpId="0" animBg="1"/>
      <p:bldP spid="827" grpId="0" animBg="1"/>
      <p:bldP spid="828" grpId="0" animBg="1"/>
      <p:bldP spid="829" grpId="0" animBg="1"/>
      <p:bldP spid="866" grpId="0" animBg="1"/>
      <p:bldP spid="894" grpId="0"/>
      <p:bldP spid="895" grpId="0" animBg="1"/>
      <p:bldP spid="89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Link Layer Services</a:t>
            </a:r>
          </a:p>
        </p:txBody>
      </p:sp>
      <p:sp>
        <p:nvSpPr>
          <p:cNvPr id="5" name="Content Placeholder 4"/>
          <p:cNvSpPr>
            <a:spLocks noGrp="1"/>
          </p:cNvSpPr>
          <p:nvPr>
            <p:ph idx="1"/>
          </p:nvPr>
        </p:nvSpPr>
        <p:spPr/>
        <p:txBody>
          <a:bodyPr/>
          <a:lstStyle/>
          <a:p>
            <a:pPr lvl="0"/>
            <a:r>
              <a:rPr lang="en-IN" sz="2200" b="1" dirty="0">
                <a:solidFill>
                  <a:schemeClr val="accent6"/>
                </a:solidFill>
              </a:rPr>
              <a:t>Framing</a:t>
            </a:r>
            <a:endParaRPr lang="en-IN" sz="2200" dirty="0">
              <a:solidFill>
                <a:schemeClr val="accent6"/>
              </a:solidFill>
            </a:endParaRPr>
          </a:p>
          <a:p>
            <a:pPr lvl="1" algn="just"/>
            <a:r>
              <a:rPr lang="en-US" altLang="en-US" dirty="0"/>
              <a:t>Encapsulate datagram into frame.</a:t>
            </a:r>
          </a:p>
          <a:p>
            <a:pPr lvl="1" algn="just"/>
            <a:r>
              <a:rPr lang="en-US" altLang="en-US" dirty="0"/>
              <a:t>Adding header and trailer.</a:t>
            </a:r>
          </a:p>
          <a:p>
            <a:pPr>
              <a:lnSpc>
                <a:spcPct val="75000"/>
              </a:lnSpc>
            </a:pPr>
            <a:r>
              <a:rPr lang="en-US" altLang="en-US" sz="2200" b="1" dirty="0">
                <a:solidFill>
                  <a:schemeClr val="accent6"/>
                </a:solidFill>
                <a:ea typeface="ＭＳ Ｐゴシック" charset="-128"/>
              </a:rPr>
              <a:t>Link Access</a:t>
            </a:r>
          </a:p>
          <a:p>
            <a:pPr lvl="1" algn="just"/>
            <a:r>
              <a:rPr lang="ja-JP" altLang="en-US" dirty="0"/>
              <a:t>“</a:t>
            </a:r>
            <a:r>
              <a:rPr lang="en-US" altLang="ja-JP" dirty="0"/>
              <a:t>MAC</a:t>
            </a:r>
            <a:r>
              <a:rPr lang="ja-JP" altLang="en-US" dirty="0"/>
              <a:t>”</a:t>
            </a:r>
            <a:r>
              <a:rPr lang="en-US" altLang="ja-JP" dirty="0"/>
              <a:t> addresses used in frame headers to identify source and destination. It is </a:t>
            </a:r>
            <a:r>
              <a:rPr lang="en-US" altLang="en-US" dirty="0"/>
              <a:t>different from IP address.</a:t>
            </a:r>
          </a:p>
          <a:p>
            <a:pPr lvl="0">
              <a:lnSpc>
                <a:spcPct val="75000"/>
              </a:lnSpc>
            </a:pPr>
            <a:r>
              <a:rPr lang="en-IN" sz="2200" b="1" dirty="0">
                <a:solidFill>
                  <a:schemeClr val="accent6"/>
                </a:solidFill>
                <a:ea typeface="ＭＳ Ｐゴシック" charset="-128"/>
              </a:rPr>
              <a:t>Reliable Delivery</a:t>
            </a:r>
          </a:p>
          <a:p>
            <a:pPr lvl="1" algn="just"/>
            <a:r>
              <a:rPr lang="en-IN" dirty="0"/>
              <a:t>In this layer protocol provides reliable delivery service, it guarantees to move each network-layer datagram across the link without error. </a:t>
            </a:r>
          </a:p>
          <a:p>
            <a:pPr lvl="1" algn="just"/>
            <a:r>
              <a:rPr lang="en-IN" dirty="0"/>
              <a:t>A link-layer reliable delivery service can be achieved with acknowledgments and retransmissions.</a:t>
            </a:r>
            <a:endParaRPr lang="en-GB" dirty="0"/>
          </a:p>
          <a:p>
            <a:pPr>
              <a:lnSpc>
                <a:spcPct val="75000"/>
              </a:lnSpc>
            </a:pPr>
            <a:r>
              <a:rPr lang="en-US" sz="2200" b="1" dirty="0">
                <a:solidFill>
                  <a:schemeClr val="accent6"/>
                </a:solidFill>
                <a:ea typeface="ＭＳ Ｐゴシック" charset="-128"/>
              </a:rPr>
              <a:t>Flow Control</a:t>
            </a:r>
          </a:p>
          <a:p>
            <a:pPr lvl="1">
              <a:lnSpc>
                <a:spcPct val="75000"/>
              </a:lnSpc>
            </a:pPr>
            <a:r>
              <a:rPr lang="en-US" sz="2200" dirty="0"/>
              <a:t>Balancing between adjacent sending and receiving nodes.</a:t>
            </a:r>
          </a:p>
          <a:p>
            <a:pPr>
              <a:lnSpc>
                <a:spcPct val="75000"/>
              </a:lnSpc>
            </a:pPr>
            <a:r>
              <a:rPr lang="en-US" sz="2200" b="1" dirty="0">
                <a:solidFill>
                  <a:schemeClr val="accent6"/>
                </a:solidFill>
                <a:ea typeface="ＭＳ Ｐゴシック" charset="-128"/>
              </a:rPr>
              <a:t>Error Detection &amp; Correction</a:t>
            </a:r>
          </a:p>
          <a:p>
            <a:pPr lvl="1"/>
            <a:r>
              <a:rPr lang="en-US" sz="2200" dirty="0"/>
              <a:t>Errors caused by signal attenuation and noise. </a:t>
            </a:r>
          </a:p>
          <a:p>
            <a:pPr lvl="1"/>
            <a:r>
              <a:rPr lang="en-US" sz="2200" dirty="0"/>
              <a:t>Receiver detects presence of errors.</a:t>
            </a:r>
          </a:p>
          <a:p>
            <a:pPr lvl="1"/>
            <a:r>
              <a:rPr lang="en-US" sz="2200" dirty="0"/>
              <a:t>Sender send signal for retransmission or drops frame.</a:t>
            </a:r>
          </a:p>
          <a:p>
            <a:pPr lvl="1"/>
            <a:r>
              <a:rPr lang="en-US" sz="2200" dirty="0"/>
              <a:t>Receiver identifies </a:t>
            </a:r>
            <a:r>
              <a:rPr lang="en-US" sz="2200" i="1" dirty="0">
                <a:solidFill>
                  <a:srgbClr val="CC0000"/>
                </a:solidFill>
              </a:rPr>
              <a:t>and corrects</a:t>
            </a:r>
            <a:r>
              <a:rPr lang="en-US" sz="2200" dirty="0"/>
              <a:t> bit error(s) without resorting to retransmission</a:t>
            </a:r>
            <a:endParaRPr lang="en-US" sz="2200" b="1" dirty="0">
              <a:solidFill>
                <a:schemeClr val="accent6"/>
              </a:solidFill>
              <a:ea typeface="ＭＳ Ｐゴシック" charset="-128"/>
            </a:endParaRPr>
          </a:p>
          <a:p>
            <a:pPr>
              <a:lnSpc>
                <a:spcPct val="75000"/>
              </a:lnSpc>
            </a:pPr>
            <a:endParaRPr lang="en-US" sz="2200" b="1" dirty="0">
              <a:solidFill>
                <a:schemeClr val="accent6"/>
              </a:solidFill>
              <a:ea typeface="ＭＳ Ｐゴシック" charset="-128"/>
            </a:endParaRPr>
          </a:p>
          <a:p>
            <a:pPr lvl="1"/>
            <a:endParaRPr lang="en-US" dirty="0"/>
          </a:p>
        </p:txBody>
      </p:sp>
    </p:spTree>
    <p:extLst>
      <p:ext uri="{BB962C8B-B14F-4D97-AF65-F5344CB8AC3E}">
        <p14:creationId xmlns:p14="http://schemas.microsoft.com/office/powerpoint/2010/main" val="3708475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6E5F88C-0AD5-3681-798B-ECAB88F29A40}"/>
              </a:ext>
            </a:extLst>
          </p:cNvPr>
          <p:cNvSpPr>
            <a:spLocks noGrp="1"/>
          </p:cNvSpPr>
          <p:nvPr>
            <p:ph type="title"/>
          </p:nvPr>
        </p:nvSpPr>
        <p:spPr/>
        <p:txBody>
          <a:bodyPr>
            <a:normAutofit/>
          </a:bodyPr>
          <a:lstStyle/>
          <a:p>
            <a:r>
              <a:rPr lang="en-US" sz="4400" dirty="0"/>
              <a:t>Error Detection &amp; Correction Technique</a:t>
            </a:r>
          </a:p>
        </p:txBody>
      </p:sp>
      <p:sp>
        <p:nvSpPr>
          <p:cNvPr id="5" name="Text Placeholder 4">
            <a:extLst>
              <a:ext uri="{FF2B5EF4-FFF2-40B4-BE49-F238E27FC236}">
                <a16:creationId xmlns:a16="http://schemas.microsoft.com/office/drawing/2014/main" id="{A619F872-CA35-6C1C-E0BE-32A72635DCD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101090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Error Detection &amp; Correction Technique</a:t>
            </a:r>
          </a:p>
        </p:txBody>
      </p:sp>
      <p:sp>
        <p:nvSpPr>
          <p:cNvPr id="3" name="Content Placeholder 2"/>
          <p:cNvSpPr>
            <a:spLocks noGrp="1"/>
          </p:cNvSpPr>
          <p:nvPr>
            <p:ph idx="1"/>
          </p:nvPr>
        </p:nvSpPr>
        <p:spPr/>
        <p:txBody>
          <a:bodyPr/>
          <a:lstStyle/>
          <a:p>
            <a:r>
              <a:rPr lang="en-US" dirty="0"/>
              <a:t>Techniques for error detection</a:t>
            </a:r>
          </a:p>
          <a:p>
            <a:pPr lvl="1"/>
            <a:r>
              <a:rPr lang="en-US" dirty="0"/>
              <a:t>Parity Check</a:t>
            </a:r>
          </a:p>
          <a:p>
            <a:pPr lvl="1"/>
            <a:r>
              <a:rPr lang="en-US" dirty="0"/>
              <a:t>Checksum Method</a:t>
            </a:r>
          </a:p>
          <a:p>
            <a:pPr lvl="1"/>
            <a:r>
              <a:rPr lang="en-US" dirty="0"/>
              <a:t>Cyclic Redundancy Check</a:t>
            </a:r>
          </a:p>
          <a:p>
            <a:endParaRPr lang="en-US" dirty="0"/>
          </a:p>
        </p:txBody>
      </p:sp>
    </p:spTree>
    <p:extLst>
      <p:ext uri="{BB962C8B-B14F-4D97-AF65-F5344CB8AC3E}">
        <p14:creationId xmlns:p14="http://schemas.microsoft.com/office/powerpoint/2010/main" val="1900350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Parity Check</a:t>
            </a:r>
          </a:p>
        </p:txBody>
      </p:sp>
      <p:sp>
        <p:nvSpPr>
          <p:cNvPr id="3" name="Content Placeholder 2"/>
          <p:cNvSpPr>
            <a:spLocks noGrp="1"/>
          </p:cNvSpPr>
          <p:nvPr>
            <p:ph idx="1"/>
          </p:nvPr>
        </p:nvSpPr>
        <p:spPr>
          <a:xfrm>
            <a:off x="131180" y="863444"/>
            <a:ext cx="11929641" cy="5590565"/>
          </a:xfrm>
        </p:spPr>
        <p:txBody>
          <a:bodyPr>
            <a:normAutofit lnSpcReduction="10000"/>
          </a:bodyPr>
          <a:lstStyle/>
          <a:p>
            <a:pPr algn="just"/>
            <a:r>
              <a:rPr lang="en-US" dirty="0"/>
              <a:t>Parity check is a part of </a:t>
            </a:r>
            <a:r>
              <a:rPr lang="en-US" b="1" dirty="0"/>
              <a:t>Parity Bit Method</a:t>
            </a:r>
            <a:r>
              <a:rPr lang="en-US" dirty="0"/>
              <a:t>.</a:t>
            </a:r>
          </a:p>
          <a:p>
            <a:pPr algn="just"/>
            <a:r>
              <a:rPr lang="en-US" dirty="0"/>
              <a:t>In this method there are two types of parity: </a:t>
            </a:r>
            <a:r>
              <a:rPr lang="en-US" dirty="0">
                <a:solidFill>
                  <a:schemeClr val="accent6"/>
                </a:solidFill>
              </a:rPr>
              <a:t>Even parity and Odd parity</a:t>
            </a:r>
          </a:p>
          <a:p>
            <a:pPr algn="just"/>
            <a:r>
              <a:rPr lang="en-US" dirty="0">
                <a:solidFill>
                  <a:schemeClr val="accent6"/>
                </a:solidFill>
              </a:rPr>
              <a:t>One extra bit </a:t>
            </a:r>
            <a:r>
              <a:rPr lang="en-US" dirty="0"/>
              <a:t>is sent along with the original bits to make number of 1s either </a:t>
            </a:r>
            <a:r>
              <a:rPr lang="en-US" dirty="0">
                <a:solidFill>
                  <a:schemeClr val="accent6"/>
                </a:solidFill>
              </a:rPr>
              <a:t>even</a:t>
            </a:r>
            <a:r>
              <a:rPr lang="en-US" dirty="0"/>
              <a:t> in case of </a:t>
            </a:r>
            <a:r>
              <a:rPr lang="en-US" dirty="0">
                <a:solidFill>
                  <a:schemeClr val="accent6"/>
                </a:solidFill>
              </a:rPr>
              <a:t>even parity</a:t>
            </a:r>
            <a:r>
              <a:rPr lang="en-US" dirty="0"/>
              <a:t>, or </a:t>
            </a:r>
            <a:r>
              <a:rPr lang="en-US" dirty="0">
                <a:solidFill>
                  <a:schemeClr val="accent6"/>
                </a:solidFill>
              </a:rPr>
              <a:t>odd</a:t>
            </a:r>
            <a:r>
              <a:rPr lang="en-US" dirty="0"/>
              <a:t> in case of </a:t>
            </a:r>
            <a:r>
              <a:rPr lang="en-US" dirty="0">
                <a:solidFill>
                  <a:schemeClr val="accent6"/>
                </a:solidFill>
              </a:rPr>
              <a:t>odd parity</a:t>
            </a:r>
            <a:r>
              <a:rPr lang="en-US" dirty="0"/>
              <a:t>.</a:t>
            </a:r>
          </a:p>
          <a:p>
            <a:pPr algn="just"/>
            <a:endParaRPr lang="en-US" dirty="0"/>
          </a:p>
          <a:p>
            <a:pPr algn="just"/>
            <a:endParaRPr lang="en-US" dirty="0"/>
          </a:p>
          <a:p>
            <a:pPr algn="just"/>
            <a:endParaRPr lang="en-US" dirty="0"/>
          </a:p>
          <a:p>
            <a:pPr algn="just"/>
            <a:r>
              <a:rPr lang="en-US" dirty="0"/>
              <a:t>For example, if even parity is used and number of 1s is even then one bit with value 0 is added. This way number of 1s remains even. </a:t>
            </a:r>
          </a:p>
          <a:p>
            <a:pPr algn="just"/>
            <a:endParaRPr lang="en-US" dirty="0"/>
          </a:p>
          <a:p>
            <a:pPr algn="just"/>
            <a:r>
              <a:rPr lang="en-US" dirty="0"/>
              <a:t>If the number of 1s is odd, to make it even, a bit with value 1 is added.</a:t>
            </a:r>
          </a:p>
          <a:p>
            <a:endParaRPr lang="en-US" dirty="0"/>
          </a:p>
          <a:p>
            <a:endParaRPr lang="en-US" dirty="0"/>
          </a:p>
          <a:p>
            <a:r>
              <a:rPr lang="en-US" dirty="0"/>
              <a:t>Data-word bits, along with parity bits, are called a </a:t>
            </a:r>
            <a:r>
              <a:rPr lang="en-US" dirty="0">
                <a:solidFill>
                  <a:schemeClr val="accent6"/>
                </a:solidFill>
              </a:rPr>
              <a:t>codeword. </a:t>
            </a:r>
          </a:p>
          <a:p>
            <a:pPr marL="0" indent="0" algn="just">
              <a:buNone/>
            </a:pPr>
            <a:endParaRPr lang="en-US" dirty="0"/>
          </a:p>
        </p:txBody>
      </p:sp>
      <p:graphicFrame>
        <p:nvGraphicFramePr>
          <p:cNvPr id="5" name="Table 5">
            <a:extLst>
              <a:ext uri="{FF2B5EF4-FFF2-40B4-BE49-F238E27FC236}">
                <a16:creationId xmlns:a16="http://schemas.microsoft.com/office/drawing/2014/main" id="{7E32B0B8-B220-F44A-B566-1910125D2E16}"/>
              </a:ext>
            </a:extLst>
          </p:cNvPr>
          <p:cNvGraphicFramePr>
            <a:graphicFrameLocks noGrp="1"/>
          </p:cNvGraphicFramePr>
          <p:nvPr>
            <p:extLst/>
          </p:nvPr>
        </p:nvGraphicFramePr>
        <p:xfrm>
          <a:off x="394586" y="5272826"/>
          <a:ext cx="4294374" cy="370840"/>
        </p:xfrm>
        <a:graphic>
          <a:graphicData uri="http://schemas.openxmlformats.org/drawingml/2006/table">
            <a:tbl>
              <a:tblPr firstRow="1" bandRow="1">
                <a:tableStyleId>{93296810-A885-4BE3-A3E7-6D5BEEA58F35}</a:tableStyleId>
              </a:tblPr>
              <a:tblGrid>
                <a:gridCol w="613482">
                  <a:extLst>
                    <a:ext uri="{9D8B030D-6E8A-4147-A177-3AD203B41FA5}">
                      <a16:colId xmlns:a16="http://schemas.microsoft.com/office/drawing/2014/main" val="2468327350"/>
                    </a:ext>
                  </a:extLst>
                </a:gridCol>
                <a:gridCol w="613482">
                  <a:extLst>
                    <a:ext uri="{9D8B030D-6E8A-4147-A177-3AD203B41FA5}">
                      <a16:colId xmlns:a16="http://schemas.microsoft.com/office/drawing/2014/main" val="2431944858"/>
                    </a:ext>
                  </a:extLst>
                </a:gridCol>
                <a:gridCol w="613482">
                  <a:extLst>
                    <a:ext uri="{9D8B030D-6E8A-4147-A177-3AD203B41FA5}">
                      <a16:colId xmlns:a16="http://schemas.microsoft.com/office/drawing/2014/main" val="2260384607"/>
                    </a:ext>
                  </a:extLst>
                </a:gridCol>
                <a:gridCol w="613482">
                  <a:extLst>
                    <a:ext uri="{9D8B030D-6E8A-4147-A177-3AD203B41FA5}">
                      <a16:colId xmlns:a16="http://schemas.microsoft.com/office/drawing/2014/main" val="894112827"/>
                    </a:ext>
                  </a:extLst>
                </a:gridCol>
                <a:gridCol w="613482">
                  <a:extLst>
                    <a:ext uri="{9D8B030D-6E8A-4147-A177-3AD203B41FA5}">
                      <a16:colId xmlns:a16="http://schemas.microsoft.com/office/drawing/2014/main" val="1051223860"/>
                    </a:ext>
                  </a:extLst>
                </a:gridCol>
                <a:gridCol w="613482">
                  <a:extLst>
                    <a:ext uri="{9D8B030D-6E8A-4147-A177-3AD203B41FA5}">
                      <a16:colId xmlns:a16="http://schemas.microsoft.com/office/drawing/2014/main" val="1512806367"/>
                    </a:ext>
                  </a:extLst>
                </a:gridCol>
                <a:gridCol w="613482">
                  <a:extLst>
                    <a:ext uri="{9D8B030D-6E8A-4147-A177-3AD203B41FA5}">
                      <a16:colId xmlns:a16="http://schemas.microsoft.com/office/drawing/2014/main" val="1256869379"/>
                    </a:ext>
                  </a:extLst>
                </a:gridCol>
              </a:tblGrid>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2888483120"/>
                  </a:ext>
                </a:extLst>
              </a:tr>
            </a:tbl>
          </a:graphicData>
        </a:graphic>
      </p:graphicFrame>
      <p:graphicFrame>
        <p:nvGraphicFramePr>
          <p:cNvPr id="6" name="Table 5">
            <a:extLst>
              <a:ext uri="{FF2B5EF4-FFF2-40B4-BE49-F238E27FC236}">
                <a16:creationId xmlns:a16="http://schemas.microsoft.com/office/drawing/2014/main" id="{D11CEA17-14D6-7D45-98C5-0193A4A695AA}"/>
              </a:ext>
            </a:extLst>
          </p:cNvPr>
          <p:cNvGraphicFramePr>
            <a:graphicFrameLocks noGrp="1"/>
          </p:cNvGraphicFramePr>
          <p:nvPr>
            <p:extLst/>
          </p:nvPr>
        </p:nvGraphicFramePr>
        <p:xfrm>
          <a:off x="7460510" y="5272826"/>
          <a:ext cx="4294376" cy="370840"/>
        </p:xfrm>
        <a:graphic>
          <a:graphicData uri="http://schemas.openxmlformats.org/drawingml/2006/table">
            <a:tbl>
              <a:tblPr firstRow="1" bandRow="1">
                <a:tableStyleId>{93296810-A885-4BE3-A3E7-6D5BEEA58F35}</a:tableStyleId>
              </a:tblPr>
              <a:tblGrid>
                <a:gridCol w="536797">
                  <a:extLst>
                    <a:ext uri="{9D8B030D-6E8A-4147-A177-3AD203B41FA5}">
                      <a16:colId xmlns:a16="http://schemas.microsoft.com/office/drawing/2014/main" val="2468327350"/>
                    </a:ext>
                  </a:extLst>
                </a:gridCol>
                <a:gridCol w="536797">
                  <a:extLst>
                    <a:ext uri="{9D8B030D-6E8A-4147-A177-3AD203B41FA5}">
                      <a16:colId xmlns:a16="http://schemas.microsoft.com/office/drawing/2014/main" val="2431944858"/>
                    </a:ext>
                  </a:extLst>
                </a:gridCol>
                <a:gridCol w="536797">
                  <a:extLst>
                    <a:ext uri="{9D8B030D-6E8A-4147-A177-3AD203B41FA5}">
                      <a16:colId xmlns:a16="http://schemas.microsoft.com/office/drawing/2014/main" val="2260384607"/>
                    </a:ext>
                  </a:extLst>
                </a:gridCol>
                <a:gridCol w="536797">
                  <a:extLst>
                    <a:ext uri="{9D8B030D-6E8A-4147-A177-3AD203B41FA5}">
                      <a16:colId xmlns:a16="http://schemas.microsoft.com/office/drawing/2014/main" val="894112827"/>
                    </a:ext>
                  </a:extLst>
                </a:gridCol>
                <a:gridCol w="536797">
                  <a:extLst>
                    <a:ext uri="{9D8B030D-6E8A-4147-A177-3AD203B41FA5}">
                      <a16:colId xmlns:a16="http://schemas.microsoft.com/office/drawing/2014/main" val="1051223860"/>
                    </a:ext>
                  </a:extLst>
                </a:gridCol>
                <a:gridCol w="536797">
                  <a:extLst>
                    <a:ext uri="{9D8B030D-6E8A-4147-A177-3AD203B41FA5}">
                      <a16:colId xmlns:a16="http://schemas.microsoft.com/office/drawing/2014/main" val="1512806367"/>
                    </a:ext>
                  </a:extLst>
                </a:gridCol>
                <a:gridCol w="536797">
                  <a:extLst>
                    <a:ext uri="{9D8B030D-6E8A-4147-A177-3AD203B41FA5}">
                      <a16:colId xmlns:a16="http://schemas.microsoft.com/office/drawing/2014/main" val="1256869379"/>
                    </a:ext>
                  </a:extLst>
                </a:gridCol>
                <a:gridCol w="536797">
                  <a:extLst>
                    <a:ext uri="{9D8B030D-6E8A-4147-A177-3AD203B41FA5}">
                      <a16:colId xmlns:a16="http://schemas.microsoft.com/office/drawing/2014/main" val="833299583"/>
                    </a:ext>
                  </a:extLst>
                </a:gridCol>
              </a:tblGrid>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solidFill>
                      <a:srgbClr val="00B0F0"/>
                    </a:solidFill>
                  </a:tcPr>
                </a:tc>
                <a:extLst>
                  <a:ext uri="{0D108BD9-81ED-4DB2-BD59-A6C34878D82A}">
                    <a16:rowId xmlns:a16="http://schemas.microsoft.com/office/drawing/2014/main" val="2888483120"/>
                  </a:ext>
                </a:extLst>
              </a:tr>
            </a:tbl>
          </a:graphicData>
        </a:graphic>
      </p:graphicFrame>
      <p:sp>
        <p:nvSpPr>
          <p:cNvPr id="7" name="Right Arrow 6">
            <a:extLst>
              <a:ext uri="{FF2B5EF4-FFF2-40B4-BE49-F238E27FC236}">
                <a16:creationId xmlns:a16="http://schemas.microsoft.com/office/drawing/2014/main" id="{FBF5CD9D-5434-0B4C-B8B6-72B479F214D9}"/>
              </a:ext>
            </a:extLst>
          </p:cNvPr>
          <p:cNvSpPr/>
          <p:nvPr/>
        </p:nvSpPr>
        <p:spPr>
          <a:xfrm>
            <a:off x="5240079" y="5272826"/>
            <a:ext cx="1669312" cy="370840"/>
          </a:xfrm>
          <a:prstGeom prst="right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Table 5">
            <a:extLst>
              <a:ext uri="{FF2B5EF4-FFF2-40B4-BE49-F238E27FC236}">
                <a16:creationId xmlns:a16="http://schemas.microsoft.com/office/drawing/2014/main" id="{D00076AD-B840-47B6-88AF-2A8F755025DA}"/>
              </a:ext>
            </a:extLst>
          </p:cNvPr>
          <p:cNvGraphicFramePr>
            <a:graphicFrameLocks noGrp="1"/>
          </p:cNvGraphicFramePr>
          <p:nvPr>
            <p:extLst/>
          </p:nvPr>
        </p:nvGraphicFramePr>
        <p:xfrm>
          <a:off x="394586" y="4350664"/>
          <a:ext cx="4294374" cy="370840"/>
        </p:xfrm>
        <a:graphic>
          <a:graphicData uri="http://schemas.openxmlformats.org/drawingml/2006/table">
            <a:tbl>
              <a:tblPr firstRow="1" bandRow="1">
                <a:tableStyleId>{93296810-A885-4BE3-A3E7-6D5BEEA58F35}</a:tableStyleId>
              </a:tblPr>
              <a:tblGrid>
                <a:gridCol w="613482">
                  <a:extLst>
                    <a:ext uri="{9D8B030D-6E8A-4147-A177-3AD203B41FA5}">
                      <a16:colId xmlns:a16="http://schemas.microsoft.com/office/drawing/2014/main" val="2468327350"/>
                    </a:ext>
                  </a:extLst>
                </a:gridCol>
                <a:gridCol w="613482">
                  <a:extLst>
                    <a:ext uri="{9D8B030D-6E8A-4147-A177-3AD203B41FA5}">
                      <a16:colId xmlns:a16="http://schemas.microsoft.com/office/drawing/2014/main" val="2431944858"/>
                    </a:ext>
                  </a:extLst>
                </a:gridCol>
                <a:gridCol w="613482">
                  <a:extLst>
                    <a:ext uri="{9D8B030D-6E8A-4147-A177-3AD203B41FA5}">
                      <a16:colId xmlns:a16="http://schemas.microsoft.com/office/drawing/2014/main" val="2260384607"/>
                    </a:ext>
                  </a:extLst>
                </a:gridCol>
                <a:gridCol w="613482">
                  <a:extLst>
                    <a:ext uri="{9D8B030D-6E8A-4147-A177-3AD203B41FA5}">
                      <a16:colId xmlns:a16="http://schemas.microsoft.com/office/drawing/2014/main" val="894112827"/>
                    </a:ext>
                  </a:extLst>
                </a:gridCol>
                <a:gridCol w="613482">
                  <a:extLst>
                    <a:ext uri="{9D8B030D-6E8A-4147-A177-3AD203B41FA5}">
                      <a16:colId xmlns:a16="http://schemas.microsoft.com/office/drawing/2014/main" val="1051223860"/>
                    </a:ext>
                  </a:extLst>
                </a:gridCol>
                <a:gridCol w="613482">
                  <a:extLst>
                    <a:ext uri="{9D8B030D-6E8A-4147-A177-3AD203B41FA5}">
                      <a16:colId xmlns:a16="http://schemas.microsoft.com/office/drawing/2014/main" val="1512806367"/>
                    </a:ext>
                  </a:extLst>
                </a:gridCol>
                <a:gridCol w="613482">
                  <a:extLst>
                    <a:ext uri="{9D8B030D-6E8A-4147-A177-3AD203B41FA5}">
                      <a16:colId xmlns:a16="http://schemas.microsoft.com/office/drawing/2014/main" val="1256869379"/>
                    </a:ext>
                  </a:extLst>
                </a:gridCol>
              </a:tblGrid>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2888483120"/>
                  </a:ext>
                </a:extLst>
              </a:tr>
            </a:tbl>
          </a:graphicData>
        </a:graphic>
      </p:graphicFrame>
      <p:graphicFrame>
        <p:nvGraphicFramePr>
          <p:cNvPr id="9" name="Table 8">
            <a:extLst>
              <a:ext uri="{FF2B5EF4-FFF2-40B4-BE49-F238E27FC236}">
                <a16:creationId xmlns:a16="http://schemas.microsoft.com/office/drawing/2014/main" id="{F0904E11-EA05-4AF9-9F18-2C693C968098}"/>
              </a:ext>
            </a:extLst>
          </p:cNvPr>
          <p:cNvGraphicFramePr>
            <a:graphicFrameLocks noGrp="1"/>
          </p:cNvGraphicFramePr>
          <p:nvPr>
            <p:extLst/>
          </p:nvPr>
        </p:nvGraphicFramePr>
        <p:xfrm>
          <a:off x="7460510" y="4350664"/>
          <a:ext cx="4294376" cy="370840"/>
        </p:xfrm>
        <a:graphic>
          <a:graphicData uri="http://schemas.openxmlformats.org/drawingml/2006/table">
            <a:tbl>
              <a:tblPr firstRow="1" bandRow="1">
                <a:tableStyleId>{93296810-A885-4BE3-A3E7-6D5BEEA58F35}</a:tableStyleId>
              </a:tblPr>
              <a:tblGrid>
                <a:gridCol w="536797">
                  <a:extLst>
                    <a:ext uri="{9D8B030D-6E8A-4147-A177-3AD203B41FA5}">
                      <a16:colId xmlns:a16="http://schemas.microsoft.com/office/drawing/2014/main" val="2468327350"/>
                    </a:ext>
                  </a:extLst>
                </a:gridCol>
                <a:gridCol w="536797">
                  <a:extLst>
                    <a:ext uri="{9D8B030D-6E8A-4147-A177-3AD203B41FA5}">
                      <a16:colId xmlns:a16="http://schemas.microsoft.com/office/drawing/2014/main" val="2431944858"/>
                    </a:ext>
                  </a:extLst>
                </a:gridCol>
                <a:gridCol w="536797">
                  <a:extLst>
                    <a:ext uri="{9D8B030D-6E8A-4147-A177-3AD203B41FA5}">
                      <a16:colId xmlns:a16="http://schemas.microsoft.com/office/drawing/2014/main" val="2260384607"/>
                    </a:ext>
                  </a:extLst>
                </a:gridCol>
                <a:gridCol w="536797">
                  <a:extLst>
                    <a:ext uri="{9D8B030D-6E8A-4147-A177-3AD203B41FA5}">
                      <a16:colId xmlns:a16="http://schemas.microsoft.com/office/drawing/2014/main" val="894112827"/>
                    </a:ext>
                  </a:extLst>
                </a:gridCol>
                <a:gridCol w="536797">
                  <a:extLst>
                    <a:ext uri="{9D8B030D-6E8A-4147-A177-3AD203B41FA5}">
                      <a16:colId xmlns:a16="http://schemas.microsoft.com/office/drawing/2014/main" val="1051223860"/>
                    </a:ext>
                  </a:extLst>
                </a:gridCol>
                <a:gridCol w="536797">
                  <a:extLst>
                    <a:ext uri="{9D8B030D-6E8A-4147-A177-3AD203B41FA5}">
                      <a16:colId xmlns:a16="http://schemas.microsoft.com/office/drawing/2014/main" val="1512806367"/>
                    </a:ext>
                  </a:extLst>
                </a:gridCol>
                <a:gridCol w="536797">
                  <a:extLst>
                    <a:ext uri="{9D8B030D-6E8A-4147-A177-3AD203B41FA5}">
                      <a16:colId xmlns:a16="http://schemas.microsoft.com/office/drawing/2014/main" val="1256869379"/>
                    </a:ext>
                  </a:extLst>
                </a:gridCol>
                <a:gridCol w="536797">
                  <a:extLst>
                    <a:ext uri="{9D8B030D-6E8A-4147-A177-3AD203B41FA5}">
                      <a16:colId xmlns:a16="http://schemas.microsoft.com/office/drawing/2014/main" val="833299583"/>
                    </a:ext>
                  </a:extLst>
                </a:gridCol>
              </a:tblGrid>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solidFill>
                      <a:srgbClr val="00B0F0"/>
                    </a:solidFill>
                  </a:tcPr>
                </a:tc>
                <a:extLst>
                  <a:ext uri="{0D108BD9-81ED-4DB2-BD59-A6C34878D82A}">
                    <a16:rowId xmlns:a16="http://schemas.microsoft.com/office/drawing/2014/main" val="2888483120"/>
                  </a:ext>
                </a:extLst>
              </a:tr>
            </a:tbl>
          </a:graphicData>
        </a:graphic>
      </p:graphicFrame>
      <p:sp>
        <p:nvSpPr>
          <p:cNvPr id="10" name="Right Arrow 6">
            <a:extLst>
              <a:ext uri="{FF2B5EF4-FFF2-40B4-BE49-F238E27FC236}">
                <a16:creationId xmlns:a16="http://schemas.microsoft.com/office/drawing/2014/main" id="{692E250A-698C-49AB-BDE1-1710C02EDB2B}"/>
              </a:ext>
            </a:extLst>
          </p:cNvPr>
          <p:cNvSpPr/>
          <p:nvPr/>
        </p:nvSpPr>
        <p:spPr>
          <a:xfrm>
            <a:off x="5240079" y="4350664"/>
            <a:ext cx="1669312" cy="370840"/>
          </a:xfrm>
          <a:prstGeom prst="right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Error Detection and Correction">
            <a:extLst>
              <a:ext uri="{FF2B5EF4-FFF2-40B4-BE49-F238E27FC236}">
                <a16:creationId xmlns:a16="http://schemas.microsoft.com/office/drawing/2014/main" id="{7C5A4087-37C5-4DBD-B3C8-0ADFCD4D8D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7626" y="2295525"/>
            <a:ext cx="4019550" cy="1133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6032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Parity Check </a:t>
            </a:r>
            <a:r>
              <a:rPr lang="mr-IN" dirty="0"/>
              <a:t>–</a:t>
            </a:r>
            <a:r>
              <a:rPr lang="en-US" dirty="0"/>
              <a:t> </a:t>
            </a:r>
            <a:r>
              <a:rPr lang="en-US" dirty="0" err="1"/>
              <a:t>Cont</a:t>
            </a:r>
            <a:r>
              <a:rPr lang="mr-IN" dirty="0"/>
              <a:t>…</a:t>
            </a:r>
            <a:endParaRPr lang="en-US" dirty="0"/>
          </a:p>
        </p:txBody>
      </p:sp>
      <p:sp>
        <p:nvSpPr>
          <p:cNvPr id="3" name="Content Placeholder 2"/>
          <p:cNvSpPr>
            <a:spLocks noGrp="1"/>
          </p:cNvSpPr>
          <p:nvPr>
            <p:ph idx="1"/>
          </p:nvPr>
        </p:nvSpPr>
        <p:spPr/>
        <p:txBody>
          <a:bodyPr/>
          <a:lstStyle/>
          <a:p>
            <a:pPr algn="just"/>
            <a:r>
              <a:rPr lang="en-US" dirty="0"/>
              <a:t>Receiver counts the number of 1s in a frame. If the count of 1s is even and even parity is used, the frame is considered to be </a:t>
            </a:r>
            <a:r>
              <a:rPr lang="en-US" dirty="0">
                <a:solidFill>
                  <a:srgbClr val="C00000"/>
                </a:solidFill>
              </a:rPr>
              <a:t>not-corrupted and is accepted</a:t>
            </a:r>
            <a:r>
              <a:rPr lang="en-US" dirty="0"/>
              <a:t>. </a:t>
            </a:r>
          </a:p>
          <a:p>
            <a:pPr algn="just"/>
            <a:r>
              <a:rPr lang="en-US" dirty="0"/>
              <a:t>If the count of 1s is odd and odd parity is used, the frame is still </a:t>
            </a:r>
            <a:r>
              <a:rPr lang="en-US" dirty="0">
                <a:solidFill>
                  <a:srgbClr val="C00000"/>
                </a:solidFill>
              </a:rPr>
              <a:t>not corrupted</a:t>
            </a:r>
            <a:r>
              <a:rPr lang="en-US" dirty="0"/>
              <a:t>.</a:t>
            </a:r>
          </a:p>
          <a:p>
            <a:pPr algn="just"/>
            <a:r>
              <a:rPr lang="en-US" dirty="0"/>
              <a:t>If a single bit flips in transit, the receiver can detect it by </a:t>
            </a:r>
            <a:r>
              <a:rPr lang="en-US" dirty="0">
                <a:solidFill>
                  <a:srgbClr val="C00000"/>
                </a:solidFill>
              </a:rPr>
              <a:t>counting</a:t>
            </a:r>
            <a:r>
              <a:rPr lang="en-US" dirty="0"/>
              <a:t> the number of 1s. </a:t>
            </a:r>
          </a:p>
          <a:p>
            <a:pPr algn="just"/>
            <a:r>
              <a:rPr lang="en-US" dirty="0"/>
              <a:t>But when </a:t>
            </a:r>
            <a:r>
              <a:rPr lang="en-US" dirty="0">
                <a:solidFill>
                  <a:srgbClr val="C00000"/>
                </a:solidFill>
              </a:rPr>
              <a:t>more than one bits are erroneous</a:t>
            </a:r>
            <a:r>
              <a:rPr lang="en-US" dirty="0"/>
              <a:t>, then it is very hard for the receiver to detect the error.</a:t>
            </a:r>
          </a:p>
          <a:p>
            <a:pPr algn="just"/>
            <a:endParaRPr lang="en-US" dirty="0"/>
          </a:p>
        </p:txBody>
      </p:sp>
      <p:pic>
        <p:nvPicPr>
          <p:cNvPr id="4" name="Picture 2" descr="Parity Bit ~ Venkat's Blog">
            <a:extLst>
              <a:ext uri="{FF2B5EF4-FFF2-40B4-BE49-F238E27FC236}">
                <a16:creationId xmlns:a16="http://schemas.microsoft.com/office/drawing/2014/main" id="{2A548247-116E-AE38-234A-678C9C6F9BB9}"/>
              </a:ext>
            </a:extLst>
          </p:cNvPr>
          <p:cNvPicPr>
            <a:picLocks noChangeAspect="1" noChangeArrowheads="1"/>
          </p:cNvPicPr>
          <p:nvPr/>
        </p:nvPicPr>
        <p:blipFill>
          <a:blip r:embed="rId2">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222354" y="3429000"/>
            <a:ext cx="5747291" cy="24462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2248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Checksum</a:t>
            </a:r>
          </a:p>
        </p:txBody>
      </p:sp>
      <p:sp>
        <p:nvSpPr>
          <p:cNvPr id="4" name="Content Placeholder 3"/>
          <p:cNvSpPr>
            <a:spLocks noGrp="1"/>
          </p:cNvSpPr>
          <p:nvPr>
            <p:ph idx="1"/>
          </p:nvPr>
        </p:nvSpPr>
        <p:spPr/>
        <p:txBody>
          <a:bodyPr>
            <a:noAutofit/>
          </a:bodyPr>
          <a:lstStyle/>
          <a:p>
            <a:pPr algn="just"/>
            <a:r>
              <a:rPr lang="en-US" dirty="0"/>
              <a:t>Data is divided into k segments each of m bits. </a:t>
            </a:r>
          </a:p>
          <a:p>
            <a:pPr algn="just"/>
            <a:r>
              <a:rPr lang="en-US" dirty="0"/>
              <a:t>Sender Side: Segments are added using 1’s complement arithmetic to get the sum. </a:t>
            </a:r>
          </a:p>
          <a:p>
            <a:pPr algn="just"/>
            <a:r>
              <a:rPr lang="en-US" dirty="0"/>
              <a:t>Sum is complemented to get the checksum. </a:t>
            </a:r>
          </a:p>
          <a:p>
            <a:pPr algn="just"/>
            <a:r>
              <a:rPr lang="en-US" dirty="0"/>
              <a:t>Checksum segment is sent along with the data segments. </a:t>
            </a:r>
          </a:p>
          <a:p>
            <a:pPr algn="just"/>
            <a:r>
              <a:rPr lang="en-US" dirty="0"/>
              <a:t>Receiver Side: All received segments are added using 1’s complement arithmetic to get complemented sum. </a:t>
            </a:r>
          </a:p>
          <a:p>
            <a:pPr algn="just"/>
            <a:r>
              <a:rPr lang="en-US" dirty="0"/>
              <a:t>If the result is zero, the received data is accepted; otherwise discarded.</a:t>
            </a:r>
          </a:p>
        </p:txBody>
      </p:sp>
    </p:spTree>
    <p:extLst>
      <p:ext uri="{BB962C8B-B14F-4D97-AF65-F5344CB8AC3E}">
        <p14:creationId xmlns:p14="http://schemas.microsoft.com/office/powerpoint/2010/main" val="2837903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Checksum - Example</a:t>
            </a:r>
          </a:p>
        </p:txBody>
      </p:sp>
      <p:sp>
        <p:nvSpPr>
          <p:cNvPr id="3" name="Content Placeholder 2"/>
          <p:cNvSpPr>
            <a:spLocks noGrp="1"/>
          </p:cNvSpPr>
          <p:nvPr>
            <p:ph idx="1"/>
          </p:nvPr>
        </p:nvSpPr>
        <p:spPr/>
        <p:txBody>
          <a:bodyPr/>
          <a:lstStyle/>
          <a:p>
            <a:r>
              <a:rPr lang="en-US" dirty="0"/>
              <a:t>Add two 16-bit integers word</a:t>
            </a:r>
          </a:p>
          <a:p>
            <a:pPr marL="0" indent="0">
              <a:buNone/>
            </a:pPr>
            <a:endParaRPr lang="en-US" dirty="0">
              <a:latin typeface="+mn-lt"/>
            </a:endParaRPr>
          </a:p>
        </p:txBody>
      </p:sp>
      <p:sp>
        <p:nvSpPr>
          <p:cNvPr id="9" name="Text Box 4"/>
          <p:cNvSpPr txBox="1">
            <a:spLocks noChangeArrowheads="1"/>
          </p:cNvSpPr>
          <p:nvPr/>
        </p:nvSpPr>
        <p:spPr bwMode="auto">
          <a:xfrm>
            <a:off x="1966384" y="2190750"/>
            <a:ext cx="5755217" cy="20744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type="none" w="sm" len="me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a:defRPr/>
            </a:pPr>
            <a:r>
              <a:rPr lang="en-US" sz="2000" b="1" dirty="0">
                <a:solidFill>
                  <a:schemeClr val="bg1"/>
                </a:solidFill>
                <a:latin typeface="+mn-lt"/>
              </a:rPr>
              <a:t>1</a:t>
            </a:r>
            <a:r>
              <a:rPr lang="en-US" sz="2000" b="1" dirty="0">
                <a:latin typeface="+mn-lt"/>
              </a:rPr>
              <a:t>  1 1 1 0 0 1 1 0 0 1 1 0 0 1 1 0</a:t>
            </a:r>
          </a:p>
          <a:p>
            <a:pPr algn="l">
              <a:defRPr/>
            </a:pPr>
            <a:r>
              <a:rPr lang="en-US" sz="2000" b="1" dirty="0">
                <a:solidFill>
                  <a:schemeClr val="bg1"/>
                </a:solidFill>
                <a:latin typeface="+mn-lt"/>
              </a:rPr>
              <a:t>1</a:t>
            </a:r>
            <a:r>
              <a:rPr lang="en-US" sz="2000" b="1" dirty="0">
                <a:latin typeface="+mn-lt"/>
              </a:rPr>
              <a:t>  1 1 0 1 0 1 0 1 0 1 0 1 0 1 0 1</a:t>
            </a:r>
          </a:p>
          <a:p>
            <a:pPr algn="l">
              <a:defRPr/>
            </a:pPr>
            <a:r>
              <a:rPr lang="en-US" sz="2000" b="1" dirty="0">
                <a:latin typeface="+mn-lt"/>
              </a:rPr>
              <a:t>1  1 0 1 1 1 0 1 1 1 0 1 1 1 0 1 1</a:t>
            </a:r>
          </a:p>
          <a:p>
            <a:pPr algn="l">
              <a:lnSpc>
                <a:spcPct val="120000"/>
              </a:lnSpc>
              <a:defRPr/>
            </a:pPr>
            <a:r>
              <a:rPr lang="en-US" sz="2000" b="1" dirty="0">
                <a:latin typeface="+mn-lt"/>
              </a:rPr>
              <a:t>			     </a:t>
            </a:r>
            <a:r>
              <a:rPr lang="en-US" sz="2000" b="1" dirty="0">
                <a:solidFill>
                  <a:srgbClr val="FF0000"/>
                </a:solidFill>
                <a:latin typeface="+mn-lt"/>
              </a:rPr>
              <a:t>+</a:t>
            </a:r>
            <a:r>
              <a:rPr lang="en-US" sz="2000" b="1" dirty="0">
                <a:latin typeface="+mn-lt"/>
              </a:rPr>
              <a:t>	    </a:t>
            </a:r>
            <a:endParaRPr lang="en-US" sz="2400" b="1" dirty="0">
              <a:solidFill>
                <a:srgbClr val="FF0000"/>
              </a:solidFill>
              <a:latin typeface="+mn-lt"/>
            </a:endParaRPr>
          </a:p>
          <a:p>
            <a:pPr algn="l">
              <a:defRPr/>
            </a:pPr>
            <a:r>
              <a:rPr lang="en-US" sz="2000" b="1" dirty="0">
                <a:solidFill>
                  <a:schemeClr val="bg1"/>
                </a:solidFill>
                <a:latin typeface="+mn-lt"/>
              </a:rPr>
              <a:t>1</a:t>
            </a:r>
            <a:r>
              <a:rPr lang="en-US" sz="2000" b="1" dirty="0">
                <a:latin typeface="+mn-lt"/>
              </a:rPr>
              <a:t>  1 0 1 1 1 0 1 1 1 0 1 1 1 1 0 0</a:t>
            </a:r>
          </a:p>
          <a:p>
            <a:pPr algn="l">
              <a:defRPr/>
            </a:pPr>
            <a:r>
              <a:rPr lang="en-US" sz="2000" b="1" dirty="0">
                <a:solidFill>
                  <a:srgbClr val="0070C0"/>
                </a:solidFill>
                <a:latin typeface="+mn-lt"/>
              </a:rPr>
              <a:t>    0 1 0 0 0 1 0 0 0 1 0 0 0 0 1 1</a:t>
            </a:r>
            <a:endParaRPr lang="en-US" sz="2400" b="1" dirty="0">
              <a:solidFill>
                <a:srgbClr val="0070C0"/>
              </a:solidFill>
              <a:latin typeface="+mn-lt"/>
            </a:endParaRPr>
          </a:p>
        </p:txBody>
      </p:sp>
      <p:sp>
        <p:nvSpPr>
          <p:cNvPr id="10" name="Line 5"/>
          <p:cNvSpPr>
            <a:spLocks noChangeShapeType="1"/>
          </p:cNvSpPr>
          <p:nvPr/>
        </p:nvSpPr>
        <p:spPr bwMode="auto">
          <a:xfrm flipH="1">
            <a:off x="2133600" y="2819400"/>
            <a:ext cx="4165600" cy="24766"/>
          </a:xfrm>
          <a:prstGeom prst="line">
            <a:avLst/>
          </a:prstGeom>
          <a:noFill/>
          <a:ln w="12700">
            <a:solidFill>
              <a:schemeClr val="tx1"/>
            </a:solidFill>
            <a:round/>
            <a:headEnd type="none" w="sm"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sp>
        <p:nvSpPr>
          <p:cNvPr id="11" name="Oval 6"/>
          <p:cNvSpPr>
            <a:spLocks noChangeArrowheads="1"/>
          </p:cNvSpPr>
          <p:nvPr/>
        </p:nvSpPr>
        <p:spPr bwMode="auto">
          <a:xfrm>
            <a:off x="1950340" y="2843464"/>
            <a:ext cx="406400" cy="304800"/>
          </a:xfrm>
          <a:prstGeom prst="ellipse">
            <a:avLst/>
          </a:prstGeom>
          <a:noFill/>
          <a:ln w="9525">
            <a:solidFill>
              <a:srgbClr val="FF0000"/>
            </a:solidFill>
            <a:round/>
            <a:headEnd type="none" w="sm" len="me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sp>
        <p:nvSpPr>
          <p:cNvPr id="12" name="Text Box 7"/>
          <p:cNvSpPr txBox="1">
            <a:spLocks noChangeArrowheads="1"/>
          </p:cNvSpPr>
          <p:nvPr/>
        </p:nvSpPr>
        <p:spPr bwMode="auto">
          <a:xfrm>
            <a:off x="101601" y="2800290"/>
            <a:ext cx="1383712"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type="none" w="sm" len="me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a:defRPr/>
            </a:pPr>
            <a:r>
              <a:rPr lang="en-US" sz="2000">
                <a:latin typeface="+mn-lt"/>
              </a:rPr>
              <a:t>wraparound</a:t>
            </a:r>
          </a:p>
        </p:txBody>
      </p:sp>
      <p:sp>
        <p:nvSpPr>
          <p:cNvPr id="13" name="Text Box 8"/>
          <p:cNvSpPr txBox="1">
            <a:spLocks noChangeArrowheads="1"/>
          </p:cNvSpPr>
          <p:nvPr/>
        </p:nvSpPr>
        <p:spPr bwMode="auto">
          <a:xfrm>
            <a:off x="987047" y="3442855"/>
            <a:ext cx="617477"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type="none" w="sm" len="me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a:defRPr/>
            </a:pPr>
            <a:r>
              <a:rPr lang="en-US" sz="2000" dirty="0">
                <a:latin typeface="+mn-lt"/>
              </a:rPr>
              <a:t>sum</a:t>
            </a:r>
          </a:p>
        </p:txBody>
      </p:sp>
      <p:sp>
        <p:nvSpPr>
          <p:cNvPr id="14" name="Text Box 9"/>
          <p:cNvSpPr txBox="1">
            <a:spLocks noChangeArrowheads="1"/>
          </p:cNvSpPr>
          <p:nvPr/>
        </p:nvSpPr>
        <p:spPr bwMode="auto">
          <a:xfrm>
            <a:off x="214464" y="3747655"/>
            <a:ext cx="1213794"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type="none" w="sm" len="me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a:defRPr/>
            </a:pPr>
            <a:r>
              <a:rPr lang="en-US" sz="2000" dirty="0">
                <a:latin typeface="+mn-lt"/>
              </a:rPr>
              <a:t>checksum</a:t>
            </a:r>
          </a:p>
        </p:txBody>
      </p:sp>
      <p:sp>
        <p:nvSpPr>
          <p:cNvPr id="15" name="Line 10"/>
          <p:cNvSpPr>
            <a:spLocks noChangeShapeType="1"/>
          </p:cNvSpPr>
          <p:nvPr/>
        </p:nvSpPr>
        <p:spPr bwMode="auto">
          <a:xfrm flipH="1">
            <a:off x="2235200" y="3807976"/>
            <a:ext cx="4123267" cy="2025"/>
          </a:xfrm>
          <a:prstGeom prst="line">
            <a:avLst/>
          </a:prstGeom>
          <a:noFill/>
          <a:ln w="12700">
            <a:solidFill>
              <a:schemeClr val="tx1"/>
            </a:solidFill>
            <a:round/>
            <a:headEnd type="none" w="sm"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sp>
        <p:nvSpPr>
          <p:cNvPr id="16" name="Freeform 11"/>
          <p:cNvSpPr>
            <a:spLocks/>
          </p:cNvSpPr>
          <p:nvPr/>
        </p:nvSpPr>
        <p:spPr bwMode="auto">
          <a:xfrm>
            <a:off x="2182283" y="3154681"/>
            <a:ext cx="4051300" cy="69783"/>
          </a:xfrm>
          <a:custGeom>
            <a:avLst/>
            <a:gdLst>
              <a:gd name="T0" fmla="*/ 0 w 3788"/>
              <a:gd name="T1" fmla="*/ 0 h 58"/>
              <a:gd name="T2" fmla="*/ 0 w 3788"/>
              <a:gd name="T3" fmla="*/ 2147483647 h 58"/>
              <a:gd name="T4" fmla="*/ 2147483647 w 3788"/>
              <a:gd name="T5" fmla="*/ 2147483647 h 58"/>
              <a:gd name="T6" fmla="*/ 0 60000 65536"/>
              <a:gd name="T7" fmla="*/ 0 60000 65536"/>
              <a:gd name="T8" fmla="*/ 0 60000 65536"/>
            </a:gdLst>
            <a:ahLst/>
            <a:cxnLst>
              <a:cxn ang="T6">
                <a:pos x="T0" y="T1"/>
              </a:cxn>
              <a:cxn ang="T7">
                <a:pos x="T2" y="T3"/>
              </a:cxn>
              <a:cxn ang="T8">
                <a:pos x="T4" y="T5"/>
              </a:cxn>
            </a:cxnLst>
            <a:rect l="0" t="0" r="r" b="b"/>
            <a:pathLst>
              <a:path w="3788" h="58">
                <a:moveTo>
                  <a:pt x="0" y="0"/>
                </a:moveTo>
                <a:lnTo>
                  <a:pt x="0" y="58"/>
                </a:lnTo>
                <a:lnTo>
                  <a:pt x="3788" y="58"/>
                </a:lnTo>
              </a:path>
            </a:pathLst>
          </a:custGeom>
          <a:noFill/>
          <a:ln w="9525" cap="flat" cmpd="sng">
            <a:solidFill>
              <a:srgbClr val="FF0000"/>
            </a:solidFill>
            <a:prstDash val="solid"/>
            <a:round/>
            <a:headEnd type="none" w="sm"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Text Box 15"/>
          <p:cNvSpPr txBox="1">
            <a:spLocks noChangeArrowheads="1"/>
          </p:cNvSpPr>
          <p:nvPr/>
        </p:nvSpPr>
        <p:spPr bwMode="auto">
          <a:xfrm>
            <a:off x="203200" y="5092700"/>
            <a:ext cx="11323137"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just">
              <a:lnSpc>
                <a:spcPct val="85000"/>
              </a:lnSpc>
              <a:spcBef>
                <a:spcPct val="20000"/>
              </a:spcBef>
              <a:buClr>
                <a:srgbClr val="000099"/>
              </a:buClr>
              <a:buSzPct val="65000"/>
              <a:buFont typeface="Wingdings" charset="0"/>
              <a:buNone/>
              <a:defRPr/>
            </a:pPr>
            <a:endParaRPr lang="en-US" sz="2400" b="1" i="1" dirty="0">
              <a:solidFill>
                <a:srgbClr val="FF0000"/>
              </a:solidFill>
              <a:latin typeface="+mn-lt"/>
            </a:endParaRPr>
          </a:p>
          <a:p>
            <a:pPr algn="just">
              <a:lnSpc>
                <a:spcPct val="85000"/>
              </a:lnSpc>
              <a:spcBef>
                <a:spcPct val="20000"/>
              </a:spcBef>
              <a:buClr>
                <a:srgbClr val="000099"/>
              </a:buClr>
              <a:buSzPct val="65000"/>
              <a:buFont typeface="Wingdings" charset="0"/>
              <a:buNone/>
              <a:defRPr/>
            </a:pPr>
            <a:r>
              <a:rPr lang="en-US" sz="2400" b="1" i="1" dirty="0">
                <a:solidFill>
                  <a:schemeClr val="accent6"/>
                </a:solidFill>
                <a:latin typeface="+mn-lt"/>
              </a:rPr>
              <a:t>Note</a:t>
            </a:r>
            <a:r>
              <a:rPr lang="en-US" sz="2400" b="1" i="1" dirty="0">
                <a:solidFill>
                  <a:srgbClr val="FF0000"/>
                </a:solidFill>
                <a:latin typeface="+mn-lt"/>
              </a:rPr>
              <a:t> </a:t>
            </a:r>
            <a:r>
              <a:rPr lang="en-US" sz="2400" i="1" dirty="0">
                <a:latin typeface="+mn-lt"/>
              </a:rPr>
              <a:t>:</a:t>
            </a:r>
            <a:r>
              <a:rPr lang="en-US" sz="2400" dirty="0">
                <a:latin typeface="+mn-lt"/>
              </a:rPr>
              <a:t> when adding numbers, a carryout from the most significant bit needs to be added to the result</a:t>
            </a:r>
          </a:p>
          <a:p>
            <a:pPr>
              <a:defRPr/>
            </a:pPr>
            <a:endParaRPr lang="en-US" sz="2400" dirty="0">
              <a:latin typeface="+mn-lt"/>
            </a:endParaRPr>
          </a:p>
        </p:txBody>
      </p:sp>
      <p:sp>
        <p:nvSpPr>
          <p:cNvPr id="18" name="Text Box 4"/>
          <p:cNvSpPr txBox="1">
            <a:spLocks noChangeArrowheads="1"/>
          </p:cNvSpPr>
          <p:nvPr/>
        </p:nvSpPr>
        <p:spPr bwMode="auto">
          <a:xfrm>
            <a:off x="6976257" y="2163194"/>
            <a:ext cx="5755217" cy="27392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type="none" w="sm" len="me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a:defRPr/>
            </a:pPr>
            <a:r>
              <a:rPr lang="en-US" sz="2000" b="1" dirty="0">
                <a:solidFill>
                  <a:schemeClr val="bg1"/>
                </a:solidFill>
                <a:latin typeface="+mn-lt"/>
              </a:rPr>
              <a:t>1</a:t>
            </a:r>
            <a:r>
              <a:rPr lang="en-US" sz="2000" b="1" dirty="0">
                <a:latin typeface="+mn-lt"/>
              </a:rPr>
              <a:t>  1 1 1 0 0 1 1 0 0 1 1 0 0 1 1 0</a:t>
            </a:r>
          </a:p>
          <a:p>
            <a:pPr algn="l">
              <a:defRPr/>
            </a:pPr>
            <a:r>
              <a:rPr lang="en-US" sz="2000" b="1" dirty="0">
                <a:solidFill>
                  <a:schemeClr val="bg1"/>
                </a:solidFill>
                <a:latin typeface="+mn-lt"/>
              </a:rPr>
              <a:t>1</a:t>
            </a:r>
            <a:r>
              <a:rPr lang="en-US" sz="2000" b="1" dirty="0">
                <a:latin typeface="+mn-lt"/>
              </a:rPr>
              <a:t>  1 1 0 1 0 1 0 1 0 1 0 1 0 1 0 1</a:t>
            </a:r>
          </a:p>
          <a:p>
            <a:pPr algn="l">
              <a:defRPr/>
            </a:pPr>
            <a:r>
              <a:rPr lang="en-US" sz="2000" b="1" dirty="0">
                <a:latin typeface="+mn-lt"/>
              </a:rPr>
              <a:t>1  1 0 1 1 1 0 1 1 1 0 1 1 1 0 1 1</a:t>
            </a:r>
          </a:p>
          <a:p>
            <a:pPr algn="l">
              <a:lnSpc>
                <a:spcPct val="120000"/>
              </a:lnSpc>
              <a:defRPr/>
            </a:pPr>
            <a:r>
              <a:rPr lang="en-US" sz="2000" b="1" dirty="0">
                <a:latin typeface="+mn-lt"/>
              </a:rPr>
              <a:t>			     </a:t>
            </a:r>
            <a:r>
              <a:rPr lang="en-US" sz="2000" b="1" dirty="0">
                <a:solidFill>
                  <a:srgbClr val="FF0000"/>
                </a:solidFill>
                <a:latin typeface="+mn-lt"/>
              </a:rPr>
              <a:t>+</a:t>
            </a:r>
            <a:r>
              <a:rPr lang="en-US" sz="2000" b="1" dirty="0">
                <a:latin typeface="+mn-lt"/>
              </a:rPr>
              <a:t>	    </a:t>
            </a:r>
            <a:endParaRPr lang="en-US" sz="2400" b="1" dirty="0">
              <a:solidFill>
                <a:srgbClr val="FF0000"/>
              </a:solidFill>
              <a:latin typeface="+mn-lt"/>
            </a:endParaRPr>
          </a:p>
          <a:p>
            <a:pPr algn="l">
              <a:defRPr/>
            </a:pPr>
            <a:r>
              <a:rPr lang="en-US" sz="2000" b="1" dirty="0">
                <a:solidFill>
                  <a:schemeClr val="bg1"/>
                </a:solidFill>
                <a:latin typeface="+mn-lt"/>
              </a:rPr>
              <a:t>1</a:t>
            </a:r>
            <a:r>
              <a:rPr lang="en-US" sz="2000" b="1" dirty="0">
                <a:latin typeface="+mn-lt"/>
              </a:rPr>
              <a:t>  1 0 1 1 1 0 1 1 1 0 1 1 1 1 0 0</a:t>
            </a:r>
          </a:p>
          <a:p>
            <a:pPr algn="l">
              <a:defRPr/>
            </a:pPr>
            <a:r>
              <a:rPr lang="en-US" sz="2000" b="1" dirty="0">
                <a:solidFill>
                  <a:schemeClr val="bg1"/>
                </a:solidFill>
                <a:latin typeface="+mn-lt"/>
              </a:rPr>
              <a:t>1</a:t>
            </a:r>
            <a:r>
              <a:rPr lang="en-US" sz="2000" b="1" dirty="0">
                <a:latin typeface="+mn-lt"/>
              </a:rPr>
              <a:t>  </a:t>
            </a:r>
            <a:r>
              <a:rPr lang="en-US" sz="2000" b="1" dirty="0">
                <a:solidFill>
                  <a:srgbClr val="0070C0"/>
                </a:solidFill>
                <a:latin typeface="+mn-lt"/>
              </a:rPr>
              <a:t>0 1 0 0 0 1 0 0 0 1 0 0 0 0 1 1</a:t>
            </a:r>
            <a:endParaRPr lang="de-DE" sz="2000" b="1" dirty="0">
              <a:solidFill>
                <a:srgbClr val="0070C0"/>
              </a:solidFill>
              <a:latin typeface="+mn-lt"/>
            </a:endParaRPr>
          </a:p>
          <a:p>
            <a:pPr>
              <a:defRPr/>
            </a:pPr>
            <a:r>
              <a:rPr lang="de-DE" sz="2000" b="1" dirty="0">
                <a:latin typeface="+mn-lt"/>
              </a:rPr>
              <a:t>    1 1 1 1 1 1 1 1 1 1 1 1 1 1 1 1 </a:t>
            </a:r>
          </a:p>
          <a:p>
            <a:pPr algn="l">
              <a:defRPr/>
            </a:pPr>
            <a:endParaRPr lang="en-US" sz="2400" b="1" dirty="0">
              <a:latin typeface="+mn-lt"/>
            </a:endParaRPr>
          </a:p>
        </p:txBody>
      </p:sp>
      <p:sp>
        <p:nvSpPr>
          <p:cNvPr id="19" name="Line 5"/>
          <p:cNvSpPr>
            <a:spLocks noChangeShapeType="1"/>
          </p:cNvSpPr>
          <p:nvPr/>
        </p:nvSpPr>
        <p:spPr bwMode="auto">
          <a:xfrm flipH="1">
            <a:off x="7281056" y="2791843"/>
            <a:ext cx="4165600" cy="24766"/>
          </a:xfrm>
          <a:prstGeom prst="line">
            <a:avLst/>
          </a:prstGeom>
          <a:noFill/>
          <a:ln w="12700">
            <a:solidFill>
              <a:schemeClr val="tx1"/>
            </a:solidFill>
            <a:round/>
            <a:headEnd type="none" w="sm"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sp>
        <p:nvSpPr>
          <p:cNvPr id="20" name="Oval 6"/>
          <p:cNvSpPr>
            <a:spLocks noChangeArrowheads="1"/>
          </p:cNvSpPr>
          <p:nvPr/>
        </p:nvSpPr>
        <p:spPr bwMode="auto">
          <a:xfrm>
            <a:off x="6960213" y="2815907"/>
            <a:ext cx="406400" cy="304800"/>
          </a:xfrm>
          <a:prstGeom prst="ellipse">
            <a:avLst/>
          </a:prstGeom>
          <a:noFill/>
          <a:ln w="9525">
            <a:solidFill>
              <a:srgbClr val="FF0000"/>
            </a:solidFill>
            <a:round/>
            <a:headEnd type="none" w="sm" len="me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sp>
        <p:nvSpPr>
          <p:cNvPr id="21" name="Line 10"/>
          <p:cNvSpPr>
            <a:spLocks noChangeShapeType="1"/>
          </p:cNvSpPr>
          <p:nvPr/>
        </p:nvSpPr>
        <p:spPr bwMode="auto">
          <a:xfrm flipH="1">
            <a:off x="7255933" y="4114801"/>
            <a:ext cx="4123267" cy="2025"/>
          </a:xfrm>
          <a:prstGeom prst="line">
            <a:avLst/>
          </a:prstGeom>
          <a:noFill/>
          <a:ln w="12700">
            <a:solidFill>
              <a:schemeClr val="tx1"/>
            </a:solidFill>
            <a:round/>
            <a:headEnd type="none" w="sm"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ea typeface="ＭＳ Ｐゴシック" charset="0"/>
            </a:endParaRPr>
          </a:p>
        </p:txBody>
      </p:sp>
      <p:sp>
        <p:nvSpPr>
          <p:cNvPr id="22" name="Freeform 11"/>
          <p:cNvSpPr>
            <a:spLocks/>
          </p:cNvSpPr>
          <p:nvPr/>
        </p:nvSpPr>
        <p:spPr bwMode="auto">
          <a:xfrm>
            <a:off x="7192157" y="3127124"/>
            <a:ext cx="4051300" cy="69783"/>
          </a:xfrm>
          <a:custGeom>
            <a:avLst/>
            <a:gdLst>
              <a:gd name="T0" fmla="*/ 0 w 3788"/>
              <a:gd name="T1" fmla="*/ 0 h 58"/>
              <a:gd name="T2" fmla="*/ 0 w 3788"/>
              <a:gd name="T3" fmla="*/ 2147483647 h 58"/>
              <a:gd name="T4" fmla="*/ 2147483647 w 3788"/>
              <a:gd name="T5" fmla="*/ 2147483647 h 58"/>
              <a:gd name="T6" fmla="*/ 0 60000 65536"/>
              <a:gd name="T7" fmla="*/ 0 60000 65536"/>
              <a:gd name="T8" fmla="*/ 0 60000 65536"/>
            </a:gdLst>
            <a:ahLst/>
            <a:cxnLst>
              <a:cxn ang="T6">
                <a:pos x="T0" y="T1"/>
              </a:cxn>
              <a:cxn ang="T7">
                <a:pos x="T2" y="T3"/>
              </a:cxn>
              <a:cxn ang="T8">
                <a:pos x="T4" y="T5"/>
              </a:cxn>
            </a:cxnLst>
            <a:rect l="0" t="0" r="r" b="b"/>
            <a:pathLst>
              <a:path w="3788" h="58">
                <a:moveTo>
                  <a:pt x="0" y="0"/>
                </a:moveTo>
                <a:lnTo>
                  <a:pt x="0" y="58"/>
                </a:lnTo>
                <a:lnTo>
                  <a:pt x="3788" y="58"/>
                </a:lnTo>
              </a:path>
            </a:pathLst>
          </a:custGeom>
          <a:noFill/>
          <a:ln w="9525" cap="flat" cmpd="sng">
            <a:solidFill>
              <a:srgbClr val="FF0000"/>
            </a:solidFill>
            <a:prstDash val="solid"/>
            <a:round/>
            <a:headEnd type="none" w="sm"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 name="TextBox 4"/>
          <p:cNvSpPr txBox="1"/>
          <p:nvPr/>
        </p:nvSpPr>
        <p:spPr>
          <a:xfrm>
            <a:off x="7010401" y="4495801"/>
            <a:ext cx="3493264" cy="646331"/>
          </a:xfrm>
          <a:prstGeom prst="rect">
            <a:avLst/>
          </a:prstGeom>
          <a:noFill/>
        </p:spPr>
        <p:txBody>
          <a:bodyPr wrap="none" rtlCol="0">
            <a:spAutoFit/>
          </a:bodyPr>
          <a:lstStyle/>
          <a:p>
            <a:r>
              <a:rPr lang="en-US" dirty="0">
                <a:solidFill>
                  <a:schemeClr val="accent6"/>
                </a:solidFill>
              </a:rPr>
              <a:t>If one of the bits is a 0, then we can </a:t>
            </a:r>
          </a:p>
          <a:p>
            <a:r>
              <a:rPr lang="en-US" dirty="0">
                <a:solidFill>
                  <a:schemeClr val="accent6"/>
                </a:solidFill>
              </a:rPr>
              <a:t>say that error introduced into packet</a:t>
            </a:r>
          </a:p>
        </p:txBody>
      </p:sp>
      <p:sp>
        <p:nvSpPr>
          <p:cNvPr id="23" name="Text Box 8"/>
          <p:cNvSpPr txBox="1">
            <a:spLocks noChangeArrowheads="1"/>
          </p:cNvSpPr>
          <p:nvPr/>
        </p:nvSpPr>
        <p:spPr bwMode="auto">
          <a:xfrm>
            <a:off x="11358011" y="3581400"/>
            <a:ext cx="617477"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type="none" w="sm" len="me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a:defRPr/>
            </a:pPr>
            <a:r>
              <a:rPr lang="en-US" sz="2000" dirty="0">
                <a:latin typeface="+mn-lt"/>
              </a:rPr>
              <a:t>sum</a:t>
            </a:r>
          </a:p>
        </p:txBody>
      </p:sp>
      <p:sp>
        <p:nvSpPr>
          <p:cNvPr id="6" name="TextBox 5"/>
          <p:cNvSpPr txBox="1"/>
          <p:nvPr/>
        </p:nvSpPr>
        <p:spPr>
          <a:xfrm>
            <a:off x="1930401" y="1676401"/>
            <a:ext cx="1053494" cy="461665"/>
          </a:xfrm>
          <a:prstGeom prst="rect">
            <a:avLst/>
          </a:prstGeom>
          <a:noFill/>
        </p:spPr>
        <p:txBody>
          <a:bodyPr wrap="none" rtlCol="0">
            <a:spAutoFit/>
          </a:bodyPr>
          <a:lstStyle/>
          <a:p>
            <a:r>
              <a:rPr lang="en-US" sz="2400" b="1" u="sng" dirty="0"/>
              <a:t>Sender</a:t>
            </a:r>
          </a:p>
        </p:txBody>
      </p:sp>
      <p:sp>
        <p:nvSpPr>
          <p:cNvPr id="24" name="TextBox 23"/>
          <p:cNvSpPr txBox="1"/>
          <p:nvPr/>
        </p:nvSpPr>
        <p:spPr>
          <a:xfrm>
            <a:off x="7010400" y="1671451"/>
            <a:ext cx="1255472" cy="461665"/>
          </a:xfrm>
          <a:prstGeom prst="rect">
            <a:avLst/>
          </a:prstGeom>
          <a:noFill/>
        </p:spPr>
        <p:txBody>
          <a:bodyPr wrap="none" rtlCol="0">
            <a:spAutoFit/>
          </a:bodyPr>
          <a:lstStyle/>
          <a:p>
            <a:r>
              <a:rPr lang="en-US" sz="2400" b="1" u="sng" dirty="0"/>
              <a:t>Receiver</a:t>
            </a:r>
          </a:p>
        </p:txBody>
      </p:sp>
      <p:cxnSp>
        <p:nvCxnSpPr>
          <p:cNvPr id="25" name="Straight Arrow Connector 24"/>
          <p:cNvCxnSpPr/>
          <p:nvPr/>
        </p:nvCxnSpPr>
        <p:spPr>
          <a:xfrm flipV="1">
            <a:off x="6436783" y="3933856"/>
            <a:ext cx="929831" cy="4765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0653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left)">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9">
                                            <p:txEl>
                                              <p:pRg st="2" end="2"/>
                                            </p:txEl>
                                          </p:spTgt>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6"/>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3"/>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15"/>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nodeType="clickEffect">
                                  <p:stCondLst>
                                    <p:cond delay="0"/>
                                  </p:stCondLst>
                                  <p:childTnLst>
                                    <p:set>
                                      <p:cBhvr>
                                        <p:cTn id="55" dur="1" fill="hold">
                                          <p:stCondLst>
                                            <p:cond delay="0"/>
                                          </p:stCondLst>
                                        </p:cTn>
                                        <p:tgtEl>
                                          <p:spTgt spid="9">
                                            <p:txEl>
                                              <p:pRg st="5" end="5"/>
                                            </p:txEl>
                                          </p:spTgt>
                                        </p:tgtEl>
                                        <p:attrNameLst>
                                          <p:attrName>style.visibility</p:attrName>
                                        </p:attrNameLst>
                                      </p:cBhvr>
                                      <p:to>
                                        <p:strVal val="visible"/>
                                      </p:to>
                                    </p:set>
                                    <p:animEffect transition="in" filter="wipe(up)">
                                      <p:cBhvr>
                                        <p:cTn id="56" dur="2000"/>
                                        <p:tgtEl>
                                          <p:spTgt spid="9">
                                            <p:txEl>
                                              <p:pRg st="5" end="5"/>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4"/>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24"/>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9"/>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18">
                                            <p:txEl>
                                              <p:pRg st="2" end="2"/>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20"/>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22"/>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18">
                                            <p:txEl>
                                              <p:pRg st="3" end="3"/>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18">
                                            <p:txEl>
                                              <p:pRg st="4" end="4"/>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23">
                                            <p:txEl>
                                              <p:pRg st="0" end="0"/>
                                            </p:txEl>
                                          </p:spTgt>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25"/>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18">
                                            <p:txEl>
                                              <p:pRg st="5" end="5"/>
                                            </p:txEl>
                                          </p:spTgt>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grpId="0" nodeType="clickEffect">
                                  <p:stCondLst>
                                    <p:cond delay="0"/>
                                  </p:stCondLst>
                                  <p:childTnLst>
                                    <p:set>
                                      <p:cBhvr>
                                        <p:cTn id="108" dur="1" fill="hold">
                                          <p:stCondLst>
                                            <p:cond delay="0"/>
                                          </p:stCondLst>
                                        </p:cTn>
                                        <p:tgtEl>
                                          <p:spTgt spid="21"/>
                                        </p:tgtEl>
                                        <p:attrNameLst>
                                          <p:attrName>style.visibility</p:attrName>
                                        </p:attrNameLst>
                                      </p:cBhvr>
                                      <p:to>
                                        <p:strVal val="visible"/>
                                      </p:to>
                                    </p:set>
                                    <p:animEffect transition="in" filter="wipe(left)">
                                      <p:cBhvr>
                                        <p:cTn id="109" dur="500"/>
                                        <p:tgtEl>
                                          <p:spTgt spid="21"/>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clickEffect">
                                  <p:stCondLst>
                                    <p:cond delay="0"/>
                                  </p:stCondLst>
                                  <p:childTnLst>
                                    <p:set>
                                      <p:cBhvr>
                                        <p:cTn id="113" dur="1" fill="hold">
                                          <p:stCondLst>
                                            <p:cond delay="0"/>
                                          </p:stCondLst>
                                        </p:cTn>
                                        <p:tgtEl>
                                          <p:spTgt spid="18">
                                            <p:txEl>
                                              <p:pRg st="6" end="6"/>
                                            </p:txEl>
                                          </p:spTgt>
                                        </p:tgtEl>
                                        <p:attrNameLst>
                                          <p:attrName>style.visibility</p:attrName>
                                        </p:attrNameLst>
                                      </p:cBhvr>
                                      <p:to>
                                        <p:strVal val="visible"/>
                                      </p:to>
                                    </p:set>
                                  </p:childTnLst>
                                </p:cTn>
                              </p:par>
                            </p:childTnLst>
                          </p:cTn>
                        </p:par>
                      </p:childTnLst>
                    </p:cTn>
                  </p:par>
                  <p:par>
                    <p:cTn id="114" fill="hold">
                      <p:stCondLst>
                        <p:cond delay="indefinite"/>
                      </p:stCondLst>
                      <p:childTnLst>
                        <p:par>
                          <p:cTn id="115" fill="hold">
                            <p:stCondLst>
                              <p:cond delay="0"/>
                            </p:stCondLst>
                            <p:childTnLst>
                              <p:par>
                                <p:cTn id="116" presetID="1" presetClass="entr" presetSubtype="0" fill="hold" nodeType="clickEffect">
                                  <p:stCondLst>
                                    <p:cond delay="0"/>
                                  </p:stCondLst>
                                  <p:childTnLst>
                                    <p:set>
                                      <p:cBhvr>
                                        <p:cTn id="117" dur="1" fill="hold">
                                          <p:stCondLst>
                                            <p:cond delay="0"/>
                                          </p:stCondLst>
                                        </p:cTn>
                                        <p:tgtEl>
                                          <p:spTgt spid="5">
                                            <p:txEl>
                                              <p:pRg st="0" end="0"/>
                                            </p:txEl>
                                          </p:spTgt>
                                        </p:tgtEl>
                                        <p:attrNameLst>
                                          <p:attrName>style.visibility</p:attrName>
                                        </p:attrNameLst>
                                      </p:cBhvr>
                                      <p:to>
                                        <p:strVal val="visible"/>
                                      </p:to>
                                    </p:set>
                                  </p:childTnLst>
                                </p:cTn>
                              </p:par>
                              <p:par>
                                <p:cTn id="118" presetID="1" presetClass="entr" presetSubtype="0" fill="hold" nodeType="withEffect">
                                  <p:stCondLst>
                                    <p:cond delay="0"/>
                                  </p:stCondLst>
                                  <p:childTnLst>
                                    <p:set>
                                      <p:cBhvr>
                                        <p:cTn id="119"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presetID="1" presetClass="entr" presetSubtype="0" fill="hold" nodeType="clickEffect">
                                  <p:stCondLst>
                                    <p:cond delay="0"/>
                                  </p:stCondLst>
                                  <p:childTnLst>
                                    <p:set>
                                      <p:cBhvr>
                                        <p:cTn id="123"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p:bldP spid="13" grpId="0"/>
      <p:bldP spid="14" grpId="0"/>
      <p:bldP spid="15" grpId="0" animBg="1"/>
      <p:bldP spid="16" grpId="0" animBg="1"/>
      <p:bldP spid="19" grpId="0" animBg="1"/>
      <p:bldP spid="20" grpId="0" animBg="1"/>
      <p:bldP spid="21" grpId="0" animBg="1"/>
      <p:bldP spid="22" grpId="0" animBg="1"/>
      <p:bldP spid="2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Cyclic Redundancy Check</a:t>
            </a:r>
          </a:p>
        </p:txBody>
      </p:sp>
      <p:sp>
        <p:nvSpPr>
          <p:cNvPr id="5" name="Content Placeholder 4"/>
          <p:cNvSpPr>
            <a:spLocks noGrp="1"/>
          </p:cNvSpPr>
          <p:nvPr>
            <p:ph idx="1"/>
          </p:nvPr>
        </p:nvSpPr>
        <p:spPr/>
        <p:txBody>
          <a:bodyPr>
            <a:normAutofit/>
          </a:bodyPr>
          <a:lstStyle/>
          <a:p>
            <a:pPr lvl="0" algn="just"/>
            <a:r>
              <a:rPr lang="en-US" dirty="0"/>
              <a:t>CRC is the most powerful and easy to implement technique. </a:t>
            </a:r>
          </a:p>
          <a:p>
            <a:pPr lvl="0" algn="just"/>
            <a:r>
              <a:rPr lang="en-US" dirty="0"/>
              <a:t>CRC is based on </a:t>
            </a:r>
            <a:r>
              <a:rPr lang="en-US" dirty="0">
                <a:solidFill>
                  <a:schemeClr val="accent6"/>
                </a:solidFill>
              </a:rPr>
              <a:t>binary division</a:t>
            </a:r>
            <a:r>
              <a:rPr lang="en-US" dirty="0"/>
              <a:t>. </a:t>
            </a:r>
          </a:p>
          <a:p>
            <a:pPr lvl="0" algn="just"/>
            <a:r>
              <a:rPr lang="en-US" dirty="0"/>
              <a:t>In CRC, a sequence of redundant bits, are appended to the end of data unit so that the resulting data unit becomes exactly divisible by a second, predetermined binary number. </a:t>
            </a:r>
          </a:p>
          <a:p>
            <a:pPr lvl="0" algn="just"/>
            <a:r>
              <a:rPr lang="en-US" dirty="0"/>
              <a:t>At the destination, the incoming data unit is divided by the same number. </a:t>
            </a:r>
          </a:p>
          <a:p>
            <a:pPr lvl="0" algn="just"/>
            <a:r>
              <a:rPr lang="en-US" dirty="0"/>
              <a:t>If at this step there is </a:t>
            </a:r>
            <a:r>
              <a:rPr lang="en-US" dirty="0">
                <a:solidFill>
                  <a:schemeClr val="accent6"/>
                </a:solidFill>
              </a:rPr>
              <a:t>no remainder</a:t>
            </a:r>
            <a:r>
              <a:rPr lang="en-US" dirty="0"/>
              <a:t>, the data unit is assumed to be </a:t>
            </a:r>
            <a:r>
              <a:rPr lang="en-US" dirty="0">
                <a:solidFill>
                  <a:schemeClr val="accent6"/>
                </a:solidFill>
              </a:rPr>
              <a:t>correct</a:t>
            </a:r>
            <a:r>
              <a:rPr lang="en-US" dirty="0"/>
              <a:t> and is therefore </a:t>
            </a:r>
            <a:r>
              <a:rPr lang="en-US" dirty="0">
                <a:solidFill>
                  <a:schemeClr val="accent6"/>
                </a:solidFill>
              </a:rPr>
              <a:t>accepted</a:t>
            </a:r>
            <a:r>
              <a:rPr lang="en-US" dirty="0"/>
              <a:t>. </a:t>
            </a:r>
          </a:p>
          <a:p>
            <a:pPr lvl="0" algn="just"/>
            <a:r>
              <a:rPr lang="en-US" dirty="0"/>
              <a:t>A remainder indicates that the data unit has been damaged in transit and therefore must be </a:t>
            </a:r>
            <a:r>
              <a:rPr lang="en-US" dirty="0">
                <a:solidFill>
                  <a:schemeClr val="accent6"/>
                </a:solidFill>
              </a:rPr>
              <a:t>rejected</a:t>
            </a:r>
            <a:r>
              <a:rPr lang="en-US" dirty="0"/>
              <a:t>. </a:t>
            </a:r>
          </a:p>
          <a:p>
            <a:pPr lvl="0" algn="just"/>
            <a:r>
              <a:rPr lang="en-US" dirty="0"/>
              <a:t>The binary number, which is (r+1) bit in length, can also be considered as the coefficients of a polynomial, called Generator Polynomial. </a:t>
            </a:r>
          </a:p>
          <a:p>
            <a:r>
              <a:rPr lang="en-IN" dirty="0"/>
              <a:t>x</a:t>
            </a:r>
            <a:r>
              <a:rPr lang="en-IN" baseline="30000" dirty="0"/>
              <a:t>2</a:t>
            </a:r>
            <a:r>
              <a:rPr lang="en-IN" dirty="0"/>
              <a:t>+x</a:t>
            </a:r>
            <a:r>
              <a:rPr lang="en-IN" baseline="30000" dirty="0"/>
              <a:t>1</a:t>
            </a:r>
            <a:r>
              <a:rPr lang="en-IN" dirty="0"/>
              <a:t>+1 (polynomial equation) &gt;&gt; 1 1 1</a:t>
            </a:r>
          </a:p>
          <a:p>
            <a:pPr lvl="0" algn="just"/>
            <a:endParaRPr lang="en-US" dirty="0"/>
          </a:p>
        </p:txBody>
      </p:sp>
    </p:spTree>
    <p:extLst>
      <p:ext uri="{BB962C8B-B14F-4D97-AF65-F5344CB8AC3E}">
        <p14:creationId xmlns:p14="http://schemas.microsoft.com/office/powerpoint/2010/main" val="2564179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0F8DA-FC26-D27C-F527-FB8C18FEE6C1}"/>
              </a:ext>
            </a:extLst>
          </p:cNvPr>
          <p:cNvSpPr>
            <a:spLocks noGrp="1"/>
          </p:cNvSpPr>
          <p:nvPr>
            <p:ph type="title"/>
          </p:nvPr>
        </p:nvSpPr>
        <p:spPr>
          <a:xfrm>
            <a:off x="0" y="1"/>
            <a:ext cx="12192000" cy="711200"/>
          </a:xfrm>
        </p:spPr>
        <p:txBody>
          <a:bodyPr>
            <a:normAutofit/>
          </a:bodyPr>
          <a:lstStyle/>
          <a:p>
            <a:r>
              <a:rPr lang="en-US" dirty="0"/>
              <a:t>Working of CRC: </a:t>
            </a:r>
            <a:r>
              <a:rPr lang="en-US" baseline="-25000" dirty="0"/>
              <a:t>Sender Side (CRC Generator and Modulo Division)</a:t>
            </a:r>
          </a:p>
        </p:txBody>
      </p:sp>
      <p:sp>
        <p:nvSpPr>
          <p:cNvPr id="3" name="Content Placeholder 2">
            <a:extLst>
              <a:ext uri="{FF2B5EF4-FFF2-40B4-BE49-F238E27FC236}">
                <a16:creationId xmlns:a16="http://schemas.microsoft.com/office/drawing/2014/main" id="{49202683-9EED-8935-71B1-91E1EA9E4543}"/>
              </a:ext>
            </a:extLst>
          </p:cNvPr>
          <p:cNvSpPr>
            <a:spLocks noGrp="1"/>
          </p:cNvSpPr>
          <p:nvPr>
            <p:ph idx="1"/>
          </p:nvPr>
        </p:nvSpPr>
        <p:spPr>
          <a:xfrm>
            <a:off x="131180" y="863444"/>
            <a:ext cx="11929641" cy="5590565"/>
          </a:xfrm>
        </p:spPr>
        <p:txBody>
          <a:bodyPr/>
          <a:lstStyle/>
          <a:p>
            <a:endParaRPr lang="en-US" dirty="0"/>
          </a:p>
          <a:p>
            <a:endParaRPr lang="en-US" dirty="0"/>
          </a:p>
          <a:p>
            <a:endParaRPr lang="en-US" dirty="0"/>
          </a:p>
          <a:p>
            <a:endParaRPr lang="en-US" dirty="0"/>
          </a:p>
          <a:p>
            <a:endParaRPr lang="en-US" dirty="0"/>
          </a:p>
          <a:p>
            <a:endParaRPr lang="en-US" dirty="0"/>
          </a:p>
          <a:p>
            <a:endParaRPr lang="en-US" dirty="0"/>
          </a:p>
          <a:p>
            <a:r>
              <a:rPr lang="en-US" dirty="0"/>
              <a:t>The first step is to </a:t>
            </a:r>
            <a:r>
              <a:rPr lang="en-US" dirty="0">
                <a:solidFill>
                  <a:srgbClr val="C00000"/>
                </a:solidFill>
              </a:rPr>
              <a:t>add the no. of zeroes </a:t>
            </a:r>
            <a:r>
              <a:rPr lang="en-US" dirty="0"/>
              <a:t>to the data to be sent, calculated using k-1 (k - is the bits obtained through the polynomial equation.)</a:t>
            </a:r>
          </a:p>
          <a:p>
            <a:r>
              <a:rPr lang="en-US" dirty="0"/>
              <a:t>Applying the </a:t>
            </a:r>
            <a:r>
              <a:rPr lang="en-US" dirty="0">
                <a:solidFill>
                  <a:srgbClr val="C00000"/>
                </a:solidFill>
              </a:rPr>
              <a:t>Modulo Binary Division </a:t>
            </a:r>
            <a:r>
              <a:rPr lang="en-US" dirty="0"/>
              <a:t>to the data bit by applying the XOR and obtaining the remainder from the division.</a:t>
            </a:r>
          </a:p>
          <a:p>
            <a:r>
              <a:rPr lang="en-US" dirty="0"/>
              <a:t>The last step is to </a:t>
            </a:r>
            <a:r>
              <a:rPr lang="en-US" dirty="0">
                <a:solidFill>
                  <a:srgbClr val="C00000"/>
                </a:solidFill>
              </a:rPr>
              <a:t>append the remainder </a:t>
            </a:r>
            <a:r>
              <a:rPr lang="en-US" dirty="0"/>
              <a:t>to the end of the data bit and share it with the receiver.</a:t>
            </a:r>
          </a:p>
          <a:p>
            <a:endParaRPr lang="en-US" dirty="0"/>
          </a:p>
        </p:txBody>
      </p:sp>
      <p:pic>
        <p:nvPicPr>
          <p:cNvPr id="3074" name="Picture 2" descr="CRC In Computer Networks">
            <a:extLst>
              <a:ext uri="{FF2B5EF4-FFF2-40B4-BE49-F238E27FC236}">
                <a16:creationId xmlns:a16="http://schemas.microsoft.com/office/drawing/2014/main" id="{1824E00E-7FEC-4C88-378D-E14EEFDA4D6F}"/>
              </a:ext>
            </a:extLst>
          </p:cNvPr>
          <p:cNvPicPr>
            <a:picLocks noChangeAspect="1" noChangeArrowheads="1"/>
          </p:cNvPicPr>
          <p:nvPr/>
        </p:nvPicPr>
        <p:blipFill rotWithShape="1">
          <a:blip r:embed="rId2">
            <a:biLevel thresh="75000"/>
            <a:extLst>
              <a:ext uri="{28A0092B-C50C-407E-A947-70E740481C1C}">
                <a14:useLocalDpi xmlns:a14="http://schemas.microsoft.com/office/drawing/2010/main" val="0"/>
              </a:ext>
            </a:extLst>
          </a:blip>
          <a:srcRect l="12931" r="10431" b="13805"/>
          <a:stretch/>
        </p:blipFill>
        <p:spPr bwMode="auto">
          <a:xfrm>
            <a:off x="2848303" y="1031766"/>
            <a:ext cx="6495393" cy="28679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1124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0F8DA-FC26-D27C-F527-FB8C18FEE6C1}"/>
              </a:ext>
            </a:extLst>
          </p:cNvPr>
          <p:cNvSpPr>
            <a:spLocks noGrp="1"/>
          </p:cNvSpPr>
          <p:nvPr>
            <p:ph type="title"/>
          </p:nvPr>
        </p:nvSpPr>
        <p:spPr>
          <a:xfrm>
            <a:off x="0" y="0"/>
            <a:ext cx="12192000" cy="711200"/>
          </a:xfrm>
        </p:spPr>
        <p:txBody>
          <a:bodyPr>
            <a:normAutofit/>
          </a:bodyPr>
          <a:lstStyle/>
          <a:p>
            <a:r>
              <a:rPr lang="en-US" dirty="0"/>
              <a:t>Working of CRC: </a:t>
            </a:r>
            <a:r>
              <a:rPr lang="en-US" baseline="-25000" dirty="0"/>
              <a:t>Receiver Side (Checking for errors in the received data)</a:t>
            </a:r>
          </a:p>
        </p:txBody>
      </p:sp>
      <p:sp>
        <p:nvSpPr>
          <p:cNvPr id="3" name="Content Placeholder 2">
            <a:extLst>
              <a:ext uri="{FF2B5EF4-FFF2-40B4-BE49-F238E27FC236}">
                <a16:creationId xmlns:a16="http://schemas.microsoft.com/office/drawing/2014/main" id="{49202683-9EED-8935-71B1-91E1EA9E4543}"/>
              </a:ext>
            </a:extLst>
          </p:cNvPr>
          <p:cNvSpPr>
            <a:spLocks noGrp="1"/>
          </p:cNvSpPr>
          <p:nvPr>
            <p:ph idx="1"/>
          </p:nvPr>
        </p:nvSpPr>
        <p:spPr>
          <a:xfrm>
            <a:off x="131180" y="863444"/>
            <a:ext cx="11929641" cy="5590565"/>
          </a:xfrm>
        </p:spPr>
        <p:txBody>
          <a:bodyPr/>
          <a:lstStyle/>
          <a:p>
            <a:endParaRPr lang="en-US" dirty="0"/>
          </a:p>
          <a:p>
            <a:endParaRPr lang="en-US" dirty="0"/>
          </a:p>
          <a:p>
            <a:endParaRPr lang="en-US" dirty="0"/>
          </a:p>
          <a:p>
            <a:endParaRPr lang="en-US" dirty="0"/>
          </a:p>
          <a:p>
            <a:endParaRPr lang="en-US" dirty="0"/>
          </a:p>
          <a:p>
            <a:endParaRPr lang="en-US" dirty="0"/>
          </a:p>
          <a:p>
            <a:endParaRPr lang="en-US" dirty="0"/>
          </a:p>
          <a:p>
            <a:r>
              <a:rPr lang="en-US" dirty="0"/>
              <a:t>To check the error, perform the </a:t>
            </a:r>
            <a:r>
              <a:rPr lang="en-US" dirty="0">
                <a:solidFill>
                  <a:srgbClr val="C00000"/>
                </a:solidFill>
              </a:rPr>
              <a:t>Modulo division again </a:t>
            </a:r>
            <a:r>
              <a:rPr lang="en-US" dirty="0"/>
              <a:t>and check whether the remainder is 0 or not, </a:t>
            </a:r>
          </a:p>
          <a:p>
            <a:r>
              <a:rPr lang="en-US" dirty="0"/>
              <a:t>If the remainder </a:t>
            </a:r>
            <a:r>
              <a:rPr lang="en-US" dirty="0">
                <a:solidFill>
                  <a:srgbClr val="C00000"/>
                </a:solidFill>
              </a:rPr>
              <a:t>is 0</a:t>
            </a:r>
            <a:r>
              <a:rPr lang="en-US" dirty="0"/>
              <a:t>, the data bit received is </a:t>
            </a:r>
            <a:r>
              <a:rPr lang="en-US" dirty="0">
                <a:solidFill>
                  <a:srgbClr val="C00000"/>
                </a:solidFill>
              </a:rPr>
              <a:t>correct</a:t>
            </a:r>
            <a:r>
              <a:rPr lang="en-US" dirty="0"/>
              <a:t>, without any errors.</a:t>
            </a:r>
          </a:p>
          <a:p>
            <a:r>
              <a:rPr lang="en-US" dirty="0"/>
              <a:t>If the remainder </a:t>
            </a:r>
            <a:r>
              <a:rPr lang="en-US" dirty="0">
                <a:solidFill>
                  <a:srgbClr val="C00000"/>
                </a:solidFill>
              </a:rPr>
              <a:t>is not 0</a:t>
            </a:r>
            <a:r>
              <a:rPr lang="en-US" dirty="0"/>
              <a:t>, the data received is </a:t>
            </a:r>
            <a:r>
              <a:rPr lang="en-US" dirty="0">
                <a:solidFill>
                  <a:srgbClr val="C00000"/>
                </a:solidFill>
              </a:rPr>
              <a:t>corrupted</a:t>
            </a:r>
            <a:r>
              <a:rPr lang="en-US" dirty="0"/>
              <a:t> during transmission.</a:t>
            </a:r>
          </a:p>
        </p:txBody>
      </p:sp>
      <p:pic>
        <p:nvPicPr>
          <p:cNvPr id="3074" name="Picture 2" descr="CRC In Computer Networks">
            <a:extLst>
              <a:ext uri="{FF2B5EF4-FFF2-40B4-BE49-F238E27FC236}">
                <a16:creationId xmlns:a16="http://schemas.microsoft.com/office/drawing/2014/main" id="{1824E00E-7FEC-4C88-378D-E14EEFDA4D6F}"/>
              </a:ext>
            </a:extLst>
          </p:cNvPr>
          <p:cNvPicPr>
            <a:picLocks noChangeAspect="1" noChangeArrowheads="1"/>
          </p:cNvPicPr>
          <p:nvPr/>
        </p:nvPicPr>
        <p:blipFill rotWithShape="1">
          <a:blip r:embed="rId2">
            <a:biLevel thresh="75000"/>
            <a:extLst>
              <a:ext uri="{28A0092B-C50C-407E-A947-70E740481C1C}">
                <a14:useLocalDpi xmlns:a14="http://schemas.microsoft.com/office/drawing/2010/main" val="0"/>
              </a:ext>
            </a:extLst>
          </a:blip>
          <a:srcRect l="12931" r="10431" b="13805"/>
          <a:stretch/>
        </p:blipFill>
        <p:spPr bwMode="auto">
          <a:xfrm>
            <a:off x="2848303" y="1031766"/>
            <a:ext cx="6495393" cy="28679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80313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1ED76-6A7C-9B71-6CD5-A1884EEA1AE2}"/>
              </a:ext>
            </a:extLst>
          </p:cNvPr>
          <p:cNvSpPr>
            <a:spLocks noGrp="1"/>
          </p:cNvSpPr>
          <p:nvPr>
            <p:ph type="title"/>
          </p:nvPr>
        </p:nvSpPr>
        <p:spPr/>
        <p:txBody>
          <a:bodyPr/>
          <a:lstStyle/>
          <a:p>
            <a:r>
              <a:rPr lang="en-US" dirty="0"/>
              <a:t>Example – Sender Side</a:t>
            </a:r>
          </a:p>
        </p:txBody>
      </p:sp>
      <p:sp>
        <p:nvSpPr>
          <p:cNvPr id="3" name="Content Placeholder 2">
            <a:extLst>
              <a:ext uri="{FF2B5EF4-FFF2-40B4-BE49-F238E27FC236}">
                <a16:creationId xmlns:a16="http://schemas.microsoft.com/office/drawing/2014/main" id="{0FC9CFBF-E313-332D-B0AF-7168E809EDB2}"/>
              </a:ext>
            </a:extLst>
          </p:cNvPr>
          <p:cNvSpPr>
            <a:spLocks noGrp="1"/>
          </p:cNvSpPr>
          <p:nvPr>
            <p:ph idx="1"/>
          </p:nvPr>
        </p:nvSpPr>
        <p:spPr/>
        <p:txBody>
          <a:bodyPr/>
          <a:lstStyle/>
          <a:p>
            <a:r>
              <a:rPr lang="en-US" dirty="0"/>
              <a:t>The data bit to be sent is [100100], and the polynomial equation is [x</a:t>
            </a:r>
            <a:r>
              <a:rPr lang="en-US" baseline="30000" dirty="0"/>
              <a:t>3</a:t>
            </a:r>
            <a:r>
              <a:rPr lang="en-US" dirty="0"/>
              <a:t>+x</a:t>
            </a:r>
            <a:r>
              <a:rPr lang="en-US" baseline="30000" dirty="0"/>
              <a:t>2</a:t>
            </a:r>
            <a:r>
              <a:rPr lang="en-US" dirty="0"/>
              <a:t>+1].</a:t>
            </a:r>
          </a:p>
          <a:p>
            <a:r>
              <a:rPr lang="en-US" dirty="0"/>
              <a:t>Data bit - 100100</a:t>
            </a:r>
          </a:p>
          <a:p>
            <a:r>
              <a:rPr lang="en-US" dirty="0"/>
              <a:t>Divisor (k) - 1101 (Using the given polynomial)</a:t>
            </a:r>
          </a:p>
          <a:p>
            <a:r>
              <a:rPr lang="en-US" dirty="0"/>
              <a:t>Appending Zeros - (k-1) &gt; (4-1) &gt; 3</a:t>
            </a:r>
          </a:p>
          <a:p>
            <a:r>
              <a:rPr lang="en-US" dirty="0"/>
              <a:t>Dividend - 100100000</a:t>
            </a:r>
          </a:p>
        </p:txBody>
      </p:sp>
      <p:pic>
        <p:nvPicPr>
          <p:cNvPr id="5126" name="Picture 6" descr="CRC_2">
            <a:extLst>
              <a:ext uri="{FF2B5EF4-FFF2-40B4-BE49-F238E27FC236}">
                <a16:creationId xmlns:a16="http://schemas.microsoft.com/office/drawing/2014/main" id="{21FCC763-A817-101C-2D21-2F00D17EEA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9835" y="2127688"/>
            <a:ext cx="6502400" cy="3695700"/>
          </a:xfrm>
          <a:prstGeom prst="rect">
            <a:avLst/>
          </a:prstGeom>
          <a:noFill/>
          <a:extLst>
            <a:ext uri="{909E8E84-426E-40DD-AFC4-6F175D3DCCD1}">
              <a14:hiddenFill xmlns:a14="http://schemas.microsoft.com/office/drawing/2010/main">
                <a:solidFill>
                  <a:srgbClr val="FFFFFF"/>
                </a:solidFill>
              </a14:hiddenFill>
            </a:ext>
          </a:extLst>
        </p:spPr>
      </p:pic>
      <p:sp>
        <p:nvSpPr>
          <p:cNvPr id="4" name="Arrow: Up 3">
            <a:extLst>
              <a:ext uri="{FF2B5EF4-FFF2-40B4-BE49-F238E27FC236}">
                <a16:creationId xmlns:a16="http://schemas.microsoft.com/office/drawing/2014/main" id="{20FFCED1-FAF9-4D13-8A72-AAB227F9545A}"/>
              </a:ext>
            </a:extLst>
          </p:cNvPr>
          <p:cNvSpPr/>
          <p:nvPr/>
        </p:nvSpPr>
        <p:spPr>
          <a:xfrm rot="3250830">
            <a:off x="6532193" y="3644730"/>
            <a:ext cx="744720" cy="1523417"/>
          </a:xfrm>
          <a:prstGeom prst="upArrow">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X-OR</a:t>
            </a:r>
          </a:p>
        </p:txBody>
      </p:sp>
    </p:spTree>
    <p:extLst>
      <p:ext uri="{BB962C8B-B14F-4D97-AF65-F5344CB8AC3E}">
        <p14:creationId xmlns:p14="http://schemas.microsoft.com/office/powerpoint/2010/main" val="1406149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5126"/>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5F89C-3C62-4C6B-2E72-036CCC6E9D3C}"/>
              </a:ext>
            </a:extLst>
          </p:cNvPr>
          <p:cNvSpPr>
            <a:spLocks noGrp="1"/>
          </p:cNvSpPr>
          <p:nvPr>
            <p:ph type="title"/>
          </p:nvPr>
        </p:nvSpPr>
        <p:spPr/>
        <p:txBody>
          <a:bodyPr/>
          <a:lstStyle/>
          <a:p>
            <a:r>
              <a:rPr lang="en-US" dirty="0"/>
              <a:t>Receiver Side</a:t>
            </a:r>
          </a:p>
        </p:txBody>
      </p:sp>
      <p:sp>
        <p:nvSpPr>
          <p:cNvPr id="3" name="Content Placeholder 2">
            <a:extLst>
              <a:ext uri="{FF2B5EF4-FFF2-40B4-BE49-F238E27FC236}">
                <a16:creationId xmlns:a16="http://schemas.microsoft.com/office/drawing/2014/main" id="{4803CBCE-EA6C-F599-D1CA-5AE05DD5BA6E}"/>
              </a:ext>
            </a:extLst>
          </p:cNvPr>
          <p:cNvSpPr>
            <a:spLocks noGrp="1"/>
          </p:cNvSpPr>
          <p:nvPr>
            <p:ph idx="1"/>
          </p:nvPr>
        </p:nvSpPr>
        <p:spPr/>
        <p:txBody>
          <a:bodyPr/>
          <a:lstStyle/>
          <a:p>
            <a:r>
              <a:rPr lang="en-US" dirty="0"/>
              <a:t>New Data Bit - [100100001]</a:t>
            </a:r>
          </a:p>
          <a:p>
            <a:endParaRPr lang="en-US" dirty="0"/>
          </a:p>
          <a:p>
            <a:endParaRPr lang="en-US" dirty="0"/>
          </a:p>
          <a:p>
            <a:endParaRPr lang="en-US" dirty="0"/>
          </a:p>
          <a:p>
            <a:endParaRPr lang="en-US" dirty="0"/>
          </a:p>
          <a:p>
            <a:endParaRPr lang="en-US" dirty="0"/>
          </a:p>
          <a:p>
            <a:endParaRPr lang="en-US" dirty="0"/>
          </a:p>
          <a:p>
            <a:endParaRPr lang="en-US" dirty="0"/>
          </a:p>
          <a:p>
            <a:pPr marL="0" indent="0">
              <a:buNone/>
            </a:pPr>
            <a:endParaRPr lang="en-US" dirty="0"/>
          </a:p>
          <a:p>
            <a:endParaRPr lang="en-US" dirty="0"/>
          </a:p>
          <a:p>
            <a:r>
              <a:rPr lang="en-US" dirty="0"/>
              <a:t>The Obtained remainder is [000], i.e., zero, which according to the CRC method, concludes that the data is error-free.</a:t>
            </a:r>
          </a:p>
          <a:p>
            <a:endParaRPr lang="en-US" dirty="0"/>
          </a:p>
        </p:txBody>
      </p:sp>
      <p:pic>
        <p:nvPicPr>
          <p:cNvPr id="6146" name="Picture 2" descr="CRC_3.">
            <a:extLst>
              <a:ext uri="{FF2B5EF4-FFF2-40B4-BE49-F238E27FC236}">
                <a16:creationId xmlns:a16="http://schemas.microsoft.com/office/drawing/2014/main" id="{A0694C6B-86F2-B33E-EB9A-F40CF75D2B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4800" y="1494065"/>
            <a:ext cx="6502400" cy="3695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7900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2400" y="381748"/>
            <a:ext cx="10261600" cy="6094504"/>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9984104C-E7CD-D048-B803-FE539FE6B415}"/>
              </a:ext>
            </a:extLst>
          </p:cNvPr>
          <p:cNvSpPr/>
          <p:nvPr/>
        </p:nvSpPr>
        <p:spPr>
          <a:xfrm>
            <a:off x="54009" y="120135"/>
            <a:ext cx="3099094" cy="523220"/>
          </a:xfrm>
          <a:prstGeom prst="rect">
            <a:avLst/>
          </a:prstGeom>
        </p:spPr>
        <p:txBody>
          <a:bodyPr wrap="square">
            <a:spAutoFit/>
          </a:bodyPr>
          <a:lstStyle/>
          <a:p>
            <a:r>
              <a:rPr lang="en-US" sz="2800" b="1" dirty="0"/>
              <a:t>CRC </a:t>
            </a:r>
            <a:r>
              <a:rPr lang="mr-IN" sz="2800" b="1" dirty="0"/>
              <a:t>–</a:t>
            </a:r>
            <a:r>
              <a:rPr lang="en-US" sz="2800" b="1" dirty="0"/>
              <a:t> Example: 2</a:t>
            </a:r>
          </a:p>
        </p:txBody>
      </p:sp>
    </p:spTree>
    <p:extLst>
      <p:ext uri="{BB962C8B-B14F-4D97-AF65-F5344CB8AC3E}">
        <p14:creationId xmlns:p14="http://schemas.microsoft.com/office/powerpoint/2010/main" val="1679521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CRC </a:t>
            </a:r>
            <a:r>
              <a:rPr lang="mr-IN" dirty="0"/>
              <a:t>–</a:t>
            </a:r>
            <a:r>
              <a:rPr lang="en-US" dirty="0"/>
              <a:t> Example: 3</a:t>
            </a:r>
          </a:p>
        </p:txBody>
      </p:sp>
      <p:pic>
        <p:nvPicPr>
          <p:cNvPr id="4" name="Content Placeholder 3"/>
          <p:cNvPicPr>
            <a:picLocks noGrp="1" noChangeAspect="1"/>
          </p:cNvPicPr>
          <p:nvPr>
            <p:ph idx="1"/>
          </p:nvPr>
        </p:nvPicPr>
        <p:blipFill>
          <a:blip r:embed="rId2"/>
          <a:stretch>
            <a:fillRect/>
          </a:stretch>
        </p:blipFill>
        <p:spPr>
          <a:xfrm>
            <a:off x="4125427" y="863600"/>
            <a:ext cx="3941147" cy="5591175"/>
          </a:xfrm>
          <a:prstGeom prst="rect">
            <a:avLst/>
          </a:prstGeom>
        </p:spPr>
      </p:pic>
    </p:spTree>
    <p:extLst>
      <p:ext uri="{BB962C8B-B14F-4D97-AF65-F5344CB8AC3E}">
        <p14:creationId xmlns:p14="http://schemas.microsoft.com/office/powerpoint/2010/main" val="3120325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629A918-BBA2-0B74-2448-C8B9A1781E5D}"/>
              </a:ext>
            </a:extLst>
          </p:cNvPr>
          <p:cNvSpPr>
            <a:spLocks noGrp="1"/>
          </p:cNvSpPr>
          <p:nvPr>
            <p:ph type="title"/>
          </p:nvPr>
        </p:nvSpPr>
        <p:spPr/>
        <p:txBody>
          <a:bodyPr>
            <a:normAutofit/>
          </a:bodyPr>
          <a:lstStyle/>
          <a:p>
            <a:r>
              <a:rPr lang="en-US" sz="4800" dirty="0"/>
              <a:t>Multiple Access Links and Protocol</a:t>
            </a:r>
          </a:p>
        </p:txBody>
      </p:sp>
      <p:sp>
        <p:nvSpPr>
          <p:cNvPr id="5" name="Text Placeholder 4">
            <a:extLst>
              <a:ext uri="{FF2B5EF4-FFF2-40B4-BE49-F238E27FC236}">
                <a16:creationId xmlns:a16="http://schemas.microsoft.com/office/drawing/2014/main" id="{0B37BC59-D845-E28C-7407-4B125EA871E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5278622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Multiple Access Links</a:t>
            </a:r>
          </a:p>
        </p:txBody>
      </p:sp>
      <p:sp>
        <p:nvSpPr>
          <p:cNvPr id="3" name="Content Placeholder 2"/>
          <p:cNvSpPr>
            <a:spLocks noGrp="1"/>
          </p:cNvSpPr>
          <p:nvPr>
            <p:ph idx="1"/>
          </p:nvPr>
        </p:nvSpPr>
        <p:spPr/>
        <p:txBody>
          <a:bodyPr/>
          <a:lstStyle/>
          <a:p>
            <a:pPr algn="just"/>
            <a:r>
              <a:rPr lang="en-US" dirty="0"/>
              <a:t>There are </a:t>
            </a:r>
            <a:r>
              <a:rPr lang="en-US" dirty="0">
                <a:solidFill>
                  <a:srgbClr val="C00000"/>
                </a:solidFill>
              </a:rPr>
              <a:t>two types </a:t>
            </a:r>
            <a:r>
              <a:rPr lang="en-US" dirty="0"/>
              <a:t>of network links:</a:t>
            </a:r>
          </a:p>
          <a:p>
            <a:pPr algn="just"/>
            <a:r>
              <a:rPr lang="en-US" dirty="0"/>
              <a:t>A </a:t>
            </a:r>
            <a:r>
              <a:rPr lang="en-US" dirty="0">
                <a:solidFill>
                  <a:schemeClr val="accent6"/>
                </a:solidFill>
              </a:rPr>
              <a:t>point-to-point link </a:t>
            </a:r>
            <a:r>
              <a:rPr lang="en-US" dirty="0"/>
              <a:t>consists of a single sender at one end of the link and a single receiver at the other end of the link. </a:t>
            </a:r>
          </a:p>
          <a:p>
            <a:pPr algn="just"/>
            <a:r>
              <a:rPr lang="en-US" dirty="0"/>
              <a:t>A </a:t>
            </a:r>
            <a:r>
              <a:rPr lang="en-US" dirty="0">
                <a:solidFill>
                  <a:schemeClr val="accent6"/>
                </a:solidFill>
              </a:rPr>
              <a:t>broadcast link</a:t>
            </a:r>
            <a:r>
              <a:rPr lang="en-US" dirty="0"/>
              <a:t>, can have multiple sending and receiving nodes all connected to the same, single, shared broadcast channel. </a:t>
            </a:r>
          </a:p>
          <a:p>
            <a:pPr algn="just"/>
            <a:r>
              <a:rPr lang="en-US" dirty="0"/>
              <a:t>The term broadcast is used here because when any one node transmits a frame, the channel broadcasts the frame and each of the other nodes receives a copy. </a:t>
            </a:r>
          </a:p>
          <a:p>
            <a:r>
              <a:rPr lang="en-US" b="1" dirty="0">
                <a:solidFill>
                  <a:srgbClr val="C00000"/>
                </a:solidFill>
              </a:rPr>
              <a:t>Problem: </a:t>
            </a:r>
            <a:r>
              <a:rPr lang="en-US" b="1" dirty="0"/>
              <a:t>data collision</a:t>
            </a:r>
          </a:p>
          <a:p>
            <a:pPr lvl="1"/>
            <a:r>
              <a:rPr lang="en-US" dirty="0"/>
              <a:t>When more than one node </a:t>
            </a:r>
            <a:r>
              <a:rPr lang="en-US" dirty="0">
                <a:solidFill>
                  <a:srgbClr val="C00000"/>
                </a:solidFill>
              </a:rPr>
              <a:t>sends packet at a same time,</a:t>
            </a:r>
            <a:r>
              <a:rPr lang="en-US" dirty="0"/>
              <a:t> than </a:t>
            </a:r>
            <a:r>
              <a:rPr lang="en-US" dirty="0">
                <a:solidFill>
                  <a:srgbClr val="C00000"/>
                </a:solidFill>
              </a:rPr>
              <a:t>collision occurs</a:t>
            </a:r>
            <a:r>
              <a:rPr lang="en-US" dirty="0"/>
              <a:t> and frame can get lost, broadcast channel is wasted.</a:t>
            </a:r>
          </a:p>
          <a:p>
            <a:pPr lvl="1"/>
            <a:r>
              <a:rPr lang="en-US" dirty="0"/>
              <a:t>To solve that problem, we need </a:t>
            </a:r>
            <a:r>
              <a:rPr lang="en-US" dirty="0">
                <a:solidFill>
                  <a:srgbClr val="C00000"/>
                </a:solidFill>
              </a:rPr>
              <a:t>coordination between users</a:t>
            </a:r>
            <a:r>
              <a:rPr lang="en-US" dirty="0"/>
              <a:t> means </a:t>
            </a:r>
            <a:r>
              <a:rPr lang="en-US" dirty="0">
                <a:solidFill>
                  <a:srgbClr val="C00000"/>
                </a:solidFill>
              </a:rPr>
              <a:t>coordination of transmission job.</a:t>
            </a:r>
          </a:p>
          <a:p>
            <a:pPr lvl="1"/>
            <a:r>
              <a:rPr lang="en-US" dirty="0"/>
              <a:t>It can be achieved by </a:t>
            </a:r>
            <a:r>
              <a:rPr lang="en-US" dirty="0">
                <a:solidFill>
                  <a:srgbClr val="C00000"/>
                </a:solidFill>
              </a:rPr>
              <a:t>Protocols. </a:t>
            </a:r>
          </a:p>
          <a:p>
            <a:pPr lvl="1"/>
            <a:endParaRPr lang="en-US" dirty="0"/>
          </a:p>
        </p:txBody>
      </p:sp>
    </p:spTree>
    <p:extLst>
      <p:ext uri="{BB962C8B-B14F-4D97-AF65-F5344CB8AC3E}">
        <p14:creationId xmlns:p14="http://schemas.microsoft.com/office/powerpoint/2010/main" val="2282999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A98A7-7B58-46A6-B039-DB1F41678FCE}"/>
              </a:ext>
            </a:extLst>
          </p:cNvPr>
          <p:cNvSpPr>
            <a:spLocks noGrp="1"/>
          </p:cNvSpPr>
          <p:nvPr>
            <p:ph type="title"/>
          </p:nvPr>
        </p:nvSpPr>
        <p:spPr/>
        <p:txBody>
          <a:bodyPr/>
          <a:lstStyle/>
          <a:p>
            <a:r>
              <a:rPr lang="en-US" dirty="0"/>
              <a:t>MAC analogy</a:t>
            </a:r>
          </a:p>
        </p:txBody>
      </p:sp>
      <p:sp>
        <p:nvSpPr>
          <p:cNvPr id="3" name="Content Placeholder 2">
            <a:extLst>
              <a:ext uri="{FF2B5EF4-FFF2-40B4-BE49-F238E27FC236}">
                <a16:creationId xmlns:a16="http://schemas.microsoft.com/office/drawing/2014/main" id="{6D40C129-3478-4EF6-8747-8DCB78710881}"/>
              </a:ext>
            </a:extLst>
          </p:cNvPr>
          <p:cNvSpPr>
            <a:spLocks noGrp="1"/>
          </p:cNvSpPr>
          <p:nvPr>
            <p:ph idx="1"/>
          </p:nvPr>
        </p:nvSpPr>
        <p:spPr/>
        <p:txBody>
          <a:bodyPr/>
          <a:lstStyle/>
          <a:p>
            <a:r>
              <a:rPr lang="en-US" dirty="0"/>
              <a:t>Consider an analogy for this situation:</a:t>
            </a:r>
          </a:p>
          <a:p>
            <a:r>
              <a:rPr lang="en-US" dirty="0"/>
              <a:t>1. </a:t>
            </a:r>
            <a:r>
              <a:rPr lang="en-US" dirty="0">
                <a:solidFill>
                  <a:srgbClr val="C00000"/>
                </a:solidFill>
              </a:rPr>
              <a:t>Cocktail party </a:t>
            </a:r>
            <a:r>
              <a:rPr lang="en-US" dirty="0"/>
              <a:t>where many people gather in a large room to talk and listen thru broadcast medium. </a:t>
            </a:r>
          </a:p>
          <a:p>
            <a:r>
              <a:rPr lang="en-US" dirty="0"/>
              <a:t>2. </a:t>
            </a:r>
            <a:r>
              <a:rPr lang="en-US" dirty="0">
                <a:solidFill>
                  <a:srgbClr val="C00000"/>
                </a:solidFill>
              </a:rPr>
              <a:t>Class room </a:t>
            </a:r>
            <a:r>
              <a:rPr lang="en-US" dirty="0"/>
              <a:t>where teacher and student share same broadcast medium to talk.</a:t>
            </a:r>
          </a:p>
          <a:p>
            <a:r>
              <a:rPr lang="en-US" dirty="0"/>
              <a:t>In all these situation there is some </a:t>
            </a:r>
            <a:r>
              <a:rPr lang="en-US" dirty="0">
                <a:solidFill>
                  <a:srgbClr val="C00000"/>
                </a:solidFill>
              </a:rPr>
              <a:t>human protocol </a:t>
            </a:r>
            <a:r>
              <a:rPr lang="en-US" dirty="0"/>
              <a:t>for sharing broadcast channel:</a:t>
            </a:r>
          </a:p>
          <a:p>
            <a:pPr lvl="1"/>
            <a:r>
              <a:rPr lang="en-US" dirty="0"/>
              <a:t>Give everyone chance to speak</a:t>
            </a:r>
          </a:p>
          <a:p>
            <a:pPr lvl="1"/>
            <a:r>
              <a:rPr lang="en-US" dirty="0"/>
              <a:t>Don’t interrupt when someone is speaking</a:t>
            </a:r>
          </a:p>
          <a:p>
            <a:pPr lvl="1"/>
            <a:r>
              <a:rPr lang="en-US" dirty="0"/>
              <a:t>Don’t speak until you are spoken to</a:t>
            </a:r>
          </a:p>
          <a:p>
            <a:pPr lvl="1"/>
            <a:r>
              <a:rPr lang="en-US" dirty="0"/>
              <a:t>Don’t fall a sleep when someone is </a:t>
            </a:r>
            <a:r>
              <a:rPr lang="en-US" dirty="0" err="1"/>
              <a:t>taling</a:t>
            </a:r>
            <a:r>
              <a:rPr lang="en-US" dirty="0"/>
              <a:t> </a:t>
            </a:r>
          </a:p>
          <a:p>
            <a:pPr lvl="1"/>
            <a:r>
              <a:rPr lang="en-US" dirty="0" err="1"/>
              <a:t>Etc</a:t>
            </a:r>
            <a:r>
              <a:rPr lang="en-US" dirty="0"/>
              <a:t>…</a:t>
            </a:r>
          </a:p>
          <a:p>
            <a:pPr marL="457200" lvl="1" indent="0">
              <a:buNone/>
            </a:pPr>
            <a:endParaRPr lang="en-US" dirty="0"/>
          </a:p>
        </p:txBody>
      </p:sp>
    </p:spTree>
    <p:extLst>
      <p:ext uri="{BB962C8B-B14F-4D97-AF65-F5344CB8AC3E}">
        <p14:creationId xmlns:p14="http://schemas.microsoft.com/office/powerpoint/2010/main" val="22187396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228C9-D531-4CEB-9362-9A9E6449C962}"/>
              </a:ext>
            </a:extLst>
          </p:cNvPr>
          <p:cNvSpPr>
            <a:spLocks noGrp="1"/>
          </p:cNvSpPr>
          <p:nvPr>
            <p:ph type="title"/>
          </p:nvPr>
        </p:nvSpPr>
        <p:spPr/>
        <p:txBody>
          <a:bodyPr/>
          <a:lstStyle/>
          <a:p>
            <a:r>
              <a:rPr lang="en-US" dirty="0"/>
              <a:t>Multiple Access Protocols</a:t>
            </a:r>
          </a:p>
        </p:txBody>
      </p:sp>
      <p:graphicFrame>
        <p:nvGraphicFramePr>
          <p:cNvPr id="4" name="Content Placeholder 3">
            <a:extLst>
              <a:ext uri="{FF2B5EF4-FFF2-40B4-BE49-F238E27FC236}">
                <a16:creationId xmlns:a16="http://schemas.microsoft.com/office/drawing/2014/main" id="{83E8B7B1-FFEF-4D9D-AAB0-35EE277A5E65}"/>
              </a:ext>
            </a:extLst>
          </p:cNvPr>
          <p:cNvGraphicFramePr>
            <a:graphicFrameLocks noGrp="1"/>
          </p:cNvGraphicFramePr>
          <p:nvPr>
            <p:ph idx="1"/>
          </p:nvPr>
        </p:nvGraphicFramePr>
        <p:xfrm>
          <a:off x="2100732" y="700813"/>
          <a:ext cx="7990536" cy="32003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45" name="Group 44">
            <a:extLst>
              <a:ext uri="{FF2B5EF4-FFF2-40B4-BE49-F238E27FC236}">
                <a16:creationId xmlns:a16="http://schemas.microsoft.com/office/drawing/2014/main" id="{0F694B09-0DFB-4DDF-84F9-F30941997141}"/>
              </a:ext>
            </a:extLst>
          </p:cNvPr>
          <p:cNvGrpSpPr/>
          <p:nvPr/>
        </p:nvGrpSpPr>
        <p:grpSpPr>
          <a:xfrm>
            <a:off x="3231571" y="3717330"/>
            <a:ext cx="8200099" cy="2299006"/>
            <a:chOff x="3231571" y="3717330"/>
            <a:chExt cx="8200099" cy="2299006"/>
          </a:xfrm>
        </p:grpSpPr>
        <p:cxnSp>
          <p:nvCxnSpPr>
            <p:cNvPr id="6" name="Straight Connector 5">
              <a:extLst>
                <a:ext uri="{FF2B5EF4-FFF2-40B4-BE49-F238E27FC236}">
                  <a16:creationId xmlns:a16="http://schemas.microsoft.com/office/drawing/2014/main" id="{A7549BED-A209-40DF-B5FF-AC2E0BACFD1C}"/>
                </a:ext>
              </a:extLst>
            </p:cNvPr>
            <p:cNvCxnSpPr>
              <a:cxnSpLocks/>
            </p:cNvCxnSpPr>
            <p:nvPr/>
          </p:nvCxnSpPr>
          <p:spPr>
            <a:xfrm flipH="1">
              <a:off x="3231571" y="3719945"/>
              <a:ext cx="2" cy="1610591"/>
            </a:xfrm>
            <a:prstGeom prst="line">
              <a:avLst/>
            </a:prstGeom>
            <a:ln w="28575"/>
          </p:spPr>
          <p:style>
            <a:lnRef idx="2">
              <a:schemeClr val="dk1"/>
            </a:lnRef>
            <a:fillRef idx="0">
              <a:schemeClr val="dk1"/>
            </a:fillRef>
            <a:effectRef idx="1">
              <a:schemeClr val="dk1"/>
            </a:effectRef>
            <a:fontRef idx="minor">
              <a:schemeClr val="tx1"/>
            </a:fontRef>
          </p:style>
        </p:cxnSp>
        <p:cxnSp>
          <p:nvCxnSpPr>
            <p:cNvPr id="8" name="Straight Connector 7">
              <a:extLst>
                <a:ext uri="{FF2B5EF4-FFF2-40B4-BE49-F238E27FC236}">
                  <a16:creationId xmlns:a16="http://schemas.microsoft.com/office/drawing/2014/main" id="{04DDDB55-73D0-45FD-9D4E-5BEFC7C444BD}"/>
                </a:ext>
              </a:extLst>
            </p:cNvPr>
            <p:cNvCxnSpPr>
              <a:cxnSpLocks/>
            </p:cNvCxnSpPr>
            <p:nvPr/>
          </p:nvCxnSpPr>
          <p:spPr>
            <a:xfrm>
              <a:off x="3231573" y="4114800"/>
              <a:ext cx="270163" cy="0"/>
            </a:xfrm>
            <a:prstGeom prst="line">
              <a:avLst/>
            </a:prstGeom>
            <a:ln w="28575"/>
          </p:spPr>
          <p:style>
            <a:lnRef idx="2">
              <a:schemeClr val="dk1"/>
            </a:lnRef>
            <a:fillRef idx="0">
              <a:schemeClr val="dk1"/>
            </a:fillRef>
            <a:effectRef idx="1">
              <a:schemeClr val="dk1"/>
            </a:effectRef>
            <a:fontRef idx="minor">
              <a:schemeClr val="tx1"/>
            </a:fontRef>
          </p:style>
        </p:cxnSp>
        <p:sp>
          <p:nvSpPr>
            <p:cNvPr id="9" name="TextBox 8">
              <a:extLst>
                <a:ext uri="{FF2B5EF4-FFF2-40B4-BE49-F238E27FC236}">
                  <a16:creationId xmlns:a16="http://schemas.microsoft.com/office/drawing/2014/main" id="{A383B091-76BC-4BA7-BF2C-8F017CF7ED3D}"/>
                </a:ext>
              </a:extLst>
            </p:cNvPr>
            <p:cNvSpPr txBox="1"/>
            <p:nvPr/>
          </p:nvSpPr>
          <p:spPr>
            <a:xfrm>
              <a:off x="3409101" y="3847006"/>
              <a:ext cx="1143000" cy="523220"/>
            </a:xfrm>
            <a:prstGeom prst="rect">
              <a:avLst/>
            </a:prstGeom>
            <a:noFill/>
          </p:spPr>
          <p:txBody>
            <a:bodyPr wrap="square" rtlCol="0">
              <a:spAutoFit/>
            </a:bodyPr>
            <a:lstStyle/>
            <a:p>
              <a:r>
                <a:rPr lang="en-US" sz="2800" dirty="0">
                  <a:solidFill>
                    <a:srgbClr val="212121"/>
                  </a:solidFill>
                  <a:latin typeface="Roboto Condensed"/>
                </a:rPr>
                <a:t>TDMA</a:t>
              </a:r>
            </a:p>
          </p:txBody>
        </p:sp>
        <p:cxnSp>
          <p:nvCxnSpPr>
            <p:cNvPr id="13" name="Straight Connector 12">
              <a:extLst>
                <a:ext uri="{FF2B5EF4-FFF2-40B4-BE49-F238E27FC236}">
                  <a16:creationId xmlns:a16="http://schemas.microsoft.com/office/drawing/2014/main" id="{B744F6FE-AA1D-43FB-BE38-1C41857EBC33}"/>
                </a:ext>
              </a:extLst>
            </p:cNvPr>
            <p:cNvCxnSpPr>
              <a:cxnSpLocks/>
            </p:cNvCxnSpPr>
            <p:nvPr/>
          </p:nvCxnSpPr>
          <p:spPr>
            <a:xfrm>
              <a:off x="3231571" y="4758048"/>
              <a:ext cx="270163" cy="0"/>
            </a:xfrm>
            <a:prstGeom prst="line">
              <a:avLst/>
            </a:prstGeom>
            <a:ln w="28575"/>
          </p:spPr>
          <p:style>
            <a:lnRef idx="2">
              <a:schemeClr val="dk1"/>
            </a:lnRef>
            <a:fillRef idx="0">
              <a:schemeClr val="dk1"/>
            </a:fillRef>
            <a:effectRef idx="1">
              <a:schemeClr val="dk1"/>
            </a:effectRef>
            <a:fontRef idx="minor">
              <a:schemeClr val="tx1"/>
            </a:fontRef>
          </p:style>
        </p:cxnSp>
        <p:sp>
          <p:nvSpPr>
            <p:cNvPr id="14" name="TextBox 13">
              <a:extLst>
                <a:ext uri="{FF2B5EF4-FFF2-40B4-BE49-F238E27FC236}">
                  <a16:creationId xmlns:a16="http://schemas.microsoft.com/office/drawing/2014/main" id="{C60D0F44-0AA3-4EF6-837D-88873A929FD3}"/>
                </a:ext>
              </a:extLst>
            </p:cNvPr>
            <p:cNvSpPr txBox="1"/>
            <p:nvPr/>
          </p:nvSpPr>
          <p:spPr>
            <a:xfrm>
              <a:off x="3428998" y="4466980"/>
              <a:ext cx="1143000" cy="523220"/>
            </a:xfrm>
            <a:prstGeom prst="rect">
              <a:avLst/>
            </a:prstGeom>
            <a:noFill/>
          </p:spPr>
          <p:txBody>
            <a:bodyPr wrap="square" rtlCol="0">
              <a:spAutoFit/>
            </a:bodyPr>
            <a:lstStyle/>
            <a:p>
              <a:r>
                <a:rPr lang="en-US" sz="2800" dirty="0">
                  <a:solidFill>
                    <a:srgbClr val="212121"/>
                  </a:solidFill>
                  <a:latin typeface="Roboto Condensed"/>
                </a:rPr>
                <a:t>FDMA</a:t>
              </a:r>
            </a:p>
          </p:txBody>
        </p:sp>
        <p:cxnSp>
          <p:nvCxnSpPr>
            <p:cNvPr id="15" name="Straight Connector 14">
              <a:extLst>
                <a:ext uri="{FF2B5EF4-FFF2-40B4-BE49-F238E27FC236}">
                  <a16:creationId xmlns:a16="http://schemas.microsoft.com/office/drawing/2014/main" id="{54E0DAB5-AEF0-428A-A2C1-33ADD45B9390}"/>
                </a:ext>
              </a:extLst>
            </p:cNvPr>
            <p:cNvCxnSpPr>
              <a:cxnSpLocks/>
            </p:cNvCxnSpPr>
            <p:nvPr/>
          </p:nvCxnSpPr>
          <p:spPr>
            <a:xfrm>
              <a:off x="3231571" y="5330536"/>
              <a:ext cx="270163" cy="0"/>
            </a:xfrm>
            <a:prstGeom prst="line">
              <a:avLst/>
            </a:prstGeom>
            <a:ln w="28575"/>
          </p:spPr>
          <p:style>
            <a:lnRef idx="2">
              <a:schemeClr val="dk1"/>
            </a:lnRef>
            <a:fillRef idx="0">
              <a:schemeClr val="dk1"/>
            </a:fillRef>
            <a:effectRef idx="1">
              <a:schemeClr val="dk1"/>
            </a:effectRef>
            <a:fontRef idx="minor">
              <a:schemeClr val="tx1"/>
            </a:fontRef>
          </p:style>
        </p:cxnSp>
        <p:sp>
          <p:nvSpPr>
            <p:cNvPr id="16" name="TextBox 15">
              <a:extLst>
                <a:ext uri="{FF2B5EF4-FFF2-40B4-BE49-F238E27FC236}">
                  <a16:creationId xmlns:a16="http://schemas.microsoft.com/office/drawing/2014/main" id="{EE9D3D44-FEE6-4A20-A823-10AF2FFB8F48}"/>
                </a:ext>
              </a:extLst>
            </p:cNvPr>
            <p:cNvSpPr txBox="1"/>
            <p:nvPr/>
          </p:nvSpPr>
          <p:spPr>
            <a:xfrm>
              <a:off x="3428998" y="5086089"/>
              <a:ext cx="1143000" cy="523220"/>
            </a:xfrm>
            <a:prstGeom prst="rect">
              <a:avLst/>
            </a:prstGeom>
            <a:noFill/>
          </p:spPr>
          <p:txBody>
            <a:bodyPr wrap="square" rtlCol="0">
              <a:spAutoFit/>
            </a:bodyPr>
            <a:lstStyle/>
            <a:p>
              <a:r>
                <a:rPr lang="en-US" sz="2800" dirty="0">
                  <a:solidFill>
                    <a:srgbClr val="212121"/>
                  </a:solidFill>
                  <a:latin typeface="Roboto Condensed"/>
                </a:rPr>
                <a:t>CDMA</a:t>
              </a:r>
            </a:p>
          </p:txBody>
        </p:sp>
        <p:cxnSp>
          <p:nvCxnSpPr>
            <p:cNvPr id="20" name="Straight Connector 19">
              <a:extLst>
                <a:ext uri="{FF2B5EF4-FFF2-40B4-BE49-F238E27FC236}">
                  <a16:creationId xmlns:a16="http://schemas.microsoft.com/office/drawing/2014/main" id="{FD53282C-3280-4519-B8B3-AD0DD9B5974E}"/>
                </a:ext>
              </a:extLst>
            </p:cNvPr>
            <p:cNvCxnSpPr>
              <a:cxnSpLocks/>
            </p:cNvCxnSpPr>
            <p:nvPr/>
          </p:nvCxnSpPr>
          <p:spPr>
            <a:xfrm flipH="1">
              <a:off x="6076101" y="3719945"/>
              <a:ext cx="19900" cy="2017618"/>
            </a:xfrm>
            <a:prstGeom prst="line">
              <a:avLst/>
            </a:prstGeom>
            <a:ln w="28575"/>
          </p:spPr>
          <p:style>
            <a:lnRef idx="2">
              <a:schemeClr val="dk1"/>
            </a:lnRef>
            <a:fillRef idx="0">
              <a:schemeClr val="dk1"/>
            </a:fillRef>
            <a:effectRef idx="1">
              <a:schemeClr val="dk1"/>
            </a:effectRef>
            <a:fontRef idx="minor">
              <a:schemeClr val="tx1"/>
            </a:fontRef>
          </p:style>
        </p:cxnSp>
        <p:cxnSp>
          <p:nvCxnSpPr>
            <p:cNvPr id="21" name="Straight Connector 20">
              <a:extLst>
                <a:ext uri="{FF2B5EF4-FFF2-40B4-BE49-F238E27FC236}">
                  <a16:creationId xmlns:a16="http://schemas.microsoft.com/office/drawing/2014/main" id="{F229D5DD-3D34-4FF3-9911-8820D1D4F63D}"/>
                </a:ext>
              </a:extLst>
            </p:cNvPr>
            <p:cNvCxnSpPr>
              <a:cxnSpLocks/>
            </p:cNvCxnSpPr>
            <p:nvPr/>
          </p:nvCxnSpPr>
          <p:spPr>
            <a:xfrm>
              <a:off x="6096000" y="4051892"/>
              <a:ext cx="270163" cy="0"/>
            </a:xfrm>
            <a:prstGeom prst="line">
              <a:avLst/>
            </a:prstGeom>
            <a:ln w="28575"/>
          </p:spPr>
          <p:style>
            <a:lnRef idx="2">
              <a:schemeClr val="dk1"/>
            </a:lnRef>
            <a:fillRef idx="0">
              <a:schemeClr val="dk1"/>
            </a:fillRef>
            <a:effectRef idx="1">
              <a:schemeClr val="dk1"/>
            </a:effectRef>
            <a:fontRef idx="minor">
              <a:schemeClr val="tx1"/>
            </a:fontRef>
          </p:style>
        </p:cxnSp>
        <p:sp>
          <p:nvSpPr>
            <p:cNvPr id="22" name="TextBox 21">
              <a:extLst>
                <a:ext uri="{FF2B5EF4-FFF2-40B4-BE49-F238E27FC236}">
                  <a16:creationId xmlns:a16="http://schemas.microsoft.com/office/drawing/2014/main" id="{ABA63C9C-3693-4B78-97B0-5F9B655395AE}"/>
                </a:ext>
              </a:extLst>
            </p:cNvPr>
            <p:cNvSpPr txBox="1"/>
            <p:nvPr/>
          </p:nvSpPr>
          <p:spPr>
            <a:xfrm>
              <a:off x="6273528" y="3784098"/>
              <a:ext cx="1143000" cy="523220"/>
            </a:xfrm>
            <a:prstGeom prst="rect">
              <a:avLst/>
            </a:prstGeom>
            <a:noFill/>
          </p:spPr>
          <p:txBody>
            <a:bodyPr wrap="square" rtlCol="0">
              <a:spAutoFit/>
            </a:bodyPr>
            <a:lstStyle/>
            <a:p>
              <a:r>
                <a:rPr lang="en-US" sz="2800" dirty="0">
                  <a:solidFill>
                    <a:srgbClr val="212121"/>
                  </a:solidFill>
                  <a:latin typeface="Roboto Condensed"/>
                </a:rPr>
                <a:t>Aloha</a:t>
              </a:r>
            </a:p>
          </p:txBody>
        </p:sp>
        <p:cxnSp>
          <p:nvCxnSpPr>
            <p:cNvPr id="23" name="Straight Connector 22">
              <a:extLst>
                <a:ext uri="{FF2B5EF4-FFF2-40B4-BE49-F238E27FC236}">
                  <a16:creationId xmlns:a16="http://schemas.microsoft.com/office/drawing/2014/main" id="{7D8C848E-76E5-4ADF-AE08-F11ACB114D57}"/>
                </a:ext>
              </a:extLst>
            </p:cNvPr>
            <p:cNvCxnSpPr>
              <a:cxnSpLocks/>
            </p:cNvCxnSpPr>
            <p:nvPr/>
          </p:nvCxnSpPr>
          <p:spPr>
            <a:xfrm>
              <a:off x="6073916" y="4507134"/>
              <a:ext cx="270163" cy="0"/>
            </a:xfrm>
            <a:prstGeom prst="line">
              <a:avLst/>
            </a:prstGeom>
            <a:ln w="28575"/>
          </p:spPr>
          <p:style>
            <a:lnRef idx="2">
              <a:schemeClr val="dk1"/>
            </a:lnRef>
            <a:fillRef idx="0">
              <a:schemeClr val="dk1"/>
            </a:fillRef>
            <a:effectRef idx="1">
              <a:schemeClr val="dk1"/>
            </a:effectRef>
            <a:fontRef idx="minor">
              <a:schemeClr val="tx1"/>
            </a:fontRef>
          </p:style>
        </p:cxnSp>
        <p:sp>
          <p:nvSpPr>
            <p:cNvPr id="24" name="TextBox 23">
              <a:extLst>
                <a:ext uri="{FF2B5EF4-FFF2-40B4-BE49-F238E27FC236}">
                  <a16:creationId xmlns:a16="http://schemas.microsoft.com/office/drawing/2014/main" id="{C15178BB-072A-45E6-8DBF-F50BCBF099B3}"/>
                </a:ext>
              </a:extLst>
            </p:cNvPr>
            <p:cNvSpPr txBox="1"/>
            <p:nvPr/>
          </p:nvSpPr>
          <p:spPr>
            <a:xfrm>
              <a:off x="6271343" y="4216066"/>
              <a:ext cx="2092026" cy="523220"/>
            </a:xfrm>
            <a:prstGeom prst="rect">
              <a:avLst/>
            </a:prstGeom>
            <a:noFill/>
          </p:spPr>
          <p:txBody>
            <a:bodyPr wrap="square" rtlCol="0">
              <a:spAutoFit/>
            </a:bodyPr>
            <a:lstStyle/>
            <a:p>
              <a:r>
                <a:rPr lang="en-US" sz="2800" dirty="0">
                  <a:solidFill>
                    <a:srgbClr val="212121"/>
                  </a:solidFill>
                  <a:latin typeface="Roboto Condensed"/>
                </a:rPr>
                <a:t>Slotted Aloha</a:t>
              </a:r>
            </a:p>
          </p:txBody>
        </p:sp>
        <p:cxnSp>
          <p:nvCxnSpPr>
            <p:cNvPr id="25" name="Straight Connector 24">
              <a:extLst>
                <a:ext uri="{FF2B5EF4-FFF2-40B4-BE49-F238E27FC236}">
                  <a16:creationId xmlns:a16="http://schemas.microsoft.com/office/drawing/2014/main" id="{E71375C8-E0BC-4483-97D7-84ED4722FB46}"/>
                </a:ext>
              </a:extLst>
            </p:cNvPr>
            <p:cNvCxnSpPr>
              <a:cxnSpLocks/>
            </p:cNvCxnSpPr>
            <p:nvPr/>
          </p:nvCxnSpPr>
          <p:spPr>
            <a:xfrm>
              <a:off x="6071731" y="4901109"/>
              <a:ext cx="270163" cy="0"/>
            </a:xfrm>
            <a:prstGeom prst="line">
              <a:avLst/>
            </a:prstGeom>
            <a:ln w="28575"/>
          </p:spPr>
          <p:style>
            <a:lnRef idx="2">
              <a:schemeClr val="dk1"/>
            </a:lnRef>
            <a:fillRef idx="0">
              <a:schemeClr val="dk1"/>
            </a:fillRef>
            <a:effectRef idx="1">
              <a:schemeClr val="dk1"/>
            </a:effectRef>
            <a:fontRef idx="minor">
              <a:schemeClr val="tx1"/>
            </a:fontRef>
          </p:style>
        </p:cxnSp>
        <p:sp>
          <p:nvSpPr>
            <p:cNvPr id="26" name="TextBox 25">
              <a:extLst>
                <a:ext uri="{FF2B5EF4-FFF2-40B4-BE49-F238E27FC236}">
                  <a16:creationId xmlns:a16="http://schemas.microsoft.com/office/drawing/2014/main" id="{FB9EE325-01D7-4CCB-99E1-68B527413C72}"/>
                </a:ext>
              </a:extLst>
            </p:cNvPr>
            <p:cNvSpPr txBox="1"/>
            <p:nvPr/>
          </p:nvSpPr>
          <p:spPr>
            <a:xfrm>
              <a:off x="6269158" y="4656662"/>
              <a:ext cx="1143000" cy="523220"/>
            </a:xfrm>
            <a:prstGeom prst="rect">
              <a:avLst/>
            </a:prstGeom>
            <a:noFill/>
          </p:spPr>
          <p:txBody>
            <a:bodyPr wrap="square" rtlCol="0">
              <a:spAutoFit/>
            </a:bodyPr>
            <a:lstStyle/>
            <a:p>
              <a:r>
                <a:rPr lang="en-IN" sz="2800" dirty="0"/>
                <a:t>CSMA</a:t>
              </a:r>
              <a:endParaRPr lang="en-US" sz="2800" dirty="0">
                <a:solidFill>
                  <a:srgbClr val="212121"/>
                </a:solidFill>
                <a:latin typeface="Roboto Condensed"/>
              </a:endParaRPr>
            </a:p>
          </p:txBody>
        </p:sp>
        <p:cxnSp>
          <p:nvCxnSpPr>
            <p:cNvPr id="27" name="Straight Connector 26">
              <a:extLst>
                <a:ext uri="{FF2B5EF4-FFF2-40B4-BE49-F238E27FC236}">
                  <a16:creationId xmlns:a16="http://schemas.microsoft.com/office/drawing/2014/main" id="{5BDDC2D6-6034-4E48-877D-3F0583EFF236}"/>
                </a:ext>
              </a:extLst>
            </p:cNvPr>
            <p:cNvCxnSpPr>
              <a:cxnSpLocks/>
            </p:cNvCxnSpPr>
            <p:nvPr/>
          </p:nvCxnSpPr>
          <p:spPr>
            <a:xfrm>
              <a:off x="8960427" y="3717330"/>
              <a:ext cx="0" cy="1040718"/>
            </a:xfrm>
            <a:prstGeom prst="line">
              <a:avLst/>
            </a:prstGeom>
            <a:ln w="28575"/>
          </p:spPr>
          <p:style>
            <a:lnRef idx="2">
              <a:schemeClr val="dk1"/>
            </a:lnRef>
            <a:fillRef idx="0">
              <a:schemeClr val="dk1"/>
            </a:fillRef>
            <a:effectRef idx="1">
              <a:schemeClr val="dk1"/>
            </a:effectRef>
            <a:fontRef idx="minor">
              <a:schemeClr val="tx1"/>
            </a:fontRef>
          </p:style>
        </p:cxnSp>
        <p:cxnSp>
          <p:nvCxnSpPr>
            <p:cNvPr id="28" name="Straight Connector 27">
              <a:extLst>
                <a:ext uri="{FF2B5EF4-FFF2-40B4-BE49-F238E27FC236}">
                  <a16:creationId xmlns:a16="http://schemas.microsoft.com/office/drawing/2014/main" id="{C3273636-00E4-492F-AF0E-908515319C4A}"/>
                </a:ext>
              </a:extLst>
            </p:cNvPr>
            <p:cNvCxnSpPr>
              <a:cxnSpLocks/>
            </p:cNvCxnSpPr>
            <p:nvPr/>
          </p:nvCxnSpPr>
          <p:spPr>
            <a:xfrm>
              <a:off x="8960427" y="4112185"/>
              <a:ext cx="270163" cy="0"/>
            </a:xfrm>
            <a:prstGeom prst="line">
              <a:avLst/>
            </a:prstGeom>
            <a:ln w="28575"/>
          </p:spPr>
          <p:style>
            <a:lnRef idx="2">
              <a:schemeClr val="dk1"/>
            </a:lnRef>
            <a:fillRef idx="0">
              <a:schemeClr val="dk1"/>
            </a:fillRef>
            <a:effectRef idx="1">
              <a:schemeClr val="dk1"/>
            </a:effectRef>
            <a:fontRef idx="minor">
              <a:schemeClr val="tx1"/>
            </a:fontRef>
          </p:style>
        </p:cxnSp>
        <p:sp>
          <p:nvSpPr>
            <p:cNvPr id="29" name="TextBox 28">
              <a:extLst>
                <a:ext uri="{FF2B5EF4-FFF2-40B4-BE49-F238E27FC236}">
                  <a16:creationId xmlns:a16="http://schemas.microsoft.com/office/drawing/2014/main" id="{96F54C6E-089C-4667-86E7-913EF907D92B}"/>
                </a:ext>
              </a:extLst>
            </p:cNvPr>
            <p:cNvSpPr txBox="1"/>
            <p:nvPr/>
          </p:nvSpPr>
          <p:spPr>
            <a:xfrm>
              <a:off x="9137954" y="3844391"/>
              <a:ext cx="1162897" cy="523220"/>
            </a:xfrm>
            <a:prstGeom prst="rect">
              <a:avLst/>
            </a:prstGeom>
            <a:noFill/>
          </p:spPr>
          <p:txBody>
            <a:bodyPr wrap="square" rtlCol="0">
              <a:spAutoFit/>
            </a:bodyPr>
            <a:lstStyle/>
            <a:p>
              <a:r>
                <a:rPr lang="en-US" sz="2800" dirty="0">
                  <a:solidFill>
                    <a:srgbClr val="212121"/>
                  </a:solidFill>
                  <a:latin typeface="Roboto Condensed"/>
                </a:rPr>
                <a:t>Polling</a:t>
              </a:r>
            </a:p>
          </p:txBody>
        </p:sp>
        <p:cxnSp>
          <p:nvCxnSpPr>
            <p:cNvPr id="30" name="Straight Connector 29">
              <a:extLst>
                <a:ext uri="{FF2B5EF4-FFF2-40B4-BE49-F238E27FC236}">
                  <a16:creationId xmlns:a16="http://schemas.microsoft.com/office/drawing/2014/main" id="{3B73FD4E-6753-47B3-95D1-CE7F3C086BD6}"/>
                </a:ext>
              </a:extLst>
            </p:cNvPr>
            <p:cNvCxnSpPr>
              <a:cxnSpLocks/>
            </p:cNvCxnSpPr>
            <p:nvPr/>
          </p:nvCxnSpPr>
          <p:spPr>
            <a:xfrm>
              <a:off x="8960425" y="4755433"/>
              <a:ext cx="270163" cy="0"/>
            </a:xfrm>
            <a:prstGeom prst="line">
              <a:avLst/>
            </a:prstGeom>
            <a:ln w="28575"/>
          </p:spPr>
          <p:style>
            <a:lnRef idx="2">
              <a:schemeClr val="dk1"/>
            </a:lnRef>
            <a:fillRef idx="0">
              <a:schemeClr val="dk1"/>
            </a:fillRef>
            <a:effectRef idx="1">
              <a:schemeClr val="dk1"/>
            </a:effectRef>
            <a:fontRef idx="minor">
              <a:schemeClr val="tx1"/>
            </a:fontRef>
          </p:style>
        </p:cxnSp>
        <p:sp>
          <p:nvSpPr>
            <p:cNvPr id="31" name="TextBox 30">
              <a:extLst>
                <a:ext uri="{FF2B5EF4-FFF2-40B4-BE49-F238E27FC236}">
                  <a16:creationId xmlns:a16="http://schemas.microsoft.com/office/drawing/2014/main" id="{EE004684-043D-44FF-AEE9-BD0443914B81}"/>
                </a:ext>
              </a:extLst>
            </p:cNvPr>
            <p:cNvSpPr txBox="1"/>
            <p:nvPr/>
          </p:nvSpPr>
          <p:spPr>
            <a:xfrm>
              <a:off x="9157851" y="4464365"/>
              <a:ext cx="2273819" cy="523220"/>
            </a:xfrm>
            <a:prstGeom prst="rect">
              <a:avLst/>
            </a:prstGeom>
            <a:noFill/>
          </p:spPr>
          <p:txBody>
            <a:bodyPr wrap="square" rtlCol="0">
              <a:spAutoFit/>
            </a:bodyPr>
            <a:lstStyle/>
            <a:p>
              <a:r>
                <a:rPr lang="en-US" sz="2800" dirty="0">
                  <a:solidFill>
                    <a:srgbClr val="212121"/>
                  </a:solidFill>
                  <a:latin typeface="Roboto Condensed"/>
                </a:rPr>
                <a:t>Token passing</a:t>
              </a:r>
            </a:p>
          </p:txBody>
        </p:sp>
        <p:cxnSp>
          <p:nvCxnSpPr>
            <p:cNvPr id="34" name="Straight Connector 33">
              <a:extLst>
                <a:ext uri="{FF2B5EF4-FFF2-40B4-BE49-F238E27FC236}">
                  <a16:creationId xmlns:a16="http://schemas.microsoft.com/office/drawing/2014/main" id="{D588AF90-D364-42D5-BB12-3B033B7D3DF9}"/>
                </a:ext>
              </a:extLst>
            </p:cNvPr>
            <p:cNvCxnSpPr>
              <a:cxnSpLocks/>
            </p:cNvCxnSpPr>
            <p:nvPr/>
          </p:nvCxnSpPr>
          <p:spPr>
            <a:xfrm>
              <a:off x="6076101" y="5321807"/>
              <a:ext cx="270163" cy="0"/>
            </a:xfrm>
            <a:prstGeom prst="line">
              <a:avLst/>
            </a:prstGeom>
            <a:ln w="28575"/>
          </p:spPr>
          <p:style>
            <a:lnRef idx="2">
              <a:schemeClr val="dk1"/>
            </a:lnRef>
            <a:fillRef idx="0">
              <a:schemeClr val="dk1"/>
            </a:fillRef>
            <a:effectRef idx="1">
              <a:schemeClr val="dk1"/>
            </a:effectRef>
            <a:fontRef idx="minor">
              <a:schemeClr val="tx1"/>
            </a:fontRef>
          </p:style>
        </p:cxnSp>
        <p:sp>
          <p:nvSpPr>
            <p:cNvPr id="35" name="TextBox 34">
              <a:extLst>
                <a:ext uri="{FF2B5EF4-FFF2-40B4-BE49-F238E27FC236}">
                  <a16:creationId xmlns:a16="http://schemas.microsoft.com/office/drawing/2014/main" id="{6B6F55AB-355F-47E7-ABF6-C97E99652E53}"/>
                </a:ext>
              </a:extLst>
            </p:cNvPr>
            <p:cNvSpPr txBox="1"/>
            <p:nvPr/>
          </p:nvSpPr>
          <p:spPr>
            <a:xfrm>
              <a:off x="6273528" y="5077360"/>
              <a:ext cx="1616626" cy="523220"/>
            </a:xfrm>
            <a:prstGeom prst="rect">
              <a:avLst/>
            </a:prstGeom>
            <a:noFill/>
          </p:spPr>
          <p:txBody>
            <a:bodyPr wrap="square" rtlCol="0">
              <a:spAutoFit/>
            </a:bodyPr>
            <a:lstStyle/>
            <a:p>
              <a:r>
                <a:rPr lang="en-IN" sz="2800" dirty="0"/>
                <a:t>CSMA/CD</a:t>
              </a:r>
              <a:endParaRPr lang="en-US" sz="2800" dirty="0">
                <a:solidFill>
                  <a:srgbClr val="212121"/>
                </a:solidFill>
                <a:latin typeface="Roboto Condensed"/>
              </a:endParaRPr>
            </a:p>
          </p:txBody>
        </p:sp>
        <p:cxnSp>
          <p:nvCxnSpPr>
            <p:cNvPr id="38" name="Straight Connector 37">
              <a:extLst>
                <a:ext uri="{FF2B5EF4-FFF2-40B4-BE49-F238E27FC236}">
                  <a16:creationId xmlns:a16="http://schemas.microsoft.com/office/drawing/2014/main" id="{4794D962-4945-4DFD-A917-87A7A5E8AC2B}"/>
                </a:ext>
              </a:extLst>
            </p:cNvPr>
            <p:cNvCxnSpPr>
              <a:cxnSpLocks/>
            </p:cNvCxnSpPr>
            <p:nvPr/>
          </p:nvCxnSpPr>
          <p:spPr>
            <a:xfrm>
              <a:off x="6071731" y="5737563"/>
              <a:ext cx="270163" cy="0"/>
            </a:xfrm>
            <a:prstGeom prst="line">
              <a:avLst/>
            </a:prstGeom>
            <a:ln w="28575"/>
          </p:spPr>
          <p:style>
            <a:lnRef idx="2">
              <a:schemeClr val="dk1"/>
            </a:lnRef>
            <a:fillRef idx="0">
              <a:schemeClr val="dk1"/>
            </a:fillRef>
            <a:effectRef idx="1">
              <a:schemeClr val="dk1"/>
            </a:effectRef>
            <a:fontRef idx="minor">
              <a:schemeClr val="tx1"/>
            </a:fontRef>
          </p:style>
        </p:cxnSp>
        <p:sp>
          <p:nvSpPr>
            <p:cNvPr id="39" name="TextBox 38">
              <a:extLst>
                <a:ext uri="{FF2B5EF4-FFF2-40B4-BE49-F238E27FC236}">
                  <a16:creationId xmlns:a16="http://schemas.microsoft.com/office/drawing/2014/main" id="{65C3A272-1FFE-49EE-A6B1-BAD053664D68}"/>
                </a:ext>
              </a:extLst>
            </p:cNvPr>
            <p:cNvSpPr txBox="1"/>
            <p:nvPr/>
          </p:nvSpPr>
          <p:spPr>
            <a:xfrm>
              <a:off x="6269158" y="5493116"/>
              <a:ext cx="1616626" cy="523220"/>
            </a:xfrm>
            <a:prstGeom prst="rect">
              <a:avLst/>
            </a:prstGeom>
            <a:noFill/>
          </p:spPr>
          <p:txBody>
            <a:bodyPr wrap="square" rtlCol="0">
              <a:spAutoFit/>
            </a:bodyPr>
            <a:lstStyle/>
            <a:p>
              <a:r>
                <a:rPr lang="en-IN" sz="2800" dirty="0"/>
                <a:t>CSMA/CA</a:t>
              </a:r>
              <a:endParaRPr lang="en-US" sz="2800" dirty="0">
                <a:solidFill>
                  <a:srgbClr val="212121"/>
                </a:solidFill>
                <a:latin typeface="Roboto Condensed"/>
              </a:endParaRPr>
            </a:p>
          </p:txBody>
        </p:sp>
      </p:grpSp>
    </p:spTree>
    <p:extLst>
      <p:ext uri="{BB962C8B-B14F-4D97-AF65-F5344CB8AC3E}">
        <p14:creationId xmlns:p14="http://schemas.microsoft.com/office/powerpoint/2010/main" val="29292692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Multiple Access Protocols</a:t>
            </a:r>
          </a:p>
        </p:txBody>
      </p:sp>
      <p:sp>
        <p:nvSpPr>
          <p:cNvPr id="3" name="Content Placeholder 2"/>
          <p:cNvSpPr>
            <a:spLocks noGrp="1"/>
          </p:cNvSpPr>
          <p:nvPr>
            <p:ph idx="1"/>
          </p:nvPr>
        </p:nvSpPr>
        <p:spPr/>
        <p:txBody>
          <a:bodyPr/>
          <a:lstStyle/>
          <a:p>
            <a:pPr marL="0" lvl="0" indent="0">
              <a:buNone/>
            </a:pPr>
            <a:r>
              <a:rPr lang="en-IN" dirty="0"/>
              <a:t>Categories of Multiple Access Protocol: </a:t>
            </a:r>
            <a:endParaRPr lang="en-GB" dirty="0"/>
          </a:p>
          <a:p>
            <a:pPr marL="514350" indent="-457200">
              <a:buFont typeface="+mj-lt"/>
              <a:buAutoNum type="arabicPeriod"/>
            </a:pPr>
            <a:r>
              <a:rPr lang="en-IN" b="1" dirty="0">
                <a:solidFill>
                  <a:srgbClr val="C00000"/>
                </a:solidFill>
              </a:rPr>
              <a:t>Channel Partitioning Protocols </a:t>
            </a:r>
            <a:endParaRPr lang="en-GB" b="1" dirty="0">
              <a:solidFill>
                <a:srgbClr val="C00000"/>
              </a:solidFill>
            </a:endParaRPr>
          </a:p>
          <a:p>
            <a:pPr lvl="1"/>
            <a:r>
              <a:rPr lang="en-IN" dirty="0"/>
              <a:t>Divide channel into smaller “</a:t>
            </a:r>
            <a:r>
              <a:rPr lang="en-IN" b="1" dirty="0">
                <a:solidFill>
                  <a:srgbClr val="C00000"/>
                </a:solidFill>
              </a:rPr>
              <a:t>pieces</a:t>
            </a:r>
            <a:r>
              <a:rPr lang="en-IN" dirty="0"/>
              <a:t>” (time slots, frequency, code)</a:t>
            </a:r>
            <a:endParaRPr lang="en-GB" dirty="0"/>
          </a:p>
          <a:p>
            <a:pPr lvl="1"/>
            <a:r>
              <a:rPr lang="en-IN" dirty="0"/>
              <a:t>Allocate piece to node for exclusive use</a:t>
            </a:r>
            <a:endParaRPr lang="en-GB" dirty="0"/>
          </a:p>
          <a:p>
            <a:pPr lvl="1"/>
            <a:r>
              <a:rPr lang="en-IN" dirty="0"/>
              <a:t>Examples of channel partitioning protocols</a:t>
            </a:r>
            <a:endParaRPr lang="en-GB" dirty="0"/>
          </a:p>
          <a:p>
            <a:pPr lvl="2"/>
            <a:r>
              <a:rPr lang="en-IN" b="1" dirty="0">
                <a:solidFill>
                  <a:srgbClr val="C00000"/>
                </a:solidFill>
              </a:rPr>
              <a:t>TDMA</a:t>
            </a:r>
            <a:r>
              <a:rPr lang="en-IN" dirty="0"/>
              <a:t>: Time Division Multiple Access</a:t>
            </a:r>
            <a:endParaRPr lang="en-GB" dirty="0"/>
          </a:p>
          <a:p>
            <a:pPr lvl="2"/>
            <a:r>
              <a:rPr lang="en-IN" b="1" dirty="0">
                <a:solidFill>
                  <a:srgbClr val="C00000"/>
                </a:solidFill>
              </a:rPr>
              <a:t>FDMA</a:t>
            </a:r>
            <a:r>
              <a:rPr lang="en-IN" dirty="0"/>
              <a:t>: Frequency Division Multiple Access</a:t>
            </a:r>
            <a:endParaRPr lang="en-GB" dirty="0"/>
          </a:p>
          <a:p>
            <a:pPr lvl="2"/>
            <a:r>
              <a:rPr lang="en-IN" b="1" dirty="0">
                <a:solidFill>
                  <a:srgbClr val="C00000"/>
                </a:solidFill>
              </a:rPr>
              <a:t>CDMA</a:t>
            </a:r>
            <a:r>
              <a:rPr lang="en-IN" dirty="0"/>
              <a:t>: Code Division Multiple Access</a:t>
            </a:r>
            <a:endParaRPr lang="en-GB" dirty="0"/>
          </a:p>
          <a:p>
            <a:endParaRPr lang="en-US" dirty="0"/>
          </a:p>
        </p:txBody>
      </p:sp>
    </p:spTree>
    <p:extLst>
      <p:ext uri="{BB962C8B-B14F-4D97-AF65-F5344CB8AC3E}">
        <p14:creationId xmlns:p14="http://schemas.microsoft.com/office/powerpoint/2010/main" val="4019119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Multiple Access Protocols </a:t>
            </a:r>
            <a:r>
              <a:rPr lang="mr-IN" dirty="0"/>
              <a:t>–</a:t>
            </a:r>
            <a:r>
              <a:rPr lang="en-US" dirty="0"/>
              <a:t> </a:t>
            </a:r>
            <a:r>
              <a:rPr lang="en-US" dirty="0" err="1"/>
              <a:t>Cont</a:t>
            </a:r>
            <a:r>
              <a:rPr lang="mr-IN" dirty="0"/>
              <a:t>…</a:t>
            </a:r>
            <a:endParaRPr lang="en-US" dirty="0"/>
          </a:p>
        </p:txBody>
      </p:sp>
      <p:sp>
        <p:nvSpPr>
          <p:cNvPr id="3" name="Content Placeholder 2"/>
          <p:cNvSpPr>
            <a:spLocks noGrp="1"/>
          </p:cNvSpPr>
          <p:nvPr>
            <p:ph idx="1"/>
          </p:nvPr>
        </p:nvSpPr>
        <p:spPr/>
        <p:txBody>
          <a:bodyPr/>
          <a:lstStyle/>
          <a:p>
            <a:pPr marL="457200" indent="-457200">
              <a:buFont typeface="+mj-lt"/>
              <a:buAutoNum type="arabicPeriod" startAt="2"/>
            </a:pPr>
            <a:r>
              <a:rPr lang="en-IN" b="1" dirty="0">
                <a:solidFill>
                  <a:srgbClr val="C00000"/>
                </a:solidFill>
              </a:rPr>
              <a:t>Random Access Protocols</a:t>
            </a:r>
            <a:endParaRPr lang="en-GB" b="1" dirty="0">
              <a:solidFill>
                <a:srgbClr val="C00000"/>
              </a:solidFill>
            </a:endParaRPr>
          </a:p>
          <a:p>
            <a:pPr lvl="1"/>
            <a:r>
              <a:rPr lang="en-IN" dirty="0"/>
              <a:t>Channel is not divided and allow collisions.</a:t>
            </a:r>
            <a:endParaRPr lang="en-GB" dirty="0"/>
          </a:p>
          <a:p>
            <a:pPr lvl="1"/>
            <a:r>
              <a:rPr lang="en-IN" dirty="0"/>
              <a:t>“Recover” from collisions</a:t>
            </a:r>
            <a:endParaRPr lang="en-GB" dirty="0"/>
          </a:p>
          <a:p>
            <a:pPr lvl="1"/>
            <a:r>
              <a:rPr lang="en-IN" dirty="0"/>
              <a:t>Examples of random access MAC (Medium Access Control)  protocols</a:t>
            </a:r>
            <a:endParaRPr lang="en-GB" dirty="0"/>
          </a:p>
          <a:p>
            <a:pPr lvl="2"/>
            <a:r>
              <a:rPr lang="en-IN" b="1" dirty="0">
                <a:solidFill>
                  <a:srgbClr val="C00000"/>
                </a:solidFill>
              </a:rPr>
              <a:t>Pure ALOHA</a:t>
            </a:r>
            <a:endParaRPr lang="en-GB" b="1" dirty="0">
              <a:solidFill>
                <a:srgbClr val="C00000"/>
              </a:solidFill>
            </a:endParaRPr>
          </a:p>
          <a:p>
            <a:pPr lvl="2"/>
            <a:r>
              <a:rPr lang="en-IN" b="1" dirty="0">
                <a:solidFill>
                  <a:srgbClr val="C00000"/>
                </a:solidFill>
              </a:rPr>
              <a:t>Slotted ALOHA</a:t>
            </a:r>
            <a:endParaRPr lang="en-GB" b="1" dirty="0">
              <a:solidFill>
                <a:srgbClr val="C00000"/>
              </a:solidFill>
            </a:endParaRPr>
          </a:p>
          <a:p>
            <a:pPr lvl="2"/>
            <a:r>
              <a:rPr lang="en-IN" b="1" dirty="0">
                <a:solidFill>
                  <a:srgbClr val="C00000"/>
                </a:solidFill>
              </a:rPr>
              <a:t>CSMA, CSMA/CD, CSMA/CA</a:t>
            </a:r>
            <a:endParaRPr lang="en-GB" b="1" dirty="0">
              <a:solidFill>
                <a:srgbClr val="C00000"/>
              </a:solidFill>
            </a:endParaRPr>
          </a:p>
          <a:p>
            <a:endParaRPr lang="en-US" dirty="0"/>
          </a:p>
        </p:txBody>
      </p:sp>
    </p:spTree>
    <p:extLst>
      <p:ext uri="{BB962C8B-B14F-4D97-AF65-F5344CB8AC3E}">
        <p14:creationId xmlns:p14="http://schemas.microsoft.com/office/powerpoint/2010/main" val="2123650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Multiple Access Protocols </a:t>
            </a:r>
            <a:r>
              <a:rPr lang="mr-IN" dirty="0"/>
              <a:t>–</a:t>
            </a:r>
            <a:r>
              <a:rPr lang="en-US" dirty="0"/>
              <a:t> </a:t>
            </a:r>
            <a:r>
              <a:rPr lang="en-US" dirty="0" err="1"/>
              <a:t>Cont</a:t>
            </a:r>
            <a:r>
              <a:rPr lang="mr-IN" dirty="0"/>
              <a:t>…</a:t>
            </a:r>
            <a:endParaRPr lang="en-US" dirty="0"/>
          </a:p>
        </p:txBody>
      </p:sp>
      <p:sp>
        <p:nvSpPr>
          <p:cNvPr id="3" name="Content Placeholder 2"/>
          <p:cNvSpPr>
            <a:spLocks noGrp="1"/>
          </p:cNvSpPr>
          <p:nvPr>
            <p:ph idx="1"/>
          </p:nvPr>
        </p:nvSpPr>
        <p:spPr/>
        <p:txBody>
          <a:bodyPr/>
          <a:lstStyle/>
          <a:p>
            <a:pPr marL="457200" indent="-457200">
              <a:buFont typeface="+mj-lt"/>
              <a:buAutoNum type="arabicPeriod" startAt="3"/>
            </a:pPr>
            <a:r>
              <a:rPr lang="en-IN" b="1" dirty="0">
                <a:solidFill>
                  <a:srgbClr val="C00000"/>
                </a:solidFill>
              </a:rPr>
              <a:t>Taking-turns protocols</a:t>
            </a:r>
            <a:endParaRPr lang="en-GB" b="1" dirty="0">
              <a:solidFill>
                <a:srgbClr val="C00000"/>
              </a:solidFill>
            </a:endParaRPr>
          </a:p>
          <a:p>
            <a:pPr lvl="1"/>
            <a:r>
              <a:rPr lang="en-IN" dirty="0"/>
              <a:t>Nodes take turns but nodes with more to send can take longer turns.</a:t>
            </a:r>
            <a:endParaRPr lang="en-GB" dirty="0"/>
          </a:p>
          <a:p>
            <a:pPr lvl="1"/>
            <a:r>
              <a:rPr lang="en-IN" dirty="0"/>
              <a:t>Examples of taking-turns protocols</a:t>
            </a:r>
            <a:endParaRPr lang="en-GB" dirty="0"/>
          </a:p>
          <a:p>
            <a:pPr lvl="2"/>
            <a:r>
              <a:rPr lang="en-IN" b="1" dirty="0">
                <a:solidFill>
                  <a:srgbClr val="C00000"/>
                </a:solidFill>
              </a:rPr>
              <a:t>Polling</a:t>
            </a:r>
            <a:endParaRPr lang="en-GB" b="1" dirty="0">
              <a:solidFill>
                <a:srgbClr val="C00000"/>
              </a:solidFill>
            </a:endParaRPr>
          </a:p>
          <a:p>
            <a:pPr lvl="2"/>
            <a:r>
              <a:rPr lang="en-IN" b="1" dirty="0">
                <a:solidFill>
                  <a:srgbClr val="C00000"/>
                </a:solidFill>
              </a:rPr>
              <a:t>Token passing</a:t>
            </a:r>
            <a:endParaRPr lang="en-GB" b="1" dirty="0">
              <a:solidFill>
                <a:srgbClr val="C00000"/>
              </a:solidFill>
            </a:endParaRPr>
          </a:p>
          <a:p>
            <a:endParaRPr lang="en-US" dirty="0"/>
          </a:p>
        </p:txBody>
      </p:sp>
    </p:spTree>
    <p:extLst>
      <p:ext uri="{BB962C8B-B14F-4D97-AF65-F5344CB8AC3E}">
        <p14:creationId xmlns:p14="http://schemas.microsoft.com/office/powerpoint/2010/main" val="1447558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6DFF27-89C9-03C4-CB9D-8C99B4A5829A}"/>
              </a:ext>
            </a:extLst>
          </p:cNvPr>
          <p:cNvSpPr>
            <a:spLocks noGrp="1"/>
          </p:cNvSpPr>
          <p:nvPr>
            <p:ph type="title"/>
          </p:nvPr>
        </p:nvSpPr>
        <p:spPr/>
        <p:txBody>
          <a:bodyPr>
            <a:normAutofit/>
          </a:bodyPr>
          <a:lstStyle/>
          <a:p>
            <a:r>
              <a:rPr lang="en-US" sz="5500" dirty="0"/>
              <a:t>Channel Partitioning Protocols</a:t>
            </a:r>
          </a:p>
        </p:txBody>
      </p:sp>
      <p:sp>
        <p:nvSpPr>
          <p:cNvPr id="5" name="Text Placeholder 4">
            <a:extLst>
              <a:ext uri="{FF2B5EF4-FFF2-40B4-BE49-F238E27FC236}">
                <a16:creationId xmlns:a16="http://schemas.microsoft.com/office/drawing/2014/main" id="{8C533EDB-5D18-D57C-0F77-A0CFB60BAFE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0908487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TDMA: Time Division Multiple Access</a:t>
            </a:r>
          </a:p>
        </p:txBody>
      </p:sp>
      <p:sp>
        <p:nvSpPr>
          <p:cNvPr id="3" name="Content Placeholder 2"/>
          <p:cNvSpPr>
            <a:spLocks noGrp="1"/>
          </p:cNvSpPr>
          <p:nvPr>
            <p:ph idx="1"/>
          </p:nvPr>
        </p:nvSpPr>
        <p:spPr/>
        <p:txBody>
          <a:bodyPr>
            <a:normAutofit/>
          </a:bodyPr>
          <a:lstStyle/>
          <a:p>
            <a:pPr lvl="0" algn="just"/>
            <a:r>
              <a:rPr lang="en-IN" dirty="0"/>
              <a:t>Suppose the channel supports N nodes and that the transmission rate of the channel is R bps.</a:t>
            </a:r>
            <a:endParaRPr lang="en-GB" dirty="0"/>
          </a:p>
          <a:p>
            <a:pPr lvl="0" algn="just"/>
            <a:r>
              <a:rPr lang="en-IN" dirty="0"/>
              <a:t>TDM divides </a:t>
            </a:r>
            <a:r>
              <a:rPr lang="en-IN" dirty="0">
                <a:solidFill>
                  <a:srgbClr val="C00000"/>
                </a:solidFill>
              </a:rPr>
              <a:t>time into time frames </a:t>
            </a:r>
            <a:r>
              <a:rPr lang="en-IN" dirty="0"/>
              <a:t>and further divides </a:t>
            </a:r>
            <a:r>
              <a:rPr lang="en-IN" dirty="0">
                <a:solidFill>
                  <a:srgbClr val="C00000"/>
                </a:solidFill>
              </a:rPr>
              <a:t>each time frame into N time slots</a:t>
            </a:r>
            <a:r>
              <a:rPr lang="en-IN" dirty="0"/>
              <a:t>.</a:t>
            </a:r>
            <a:endParaRPr lang="en-GB" dirty="0"/>
          </a:p>
          <a:p>
            <a:pPr lvl="0" algn="just"/>
            <a:r>
              <a:rPr lang="en-IN" dirty="0"/>
              <a:t>Each time slot is then assigned to </a:t>
            </a:r>
            <a:r>
              <a:rPr lang="en-IN" dirty="0">
                <a:solidFill>
                  <a:srgbClr val="C00000"/>
                </a:solidFill>
              </a:rPr>
              <a:t>one of the N nodes</a:t>
            </a:r>
            <a:r>
              <a:rPr lang="en-IN" dirty="0"/>
              <a:t>. </a:t>
            </a:r>
          </a:p>
          <a:p>
            <a:pPr lvl="0" algn="just"/>
            <a:endParaRPr lang="en-IN" dirty="0"/>
          </a:p>
          <a:p>
            <a:pPr marL="0" lvl="0" indent="0" algn="just">
              <a:buNone/>
            </a:pPr>
            <a:endParaRPr lang="en-IN" dirty="0"/>
          </a:p>
          <a:p>
            <a:pPr marL="0" lvl="0" indent="0" algn="just">
              <a:buNone/>
            </a:pPr>
            <a:endParaRPr lang="en-IN" dirty="0"/>
          </a:p>
          <a:p>
            <a:pPr marL="0" lvl="0" indent="0" algn="just">
              <a:buNone/>
            </a:pPr>
            <a:endParaRPr lang="en-IN" dirty="0"/>
          </a:p>
          <a:p>
            <a:pPr lvl="0" algn="just"/>
            <a:r>
              <a:rPr lang="en-IN" dirty="0"/>
              <a:t>Example: 6-station LAN, 1,3,4 have packet, slots 2,5,6 idle </a:t>
            </a:r>
          </a:p>
          <a:p>
            <a:pPr lvl="0" algn="just"/>
            <a:r>
              <a:rPr lang="en-IN" dirty="0"/>
              <a:t>Major drawbacks: </a:t>
            </a:r>
            <a:r>
              <a:rPr lang="en-IN" dirty="0">
                <a:solidFill>
                  <a:schemeClr val="accent6"/>
                </a:solidFill>
              </a:rPr>
              <a:t>First</a:t>
            </a:r>
            <a:r>
              <a:rPr lang="en-IN" dirty="0"/>
              <a:t>, A node is limited to an average rate of R/N bps even when it is the only node with packets to send. </a:t>
            </a:r>
            <a:endParaRPr lang="en-GB" dirty="0"/>
          </a:p>
          <a:p>
            <a:pPr algn="just">
              <a:buClr>
                <a:schemeClr val="tx1"/>
              </a:buClr>
            </a:pPr>
            <a:r>
              <a:rPr lang="en-IN" dirty="0">
                <a:solidFill>
                  <a:schemeClr val="accent6"/>
                </a:solidFill>
              </a:rPr>
              <a:t>Second</a:t>
            </a:r>
            <a:r>
              <a:rPr lang="en-IN" dirty="0"/>
              <a:t> drawback is that a node must always wait for its turn in the transmission sequence again, even when it is the only node with a frame to send.</a:t>
            </a:r>
            <a:r>
              <a:rPr lang="en-GB" dirty="0"/>
              <a:t> </a:t>
            </a:r>
            <a:endParaRPr lang="en-IN" dirty="0"/>
          </a:p>
        </p:txBody>
      </p:sp>
      <p:sp>
        <p:nvSpPr>
          <p:cNvPr id="40" name="Line 7"/>
          <p:cNvSpPr>
            <a:spLocks noChangeShapeType="1"/>
          </p:cNvSpPr>
          <p:nvPr/>
        </p:nvSpPr>
        <p:spPr bwMode="auto">
          <a:xfrm>
            <a:off x="2002367" y="3657600"/>
            <a:ext cx="811318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41" name="Rectangle 8"/>
          <p:cNvSpPr>
            <a:spLocks noChangeArrowheads="1"/>
          </p:cNvSpPr>
          <p:nvPr/>
        </p:nvSpPr>
        <p:spPr bwMode="auto">
          <a:xfrm>
            <a:off x="2298701" y="3430587"/>
            <a:ext cx="639233" cy="230188"/>
          </a:xfrm>
          <a:prstGeom prst="rect">
            <a:avLst/>
          </a:prstGeom>
          <a:solidFill>
            <a:srgbClr val="3333CC"/>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42" name="Rectangle 10"/>
          <p:cNvSpPr>
            <a:spLocks noChangeArrowheads="1"/>
          </p:cNvSpPr>
          <p:nvPr/>
        </p:nvSpPr>
        <p:spPr bwMode="auto">
          <a:xfrm>
            <a:off x="3577168" y="3430587"/>
            <a:ext cx="639233" cy="230188"/>
          </a:xfrm>
          <a:prstGeom prst="rect">
            <a:avLst/>
          </a:prstGeom>
          <a:solidFill>
            <a:srgbClr val="FF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43" name="Rectangle 11"/>
          <p:cNvSpPr>
            <a:spLocks noChangeArrowheads="1"/>
          </p:cNvSpPr>
          <p:nvPr/>
        </p:nvSpPr>
        <p:spPr bwMode="auto">
          <a:xfrm>
            <a:off x="4210050" y="3430587"/>
            <a:ext cx="639233" cy="230188"/>
          </a:xfrm>
          <a:prstGeom prst="rect">
            <a:avLst/>
          </a:prstGeom>
          <a:solidFill>
            <a:srgbClr val="00CC99"/>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44" name="Line 13"/>
          <p:cNvSpPr>
            <a:spLocks noChangeShapeType="1"/>
          </p:cNvSpPr>
          <p:nvPr/>
        </p:nvSpPr>
        <p:spPr bwMode="auto">
          <a:xfrm>
            <a:off x="2300816" y="3317876"/>
            <a:ext cx="0" cy="338137"/>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45" name="Line 16"/>
          <p:cNvSpPr>
            <a:spLocks noChangeShapeType="1"/>
          </p:cNvSpPr>
          <p:nvPr/>
        </p:nvSpPr>
        <p:spPr bwMode="auto">
          <a:xfrm>
            <a:off x="6121400" y="3321051"/>
            <a:ext cx="0" cy="338137"/>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46" name="Text Box 23"/>
          <p:cNvSpPr txBox="1">
            <a:spLocks noChangeArrowheads="1"/>
          </p:cNvSpPr>
          <p:nvPr/>
        </p:nvSpPr>
        <p:spPr bwMode="auto">
          <a:xfrm>
            <a:off x="2432050" y="3397250"/>
            <a:ext cx="29848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eaLnBrk="0" fontAlgn="base" hangingPunct="0">
              <a:spcBef>
                <a:spcPct val="0"/>
              </a:spcBef>
              <a:spcAft>
                <a:spcPct val="0"/>
              </a:spcAft>
              <a:defRPr/>
            </a:pPr>
            <a:r>
              <a:rPr lang="en-US" sz="1600" b="1" i="0">
                <a:solidFill>
                  <a:srgbClr val="FFFFFF"/>
                </a:solidFill>
                <a:latin typeface="Arial" charset="0"/>
              </a:rPr>
              <a:t>1</a:t>
            </a:r>
          </a:p>
        </p:txBody>
      </p:sp>
      <p:sp>
        <p:nvSpPr>
          <p:cNvPr id="47" name="Text Box 24"/>
          <p:cNvSpPr txBox="1">
            <a:spLocks noChangeArrowheads="1"/>
          </p:cNvSpPr>
          <p:nvPr/>
        </p:nvSpPr>
        <p:spPr bwMode="auto">
          <a:xfrm>
            <a:off x="3693583" y="3382962"/>
            <a:ext cx="29848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eaLnBrk="0" fontAlgn="base" hangingPunct="0">
              <a:spcBef>
                <a:spcPct val="0"/>
              </a:spcBef>
              <a:spcAft>
                <a:spcPct val="0"/>
              </a:spcAft>
              <a:defRPr/>
            </a:pPr>
            <a:r>
              <a:rPr lang="en-US" sz="1600" b="1" i="0">
                <a:solidFill>
                  <a:srgbClr val="FFFFFF"/>
                </a:solidFill>
                <a:latin typeface="Arial" charset="0"/>
              </a:rPr>
              <a:t>3</a:t>
            </a:r>
          </a:p>
        </p:txBody>
      </p:sp>
      <p:sp>
        <p:nvSpPr>
          <p:cNvPr id="48" name="Text Box 25"/>
          <p:cNvSpPr txBox="1">
            <a:spLocks noChangeArrowheads="1"/>
          </p:cNvSpPr>
          <p:nvPr/>
        </p:nvSpPr>
        <p:spPr bwMode="auto">
          <a:xfrm>
            <a:off x="4313767" y="3389312"/>
            <a:ext cx="29848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eaLnBrk="0" fontAlgn="base" hangingPunct="0">
              <a:spcBef>
                <a:spcPct val="0"/>
              </a:spcBef>
              <a:spcAft>
                <a:spcPct val="0"/>
              </a:spcAft>
              <a:defRPr/>
            </a:pPr>
            <a:r>
              <a:rPr lang="en-US" sz="1600" b="1" i="0">
                <a:solidFill>
                  <a:srgbClr val="FFFFFF"/>
                </a:solidFill>
                <a:latin typeface="Arial" charset="0"/>
              </a:rPr>
              <a:t>4</a:t>
            </a:r>
          </a:p>
        </p:txBody>
      </p:sp>
      <p:sp>
        <p:nvSpPr>
          <p:cNvPr id="49" name="Rectangle 26"/>
          <p:cNvSpPr>
            <a:spLocks noChangeArrowheads="1"/>
          </p:cNvSpPr>
          <p:nvPr/>
        </p:nvSpPr>
        <p:spPr bwMode="auto">
          <a:xfrm>
            <a:off x="6108701" y="3425826"/>
            <a:ext cx="639233" cy="230187"/>
          </a:xfrm>
          <a:prstGeom prst="rect">
            <a:avLst/>
          </a:prstGeom>
          <a:solidFill>
            <a:srgbClr val="3333CC"/>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50" name="Rectangle 27"/>
          <p:cNvSpPr>
            <a:spLocks noChangeArrowheads="1"/>
          </p:cNvSpPr>
          <p:nvPr/>
        </p:nvSpPr>
        <p:spPr bwMode="auto">
          <a:xfrm>
            <a:off x="7387168" y="3425826"/>
            <a:ext cx="639233" cy="230187"/>
          </a:xfrm>
          <a:prstGeom prst="rect">
            <a:avLst/>
          </a:prstGeom>
          <a:solidFill>
            <a:srgbClr val="FF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51" name="Rectangle 28"/>
          <p:cNvSpPr>
            <a:spLocks noChangeArrowheads="1"/>
          </p:cNvSpPr>
          <p:nvPr/>
        </p:nvSpPr>
        <p:spPr bwMode="auto">
          <a:xfrm>
            <a:off x="8020050" y="3425826"/>
            <a:ext cx="639233" cy="230187"/>
          </a:xfrm>
          <a:prstGeom prst="rect">
            <a:avLst/>
          </a:prstGeom>
          <a:solidFill>
            <a:srgbClr val="00CC99"/>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52" name="Line 29"/>
          <p:cNvSpPr>
            <a:spLocks noChangeShapeType="1"/>
          </p:cNvSpPr>
          <p:nvPr/>
        </p:nvSpPr>
        <p:spPr bwMode="auto">
          <a:xfrm>
            <a:off x="6110816" y="3313112"/>
            <a:ext cx="0" cy="338138"/>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53" name="Text Box 30"/>
          <p:cNvSpPr txBox="1">
            <a:spLocks noChangeArrowheads="1"/>
          </p:cNvSpPr>
          <p:nvPr/>
        </p:nvSpPr>
        <p:spPr bwMode="auto">
          <a:xfrm>
            <a:off x="6242050" y="3392487"/>
            <a:ext cx="29848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eaLnBrk="0" fontAlgn="base" hangingPunct="0">
              <a:spcBef>
                <a:spcPct val="0"/>
              </a:spcBef>
              <a:spcAft>
                <a:spcPct val="0"/>
              </a:spcAft>
              <a:defRPr/>
            </a:pPr>
            <a:r>
              <a:rPr lang="en-US" sz="1600" b="1" i="0">
                <a:solidFill>
                  <a:srgbClr val="FFFFFF"/>
                </a:solidFill>
                <a:latin typeface="Arial" charset="0"/>
              </a:rPr>
              <a:t>1</a:t>
            </a:r>
          </a:p>
        </p:txBody>
      </p:sp>
      <p:sp>
        <p:nvSpPr>
          <p:cNvPr id="54" name="Text Box 31"/>
          <p:cNvSpPr txBox="1">
            <a:spLocks noChangeArrowheads="1"/>
          </p:cNvSpPr>
          <p:nvPr/>
        </p:nvSpPr>
        <p:spPr bwMode="auto">
          <a:xfrm>
            <a:off x="7503584" y="3378200"/>
            <a:ext cx="29848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eaLnBrk="0" fontAlgn="base" hangingPunct="0">
              <a:spcBef>
                <a:spcPct val="0"/>
              </a:spcBef>
              <a:spcAft>
                <a:spcPct val="0"/>
              </a:spcAft>
              <a:defRPr/>
            </a:pPr>
            <a:r>
              <a:rPr lang="en-US" sz="1600" b="1" i="0">
                <a:solidFill>
                  <a:srgbClr val="FFFFFF"/>
                </a:solidFill>
                <a:latin typeface="Arial" charset="0"/>
              </a:rPr>
              <a:t>3</a:t>
            </a:r>
          </a:p>
        </p:txBody>
      </p:sp>
      <p:sp>
        <p:nvSpPr>
          <p:cNvPr id="55" name="Text Box 32"/>
          <p:cNvSpPr txBox="1">
            <a:spLocks noChangeArrowheads="1"/>
          </p:cNvSpPr>
          <p:nvPr/>
        </p:nvSpPr>
        <p:spPr bwMode="auto">
          <a:xfrm>
            <a:off x="8123767" y="3384550"/>
            <a:ext cx="29848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eaLnBrk="0" fontAlgn="base" hangingPunct="0">
              <a:spcBef>
                <a:spcPct val="0"/>
              </a:spcBef>
              <a:spcAft>
                <a:spcPct val="0"/>
              </a:spcAft>
              <a:defRPr/>
            </a:pPr>
            <a:r>
              <a:rPr lang="en-US" sz="1600" b="1" i="0">
                <a:solidFill>
                  <a:srgbClr val="FFFFFF"/>
                </a:solidFill>
                <a:latin typeface="Arial" charset="0"/>
              </a:rPr>
              <a:t>4</a:t>
            </a:r>
          </a:p>
        </p:txBody>
      </p:sp>
      <p:sp>
        <p:nvSpPr>
          <p:cNvPr id="56" name="Line 34"/>
          <p:cNvSpPr>
            <a:spLocks noChangeShapeType="1"/>
          </p:cNvSpPr>
          <p:nvPr/>
        </p:nvSpPr>
        <p:spPr bwMode="auto">
          <a:xfrm>
            <a:off x="2942167" y="3422651"/>
            <a:ext cx="0" cy="238125"/>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57" name="Line 35"/>
          <p:cNvSpPr>
            <a:spLocks noChangeShapeType="1"/>
          </p:cNvSpPr>
          <p:nvPr/>
        </p:nvSpPr>
        <p:spPr bwMode="auto">
          <a:xfrm>
            <a:off x="3577167" y="3427413"/>
            <a:ext cx="0" cy="238125"/>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58" name="Line 36"/>
          <p:cNvSpPr>
            <a:spLocks noChangeShapeType="1"/>
          </p:cNvSpPr>
          <p:nvPr/>
        </p:nvSpPr>
        <p:spPr bwMode="auto">
          <a:xfrm>
            <a:off x="4212167" y="3427413"/>
            <a:ext cx="0" cy="238125"/>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59" name="Line 37"/>
          <p:cNvSpPr>
            <a:spLocks noChangeShapeType="1"/>
          </p:cNvSpPr>
          <p:nvPr/>
        </p:nvSpPr>
        <p:spPr bwMode="auto">
          <a:xfrm>
            <a:off x="4847167" y="3427413"/>
            <a:ext cx="0" cy="238125"/>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60" name="Line 38"/>
          <p:cNvSpPr>
            <a:spLocks noChangeShapeType="1"/>
          </p:cNvSpPr>
          <p:nvPr/>
        </p:nvSpPr>
        <p:spPr bwMode="auto">
          <a:xfrm>
            <a:off x="5488516" y="3417888"/>
            <a:ext cx="0" cy="238125"/>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61" name="Line 39"/>
          <p:cNvSpPr>
            <a:spLocks noChangeShapeType="1"/>
          </p:cNvSpPr>
          <p:nvPr/>
        </p:nvSpPr>
        <p:spPr bwMode="auto">
          <a:xfrm>
            <a:off x="6752167" y="3422651"/>
            <a:ext cx="0" cy="238125"/>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62" name="Line 40"/>
          <p:cNvSpPr>
            <a:spLocks noChangeShapeType="1"/>
          </p:cNvSpPr>
          <p:nvPr/>
        </p:nvSpPr>
        <p:spPr bwMode="auto">
          <a:xfrm>
            <a:off x="8015816" y="3417888"/>
            <a:ext cx="0" cy="238125"/>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63" name="Line 41"/>
          <p:cNvSpPr>
            <a:spLocks noChangeShapeType="1"/>
          </p:cNvSpPr>
          <p:nvPr/>
        </p:nvSpPr>
        <p:spPr bwMode="auto">
          <a:xfrm>
            <a:off x="9279467" y="3413126"/>
            <a:ext cx="0" cy="238125"/>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64" name="Line 42"/>
          <p:cNvSpPr>
            <a:spLocks noChangeShapeType="1"/>
          </p:cNvSpPr>
          <p:nvPr/>
        </p:nvSpPr>
        <p:spPr bwMode="auto">
          <a:xfrm>
            <a:off x="8657167" y="3422651"/>
            <a:ext cx="0" cy="238125"/>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65" name="Line 43"/>
          <p:cNvSpPr>
            <a:spLocks noChangeShapeType="1"/>
          </p:cNvSpPr>
          <p:nvPr/>
        </p:nvSpPr>
        <p:spPr bwMode="auto">
          <a:xfrm>
            <a:off x="9920816" y="3327401"/>
            <a:ext cx="0" cy="338137"/>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66" name="Line 44"/>
          <p:cNvSpPr>
            <a:spLocks noChangeShapeType="1"/>
          </p:cNvSpPr>
          <p:nvPr/>
        </p:nvSpPr>
        <p:spPr bwMode="auto">
          <a:xfrm>
            <a:off x="7387167" y="3422651"/>
            <a:ext cx="0" cy="238125"/>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67" name="Text Box 45"/>
          <p:cNvSpPr txBox="1">
            <a:spLocks noChangeArrowheads="1"/>
          </p:cNvSpPr>
          <p:nvPr/>
        </p:nvSpPr>
        <p:spPr bwMode="auto">
          <a:xfrm>
            <a:off x="3693583" y="2798763"/>
            <a:ext cx="71045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eaLnBrk="0" fontAlgn="base" hangingPunct="0">
              <a:spcBef>
                <a:spcPct val="0"/>
              </a:spcBef>
              <a:spcAft>
                <a:spcPct val="0"/>
              </a:spcAft>
              <a:defRPr/>
            </a:pPr>
            <a:r>
              <a:rPr lang="en-US" sz="1600" i="0">
                <a:solidFill>
                  <a:srgbClr val="000000"/>
                </a:solidFill>
                <a:latin typeface="Arial" charset="0"/>
              </a:rPr>
              <a:t>6-slot</a:t>
            </a:r>
          </a:p>
          <a:p>
            <a:pPr eaLnBrk="0" fontAlgn="base" hangingPunct="0">
              <a:spcBef>
                <a:spcPct val="0"/>
              </a:spcBef>
              <a:spcAft>
                <a:spcPct val="0"/>
              </a:spcAft>
              <a:defRPr/>
            </a:pPr>
            <a:r>
              <a:rPr lang="en-US" sz="1600" i="0">
                <a:solidFill>
                  <a:srgbClr val="000000"/>
                </a:solidFill>
                <a:latin typeface="Arial" charset="0"/>
              </a:rPr>
              <a:t>frame</a:t>
            </a:r>
          </a:p>
        </p:txBody>
      </p:sp>
      <p:sp>
        <p:nvSpPr>
          <p:cNvPr id="68" name="Line 46"/>
          <p:cNvSpPr>
            <a:spLocks noChangeShapeType="1"/>
          </p:cNvSpPr>
          <p:nvPr/>
        </p:nvSpPr>
        <p:spPr bwMode="auto">
          <a:xfrm>
            <a:off x="4775200" y="3135312"/>
            <a:ext cx="1318683"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69" name="Line 47"/>
          <p:cNvSpPr>
            <a:spLocks noChangeShapeType="1"/>
          </p:cNvSpPr>
          <p:nvPr/>
        </p:nvSpPr>
        <p:spPr bwMode="auto">
          <a:xfrm flipH="1">
            <a:off x="2315633" y="3130550"/>
            <a:ext cx="1318683"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70" name="Line 48"/>
          <p:cNvSpPr>
            <a:spLocks noChangeShapeType="1"/>
          </p:cNvSpPr>
          <p:nvPr/>
        </p:nvSpPr>
        <p:spPr bwMode="auto">
          <a:xfrm>
            <a:off x="2288116" y="3043237"/>
            <a:ext cx="0" cy="304800"/>
          </a:xfrm>
          <a:prstGeom prst="line">
            <a:avLst/>
          </a:prstGeom>
          <a:noFill/>
          <a:ln w="9525">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71" name="Line 49"/>
          <p:cNvSpPr>
            <a:spLocks noChangeShapeType="1"/>
          </p:cNvSpPr>
          <p:nvPr/>
        </p:nvSpPr>
        <p:spPr bwMode="auto">
          <a:xfrm>
            <a:off x="6100233" y="3033712"/>
            <a:ext cx="0" cy="304800"/>
          </a:xfrm>
          <a:prstGeom prst="line">
            <a:avLst/>
          </a:prstGeom>
          <a:noFill/>
          <a:ln w="9525">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72" name="Text Box 51"/>
          <p:cNvSpPr txBox="1">
            <a:spLocks noChangeArrowheads="1"/>
          </p:cNvSpPr>
          <p:nvPr/>
        </p:nvSpPr>
        <p:spPr bwMode="auto">
          <a:xfrm>
            <a:off x="7512049" y="2771776"/>
            <a:ext cx="71045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eaLnBrk="0" fontAlgn="base" hangingPunct="0">
              <a:spcBef>
                <a:spcPct val="0"/>
              </a:spcBef>
              <a:spcAft>
                <a:spcPct val="0"/>
              </a:spcAft>
              <a:defRPr/>
            </a:pPr>
            <a:r>
              <a:rPr lang="en-US" sz="1600" i="0">
                <a:solidFill>
                  <a:srgbClr val="000000"/>
                </a:solidFill>
                <a:latin typeface="Arial" charset="0"/>
              </a:rPr>
              <a:t>6-slot</a:t>
            </a:r>
          </a:p>
          <a:p>
            <a:pPr eaLnBrk="0" fontAlgn="base" hangingPunct="0">
              <a:spcBef>
                <a:spcPct val="0"/>
              </a:spcBef>
              <a:spcAft>
                <a:spcPct val="0"/>
              </a:spcAft>
              <a:defRPr/>
            </a:pPr>
            <a:r>
              <a:rPr lang="en-US" sz="1600" i="0">
                <a:solidFill>
                  <a:srgbClr val="000000"/>
                </a:solidFill>
                <a:latin typeface="Arial" charset="0"/>
              </a:rPr>
              <a:t>frame</a:t>
            </a:r>
          </a:p>
        </p:txBody>
      </p:sp>
      <p:sp>
        <p:nvSpPr>
          <p:cNvPr id="73" name="Line 52"/>
          <p:cNvSpPr>
            <a:spLocks noChangeShapeType="1"/>
          </p:cNvSpPr>
          <p:nvPr/>
        </p:nvSpPr>
        <p:spPr bwMode="auto">
          <a:xfrm>
            <a:off x="8593667" y="3141662"/>
            <a:ext cx="1318683"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74" name="Line 53"/>
          <p:cNvSpPr>
            <a:spLocks noChangeShapeType="1"/>
          </p:cNvSpPr>
          <p:nvPr/>
        </p:nvSpPr>
        <p:spPr bwMode="auto">
          <a:xfrm flipH="1">
            <a:off x="6134100" y="3136900"/>
            <a:ext cx="1318683"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75" name="Line 55"/>
          <p:cNvSpPr>
            <a:spLocks noChangeShapeType="1"/>
          </p:cNvSpPr>
          <p:nvPr/>
        </p:nvSpPr>
        <p:spPr bwMode="auto">
          <a:xfrm>
            <a:off x="9918700" y="3006725"/>
            <a:ext cx="0" cy="304800"/>
          </a:xfrm>
          <a:prstGeom prst="line">
            <a:avLst/>
          </a:prstGeom>
          <a:noFill/>
          <a:ln w="9525">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Tree>
    <p:extLst>
      <p:ext uri="{BB962C8B-B14F-4D97-AF65-F5344CB8AC3E}">
        <p14:creationId xmlns:p14="http://schemas.microsoft.com/office/powerpoint/2010/main" val="610474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3"/>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4"/>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5"/>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66"/>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67"/>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68"/>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69"/>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70"/>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71"/>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72"/>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73"/>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74"/>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75"/>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1" grpId="0" animBg="1"/>
      <p:bldP spid="42" grpId="0" animBg="1"/>
      <p:bldP spid="43" grpId="0" animBg="1"/>
      <p:bldP spid="44" grpId="0" animBg="1"/>
      <p:bldP spid="45" grpId="0" animBg="1"/>
      <p:bldP spid="46" grpId="0"/>
      <p:bldP spid="47" grpId="0"/>
      <p:bldP spid="48" grpId="0"/>
      <p:bldP spid="49" grpId="0" animBg="1"/>
      <p:bldP spid="50" grpId="0" animBg="1"/>
      <p:bldP spid="51" grpId="0" animBg="1"/>
      <p:bldP spid="52" grpId="0" animBg="1"/>
      <p:bldP spid="53" grpId="0"/>
      <p:bldP spid="54" grpId="0"/>
      <p:bldP spid="55" grpId="0"/>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p:bldP spid="68" grpId="0" animBg="1"/>
      <p:bldP spid="69" grpId="0" animBg="1"/>
      <p:bldP spid="70" grpId="0" animBg="1"/>
      <p:bldP spid="71" grpId="0" animBg="1"/>
      <p:bldP spid="72" grpId="0"/>
      <p:bldP spid="73" grpId="0" animBg="1"/>
      <p:bldP spid="74" grpId="0" animBg="1"/>
      <p:bldP spid="7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800" dirty="0"/>
              <a:t>FDMA: Frequency Division Multiple Access</a:t>
            </a:r>
          </a:p>
        </p:txBody>
      </p:sp>
      <p:sp>
        <p:nvSpPr>
          <p:cNvPr id="3" name="Content Placeholder 2"/>
          <p:cNvSpPr>
            <a:spLocks noGrp="1"/>
          </p:cNvSpPr>
          <p:nvPr>
            <p:ph idx="1"/>
          </p:nvPr>
        </p:nvSpPr>
        <p:spPr/>
        <p:txBody>
          <a:bodyPr/>
          <a:lstStyle/>
          <a:p>
            <a:pPr lvl="0" algn="just"/>
            <a:r>
              <a:rPr lang="en-IN" dirty="0"/>
              <a:t>Channel spectrum divided into </a:t>
            </a:r>
            <a:r>
              <a:rPr lang="en-IN" dirty="0">
                <a:solidFill>
                  <a:srgbClr val="C00000"/>
                </a:solidFill>
              </a:rPr>
              <a:t>frequency bands</a:t>
            </a:r>
            <a:r>
              <a:rPr lang="en-IN" dirty="0"/>
              <a:t>.</a:t>
            </a:r>
          </a:p>
          <a:p>
            <a:pPr lvl="0" algn="just"/>
            <a:r>
              <a:rPr lang="en-IN" dirty="0"/>
              <a:t>Each station assigned </a:t>
            </a:r>
            <a:r>
              <a:rPr lang="en-IN" dirty="0">
                <a:solidFill>
                  <a:srgbClr val="C00000"/>
                </a:solidFill>
              </a:rPr>
              <a:t>fixed</a:t>
            </a:r>
            <a:r>
              <a:rPr lang="en-IN" dirty="0"/>
              <a:t> frequency band.</a:t>
            </a:r>
          </a:p>
          <a:p>
            <a:pPr lvl="0" algn="just"/>
            <a:r>
              <a:rPr lang="en-IN" dirty="0">
                <a:solidFill>
                  <a:srgbClr val="C00000"/>
                </a:solidFill>
              </a:rPr>
              <a:t>Unused</a:t>
            </a:r>
            <a:r>
              <a:rPr lang="en-IN" dirty="0"/>
              <a:t> transmission time in frequency bands go </a:t>
            </a:r>
            <a:r>
              <a:rPr lang="en-IN" dirty="0">
                <a:solidFill>
                  <a:srgbClr val="C00000"/>
                </a:solidFill>
              </a:rPr>
              <a:t>idle</a:t>
            </a:r>
            <a:r>
              <a:rPr lang="en-IN" dirty="0"/>
              <a:t>. </a:t>
            </a:r>
          </a:p>
          <a:p>
            <a:pPr lvl="0" algn="just"/>
            <a:r>
              <a:rPr lang="en-IN" dirty="0"/>
              <a:t>Example: 6-station LAN, 1,3,4 have packet, frequency bands 2,5,6 idle </a:t>
            </a:r>
          </a:p>
          <a:p>
            <a:endParaRPr lang="en-US" dirty="0"/>
          </a:p>
        </p:txBody>
      </p:sp>
      <p:sp>
        <p:nvSpPr>
          <p:cNvPr id="32" name="Rectangle 4"/>
          <p:cNvSpPr>
            <a:spLocks noChangeArrowheads="1"/>
          </p:cNvSpPr>
          <p:nvPr/>
        </p:nvSpPr>
        <p:spPr bwMode="auto">
          <a:xfrm>
            <a:off x="6900333" y="3530601"/>
            <a:ext cx="836083" cy="2251075"/>
          </a:xfrm>
          <a:prstGeom prst="rect">
            <a:avLst/>
          </a:prstGeom>
          <a:solidFill>
            <a:srgbClr val="FFFFFF"/>
          </a:solidFill>
          <a:ln w="19050">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33" name="Line 5"/>
          <p:cNvSpPr>
            <a:spLocks noChangeShapeType="1"/>
          </p:cNvSpPr>
          <p:nvPr/>
        </p:nvSpPr>
        <p:spPr bwMode="auto">
          <a:xfrm flipV="1">
            <a:off x="6898216" y="4635501"/>
            <a:ext cx="829733" cy="1587"/>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34" name="Line 6"/>
          <p:cNvSpPr>
            <a:spLocks noChangeShapeType="1"/>
          </p:cNvSpPr>
          <p:nvPr/>
        </p:nvSpPr>
        <p:spPr bwMode="auto">
          <a:xfrm flipV="1">
            <a:off x="6891868" y="5027612"/>
            <a:ext cx="842433" cy="63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35" name="Line 7"/>
          <p:cNvSpPr>
            <a:spLocks noChangeShapeType="1"/>
          </p:cNvSpPr>
          <p:nvPr/>
        </p:nvSpPr>
        <p:spPr bwMode="auto">
          <a:xfrm flipV="1">
            <a:off x="6898217" y="5413376"/>
            <a:ext cx="836084" cy="1587"/>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36" name="Line 8"/>
          <p:cNvSpPr>
            <a:spLocks noChangeShapeType="1"/>
          </p:cNvSpPr>
          <p:nvPr/>
        </p:nvSpPr>
        <p:spPr bwMode="auto">
          <a:xfrm flipV="1">
            <a:off x="6891868" y="4249737"/>
            <a:ext cx="842433" cy="63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37" name="Line 9"/>
          <p:cNvSpPr>
            <a:spLocks noChangeShapeType="1"/>
          </p:cNvSpPr>
          <p:nvPr/>
        </p:nvSpPr>
        <p:spPr bwMode="auto">
          <a:xfrm flipV="1">
            <a:off x="6898217" y="3863975"/>
            <a:ext cx="842433" cy="635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38" name="Line 11"/>
          <p:cNvSpPr>
            <a:spLocks noChangeShapeType="1"/>
          </p:cNvSpPr>
          <p:nvPr/>
        </p:nvSpPr>
        <p:spPr bwMode="auto">
          <a:xfrm>
            <a:off x="7859183" y="3803650"/>
            <a:ext cx="2971800"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39" name="Freeform 12"/>
          <p:cNvSpPr>
            <a:spLocks/>
          </p:cNvSpPr>
          <p:nvPr/>
        </p:nvSpPr>
        <p:spPr bwMode="auto">
          <a:xfrm>
            <a:off x="8056034" y="3684587"/>
            <a:ext cx="2305049" cy="114300"/>
          </a:xfrm>
          <a:custGeom>
            <a:avLst/>
            <a:gdLst>
              <a:gd name="T0" fmla="*/ 0 w 1089"/>
              <a:gd name="T1" fmla="*/ 2147483647 h 72"/>
              <a:gd name="T2" fmla="*/ 0 w 1089"/>
              <a:gd name="T3" fmla="*/ 2147483647 h 72"/>
              <a:gd name="T4" fmla="*/ 2147483647 w 1089"/>
              <a:gd name="T5" fmla="*/ 0 h 72"/>
              <a:gd name="T6" fmla="*/ 2147483647 w 1089"/>
              <a:gd name="T7" fmla="*/ 2147483647 h 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89" h="72">
                <a:moveTo>
                  <a:pt x="0" y="72"/>
                </a:moveTo>
                <a:lnTo>
                  <a:pt x="0" y="3"/>
                </a:lnTo>
                <a:lnTo>
                  <a:pt x="1089" y="0"/>
                </a:lnTo>
                <a:lnTo>
                  <a:pt x="1089" y="72"/>
                </a:lnTo>
              </a:path>
            </a:pathLst>
          </a:custGeom>
          <a:solidFill>
            <a:srgbClr val="3333CC"/>
          </a:solidFill>
          <a:ln w="19050" cap="flat"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40" name="Line 13"/>
          <p:cNvSpPr>
            <a:spLocks noChangeShapeType="1"/>
          </p:cNvSpPr>
          <p:nvPr/>
        </p:nvSpPr>
        <p:spPr bwMode="auto">
          <a:xfrm>
            <a:off x="7922683" y="4206875"/>
            <a:ext cx="2971800"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41" name="Line 15"/>
          <p:cNvSpPr>
            <a:spLocks noChangeShapeType="1"/>
          </p:cNvSpPr>
          <p:nvPr/>
        </p:nvSpPr>
        <p:spPr bwMode="auto">
          <a:xfrm>
            <a:off x="7922683" y="4605337"/>
            <a:ext cx="2971800"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42" name="Freeform 16"/>
          <p:cNvSpPr>
            <a:spLocks/>
          </p:cNvSpPr>
          <p:nvPr/>
        </p:nvSpPr>
        <p:spPr bwMode="auto">
          <a:xfrm>
            <a:off x="8119534" y="4486275"/>
            <a:ext cx="2305049" cy="114300"/>
          </a:xfrm>
          <a:custGeom>
            <a:avLst/>
            <a:gdLst>
              <a:gd name="T0" fmla="*/ 0 w 1089"/>
              <a:gd name="T1" fmla="*/ 2147483647 h 72"/>
              <a:gd name="T2" fmla="*/ 0 w 1089"/>
              <a:gd name="T3" fmla="*/ 2147483647 h 72"/>
              <a:gd name="T4" fmla="*/ 2147483647 w 1089"/>
              <a:gd name="T5" fmla="*/ 0 h 72"/>
              <a:gd name="T6" fmla="*/ 2147483647 w 1089"/>
              <a:gd name="T7" fmla="*/ 2147483647 h 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89" h="72">
                <a:moveTo>
                  <a:pt x="0" y="72"/>
                </a:moveTo>
                <a:lnTo>
                  <a:pt x="0" y="3"/>
                </a:lnTo>
                <a:lnTo>
                  <a:pt x="1089" y="0"/>
                </a:lnTo>
                <a:lnTo>
                  <a:pt x="1089" y="72"/>
                </a:lnTo>
              </a:path>
            </a:pathLst>
          </a:custGeom>
          <a:solidFill>
            <a:srgbClr val="FF0000"/>
          </a:solidFill>
          <a:ln w="19050" cap="flat"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grpSp>
        <p:nvGrpSpPr>
          <p:cNvPr id="43" name="Group 17"/>
          <p:cNvGrpSpPr>
            <a:grpSpLocks/>
          </p:cNvGrpSpPr>
          <p:nvPr/>
        </p:nvGrpSpPr>
        <p:grpSpPr bwMode="auto">
          <a:xfrm>
            <a:off x="7945967" y="4891088"/>
            <a:ext cx="2971800" cy="119063"/>
            <a:chOff x="1884" y="2826"/>
            <a:chExt cx="1404" cy="75"/>
          </a:xfrm>
        </p:grpSpPr>
        <p:sp>
          <p:nvSpPr>
            <p:cNvPr id="44" name="Line 18"/>
            <p:cNvSpPr>
              <a:spLocks noChangeShapeType="1"/>
            </p:cNvSpPr>
            <p:nvPr/>
          </p:nvSpPr>
          <p:spPr bwMode="auto">
            <a:xfrm>
              <a:off x="1884" y="2901"/>
              <a:ext cx="1404"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45" name="Freeform 19"/>
            <p:cNvSpPr>
              <a:spLocks/>
            </p:cNvSpPr>
            <p:nvPr/>
          </p:nvSpPr>
          <p:spPr bwMode="auto">
            <a:xfrm>
              <a:off x="1977" y="2826"/>
              <a:ext cx="1089" cy="72"/>
            </a:xfrm>
            <a:custGeom>
              <a:avLst/>
              <a:gdLst>
                <a:gd name="T0" fmla="*/ 0 w 1089"/>
                <a:gd name="T1" fmla="*/ 72 h 72"/>
                <a:gd name="T2" fmla="*/ 0 w 1089"/>
                <a:gd name="T3" fmla="*/ 3 h 72"/>
                <a:gd name="T4" fmla="*/ 1089 w 1089"/>
                <a:gd name="T5" fmla="*/ 0 h 72"/>
                <a:gd name="T6" fmla="*/ 1089 w 1089"/>
                <a:gd name="T7" fmla="*/ 72 h 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89" h="72">
                  <a:moveTo>
                    <a:pt x="0" y="72"/>
                  </a:moveTo>
                  <a:lnTo>
                    <a:pt x="0" y="3"/>
                  </a:lnTo>
                  <a:lnTo>
                    <a:pt x="1089" y="0"/>
                  </a:lnTo>
                  <a:lnTo>
                    <a:pt x="1089" y="72"/>
                  </a:lnTo>
                </a:path>
              </a:pathLst>
            </a:custGeom>
            <a:solidFill>
              <a:srgbClr val="00CC66"/>
            </a:solidFill>
            <a:ln w="19050" cap="flat"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grpSp>
      <p:sp>
        <p:nvSpPr>
          <p:cNvPr id="46" name="Line 20"/>
          <p:cNvSpPr>
            <a:spLocks noChangeShapeType="1"/>
          </p:cNvSpPr>
          <p:nvPr/>
        </p:nvSpPr>
        <p:spPr bwMode="auto">
          <a:xfrm>
            <a:off x="7986183" y="5416550"/>
            <a:ext cx="2971800"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47" name="Line 21"/>
          <p:cNvSpPr>
            <a:spLocks noChangeShapeType="1"/>
          </p:cNvSpPr>
          <p:nvPr/>
        </p:nvSpPr>
        <p:spPr bwMode="auto">
          <a:xfrm>
            <a:off x="7994649" y="5746750"/>
            <a:ext cx="2971800"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48" name="Text Box 22"/>
          <p:cNvSpPr txBox="1">
            <a:spLocks noChangeArrowheads="1"/>
          </p:cNvSpPr>
          <p:nvPr/>
        </p:nvSpPr>
        <p:spPr bwMode="auto">
          <a:xfrm rot="16200000">
            <a:off x="5598545" y="4409559"/>
            <a:ext cx="1890261"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eaLnBrk="0" fontAlgn="base" hangingPunct="0">
              <a:spcBef>
                <a:spcPct val="0"/>
              </a:spcBef>
              <a:spcAft>
                <a:spcPct val="0"/>
              </a:spcAft>
              <a:defRPr/>
            </a:pPr>
            <a:r>
              <a:rPr lang="en-US" i="0">
                <a:solidFill>
                  <a:srgbClr val="000000"/>
                </a:solidFill>
                <a:latin typeface="Arial" charset="0"/>
              </a:rPr>
              <a:t>frequency bands</a:t>
            </a:r>
          </a:p>
        </p:txBody>
      </p:sp>
      <p:sp>
        <p:nvSpPr>
          <p:cNvPr id="49" name="Text Box 23"/>
          <p:cNvSpPr txBox="1">
            <a:spLocks noChangeArrowheads="1"/>
          </p:cNvSpPr>
          <p:nvPr/>
        </p:nvSpPr>
        <p:spPr bwMode="auto">
          <a:xfrm rot="67766">
            <a:off x="10607425" y="3351490"/>
            <a:ext cx="620683"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eaLnBrk="0" fontAlgn="base" hangingPunct="0">
              <a:spcBef>
                <a:spcPct val="0"/>
              </a:spcBef>
              <a:spcAft>
                <a:spcPct val="0"/>
              </a:spcAft>
              <a:defRPr/>
            </a:pPr>
            <a:r>
              <a:rPr lang="en-US" i="0">
                <a:solidFill>
                  <a:srgbClr val="000000"/>
                </a:solidFill>
                <a:latin typeface="Arial" charset="0"/>
              </a:rPr>
              <a:t>time</a:t>
            </a:r>
          </a:p>
        </p:txBody>
      </p:sp>
      <p:sp>
        <p:nvSpPr>
          <p:cNvPr id="50" name="Freeform 54"/>
          <p:cNvSpPr>
            <a:spLocks/>
          </p:cNvSpPr>
          <p:nvPr/>
        </p:nvSpPr>
        <p:spPr bwMode="auto">
          <a:xfrm>
            <a:off x="3439583" y="3740151"/>
            <a:ext cx="793751" cy="1538287"/>
          </a:xfrm>
          <a:custGeom>
            <a:avLst/>
            <a:gdLst>
              <a:gd name="T0" fmla="*/ 2147483647 w 375"/>
              <a:gd name="T1" fmla="*/ 0 h 969"/>
              <a:gd name="T2" fmla="*/ 0 w 375"/>
              <a:gd name="T3" fmla="*/ 2147483647 h 969"/>
              <a:gd name="T4" fmla="*/ 2147483647 w 375"/>
              <a:gd name="T5" fmla="*/ 2147483647 h 969"/>
              <a:gd name="T6" fmla="*/ 2147483647 w 375"/>
              <a:gd name="T7" fmla="*/ 0 h 96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5" h="969">
                <a:moveTo>
                  <a:pt x="375" y="0"/>
                </a:moveTo>
                <a:lnTo>
                  <a:pt x="0" y="485"/>
                </a:lnTo>
                <a:lnTo>
                  <a:pt x="375" y="969"/>
                </a:lnTo>
                <a:lnTo>
                  <a:pt x="375" y="0"/>
                </a:lnTo>
                <a:close/>
              </a:path>
            </a:pathLst>
          </a:custGeom>
          <a:gradFill rotWithShape="1">
            <a:gsLst>
              <a:gs pos="0">
                <a:srgbClr val="000000"/>
              </a:gs>
              <a:gs pos="100000">
                <a:srgbClr val="FFFFFF"/>
              </a:gs>
            </a:gsLst>
            <a:lin ang="0" scaled="1"/>
          </a:gradFill>
          <a:ln>
            <a:noFill/>
          </a:ln>
          <a:effectLst/>
          <a:extLst>
            <a:ext uri="{91240B29-F687-4F45-9708-019B960494DF}">
              <a14:hiddenLine xmlns:a14="http://schemas.microsoft.com/office/drawing/2010/main" w="3175" cmpd="sng">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grpSp>
        <p:nvGrpSpPr>
          <p:cNvPr id="51" name="Group 56"/>
          <p:cNvGrpSpPr>
            <a:grpSpLocks/>
          </p:cNvGrpSpPr>
          <p:nvPr/>
        </p:nvGrpSpPr>
        <p:grpSpPr bwMode="auto">
          <a:xfrm>
            <a:off x="1121834" y="4378326"/>
            <a:ext cx="2222500" cy="314325"/>
            <a:chOff x="1614" y="1494"/>
            <a:chExt cx="1050" cy="198"/>
          </a:xfrm>
        </p:grpSpPr>
        <p:sp>
          <p:nvSpPr>
            <p:cNvPr id="52" name="Rectangle 57"/>
            <p:cNvSpPr>
              <a:spLocks noChangeArrowheads="1"/>
            </p:cNvSpPr>
            <p:nvPr/>
          </p:nvSpPr>
          <p:spPr bwMode="auto">
            <a:xfrm>
              <a:off x="2358" y="1500"/>
              <a:ext cx="168" cy="174"/>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53" name="Freeform 58"/>
            <p:cNvSpPr>
              <a:spLocks/>
            </p:cNvSpPr>
            <p:nvPr/>
          </p:nvSpPr>
          <p:spPr bwMode="auto">
            <a:xfrm>
              <a:off x="1614" y="1494"/>
              <a:ext cx="896" cy="198"/>
            </a:xfrm>
            <a:custGeom>
              <a:avLst/>
              <a:gdLst>
                <a:gd name="T0" fmla="*/ 18 w 896"/>
                <a:gd name="T1" fmla="*/ 0 h 198"/>
                <a:gd name="T2" fmla="*/ 0 w 896"/>
                <a:gd name="T3" fmla="*/ 96 h 198"/>
                <a:gd name="T4" fmla="*/ 18 w 896"/>
                <a:gd name="T5" fmla="*/ 198 h 198"/>
                <a:gd name="T6" fmla="*/ 774 w 896"/>
                <a:gd name="T7" fmla="*/ 198 h 198"/>
                <a:gd name="T8" fmla="*/ 750 w 896"/>
                <a:gd name="T9" fmla="*/ 90 h 198"/>
                <a:gd name="T10" fmla="*/ 774 w 896"/>
                <a:gd name="T11" fmla="*/ 0 h 198"/>
                <a:gd name="T12" fmla="*/ 18 w 896"/>
                <a:gd name="T13" fmla="*/ 0 h 19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96" h="198">
                  <a:moveTo>
                    <a:pt x="18" y="0"/>
                  </a:moveTo>
                  <a:lnTo>
                    <a:pt x="0" y="96"/>
                  </a:lnTo>
                  <a:lnTo>
                    <a:pt x="18" y="198"/>
                  </a:lnTo>
                  <a:lnTo>
                    <a:pt x="774" y="198"/>
                  </a:lnTo>
                  <a:cubicBezTo>
                    <a:pt x="896" y="180"/>
                    <a:pt x="750" y="123"/>
                    <a:pt x="750" y="90"/>
                  </a:cubicBezTo>
                  <a:cubicBezTo>
                    <a:pt x="750" y="57"/>
                    <a:pt x="896" y="15"/>
                    <a:pt x="774" y="0"/>
                  </a:cubicBezTo>
                  <a:lnTo>
                    <a:pt x="18" y="0"/>
                  </a:lnTo>
                  <a:close/>
                </a:path>
              </a:pathLst>
            </a:custGeom>
            <a:gradFill rotWithShape="1">
              <a:gsLst>
                <a:gs pos="0">
                  <a:srgbClr val="000000"/>
                </a:gs>
                <a:gs pos="50000">
                  <a:srgbClr val="FFFFFF"/>
                </a:gs>
                <a:gs pos="100000">
                  <a:srgbClr val="000000"/>
                </a:gs>
              </a:gsLst>
              <a:lin ang="5400000" scaled="1"/>
            </a:gra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54" name="Oval 59"/>
            <p:cNvSpPr>
              <a:spLocks noChangeArrowheads="1"/>
            </p:cNvSpPr>
            <p:nvPr/>
          </p:nvSpPr>
          <p:spPr bwMode="auto">
            <a:xfrm>
              <a:off x="2502" y="1506"/>
              <a:ext cx="62" cy="168"/>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sp>
          <p:nvSpPr>
            <p:cNvPr id="55" name="Line 60"/>
            <p:cNvSpPr>
              <a:spLocks noChangeShapeType="1"/>
            </p:cNvSpPr>
            <p:nvPr/>
          </p:nvSpPr>
          <p:spPr bwMode="auto">
            <a:xfrm>
              <a:off x="2526" y="1584"/>
              <a:ext cx="138"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0"/>
              </a:endParaRPr>
            </a:p>
          </p:txBody>
        </p:sp>
      </p:grpSp>
      <p:sp>
        <p:nvSpPr>
          <p:cNvPr id="56" name="Freeform 65"/>
          <p:cNvSpPr>
            <a:spLocks/>
          </p:cNvSpPr>
          <p:nvPr/>
        </p:nvSpPr>
        <p:spPr bwMode="auto">
          <a:xfrm>
            <a:off x="4468283" y="4432301"/>
            <a:ext cx="1189567" cy="173037"/>
          </a:xfrm>
          <a:custGeom>
            <a:avLst/>
            <a:gdLst>
              <a:gd name="T0" fmla="*/ 2147483647 w 562"/>
              <a:gd name="T1" fmla="*/ 2147483647 h 266"/>
              <a:gd name="T2" fmla="*/ 2147483647 w 562"/>
              <a:gd name="T3" fmla="*/ 2147483647 h 266"/>
              <a:gd name="T4" fmla="*/ 2147483647 w 562"/>
              <a:gd name="T5" fmla="*/ 2147483647 h 266"/>
              <a:gd name="T6" fmla="*/ 2147483647 w 562"/>
              <a:gd name="T7" fmla="*/ 0 h 266"/>
              <a:gd name="T8" fmla="*/ 2147483647 w 562"/>
              <a:gd name="T9" fmla="*/ 2147483647 h 266"/>
              <a:gd name="T10" fmla="*/ 2147483647 w 562"/>
              <a:gd name="T11" fmla="*/ 2147483647 h 266"/>
              <a:gd name="T12" fmla="*/ 2147483647 w 562"/>
              <a:gd name="T13" fmla="*/ 2147483647 h 266"/>
              <a:gd name="T14" fmla="*/ 2147483647 w 562"/>
              <a:gd name="T15" fmla="*/ 2147483647 h 266"/>
              <a:gd name="T16" fmla="*/ 2147483647 w 562"/>
              <a:gd name="T17" fmla="*/ 2147483647 h 266"/>
              <a:gd name="T18" fmla="*/ 2147483647 w 562"/>
              <a:gd name="T19" fmla="*/ 2147483647 h 266"/>
              <a:gd name="T20" fmla="*/ 2147483647 w 562"/>
              <a:gd name="T21" fmla="*/ 2147483647 h 2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62" h="266">
                <a:moveTo>
                  <a:pt x="4" y="264"/>
                </a:moveTo>
                <a:cubicBezTo>
                  <a:pt x="4" y="212"/>
                  <a:pt x="0" y="4"/>
                  <a:pt x="52" y="6"/>
                </a:cubicBezTo>
                <a:cubicBezTo>
                  <a:pt x="106" y="4"/>
                  <a:pt x="58" y="266"/>
                  <a:pt x="108" y="266"/>
                </a:cubicBezTo>
                <a:cubicBezTo>
                  <a:pt x="158" y="266"/>
                  <a:pt x="126" y="0"/>
                  <a:pt x="174" y="0"/>
                </a:cubicBezTo>
                <a:cubicBezTo>
                  <a:pt x="222" y="0"/>
                  <a:pt x="184" y="266"/>
                  <a:pt x="228" y="264"/>
                </a:cubicBezTo>
                <a:cubicBezTo>
                  <a:pt x="272" y="262"/>
                  <a:pt x="244" y="8"/>
                  <a:pt x="288" y="8"/>
                </a:cubicBezTo>
                <a:cubicBezTo>
                  <a:pt x="332" y="8"/>
                  <a:pt x="304" y="266"/>
                  <a:pt x="354" y="266"/>
                </a:cubicBezTo>
                <a:cubicBezTo>
                  <a:pt x="404" y="266"/>
                  <a:pt x="336" y="8"/>
                  <a:pt x="402" y="8"/>
                </a:cubicBezTo>
                <a:cubicBezTo>
                  <a:pt x="468" y="8"/>
                  <a:pt x="416" y="266"/>
                  <a:pt x="464" y="264"/>
                </a:cubicBezTo>
                <a:cubicBezTo>
                  <a:pt x="512" y="262"/>
                  <a:pt x="450" y="4"/>
                  <a:pt x="506" y="6"/>
                </a:cubicBezTo>
                <a:cubicBezTo>
                  <a:pt x="562" y="8"/>
                  <a:pt x="546" y="192"/>
                  <a:pt x="556" y="266"/>
                </a:cubicBezTo>
              </a:path>
            </a:pathLst>
          </a:custGeom>
          <a:noFill/>
          <a:ln w="952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57" name="Freeform 66"/>
          <p:cNvSpPr>
            <a:spLocks/>
          </p:cNvSpPr>
          <p:nvPr/>
        </p:nvSpPr>
        <p:spPr bwMode="auto">
          <a:xfrm>
            <a:off x="4525434" y="3662363"/>
            <a:ext cx="569383" cy="219075"/>
          </a:xfrm>
          <a:custGeom>
            <a:avLst/>
            <a:gdLst>
              <a:gd name="T0" fmla="*/ 2147483647 w 562"/>
              <a:gd name="T1" fmla="*/ 2147483647 h 266"/>
              <a:gd name="T2" fmla="*/ 2147483647 w 562"/>
              <a:gd name="T3" fmla="*/ 2147483647 h 266"/>
              <a:gd name="T4" fmla="*/ 2147483647 w 562"/>
              <a:gd name="T5" fmla="*/ 2147483647 h 266"/>
              <a:gd name="T6" fmla="*/ 2147483647 w 562"/>
              <a:gd name="T7" fmla="*/ 0 h 266"/>
              <a:gd name="T8" fmla="*/ 2147483647 w 562"/>
              <a:gd name="T9" fmla="*/ 2147483647 h 266"/>
              <a:gd name="T10" fmla="*/ 2147483647 w 562"/>
              <a:gd name="T11" fmla="*/ 2147483647 h 266"/>
              <a:gd name="T12" fmla="*/ 2147483647 w 562"/>
              <a:gd name="T13" fmla="*/ 2147483647 h 266"/>
              <a:gd name="T14" fmla="*/ 2147483647 w 562"/>
              <a:gd name="T15" fmla="*/ 2147483647 h 266"/>
              <a:gd name="T16" fmla="*/ 2147483647 w 562"/>
              <a:gd name="T17" fmla="*/ 2147483647 h 266"/>
              <a:gd name="T18" fmla="*/ 2147483647 w 562"/>
              <a:gd name="T19" fmla="*/ 2147483647 h 266"/>
              <a:gd name="T20" fmla="*/ 2147483647 w 562"/>
              <a:gd name="T21" fmla="*/ 2147483647 h 2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62" h="266">
                <a:moveTo>
                  <a:pt x="4" y="264"/>
                </a:moveTo>
                <a:cubicBezTo>
                  <a:pt x="4" y="212"/>
                  <a:pt x="0" y="4"/>
                  <a:pt x="52" y="6"/>
                </a:cubicBezTo>
                <a:cubicBezTo>
                  <a:pt x="106" y="4"/>
                  <a:pt x="58" y="266"/>
                  <a:pt x="108" y="266"/>
                </a:cubicBezTo>
                <a:cubicBezTo>
                  <a:pt x="158" y="266"/>
                  <a:pt x="126" y="0"/>
                  <a:pt x="174" y="0"/>
                </a:cubicBezTo>
                <a:cubicBezTo>
                  <a:pt x="222" y="0"/>
                  <a:pt x="184" y="266"/>
                  <a:pt x="228" y="264"/>
                </a:cubicBezTo>
                <a:cubicBezTo>
                  <a:pt x="272" y="262"/>
                  <a:pt x="244" y="8"/>
                  <a:pt x="288" y="8"/>
                </a:cubicBezTo>
                <a:cubicBezTo>
                  <a:pt x="332" y="8"/>
                  <a:pt x="304" y="266"/>
                  <a:pt x="354" y="266"/>
                </a:cubicBezTo>
                <a:cubicBezTo>
                  <a:pt x="404" y="266"/>
                  <a:pt x="336" y="8"/>
                  <a:pt x="402" y="8"/>
                </a:cubicBezTo>
                <a:cubicBezTo>
                  <a:pt x="468" y="8"/>
                  <a:pt x="416" y="266"/>
                  <a:pt x="464" y="264"/>
                </a:cubicBezTo>
                <a:cubicBezTo>
                  <a:pt x="512" y="262"/>
                  <a:pt x="450" y="4"/>
                  <a:pt x="506" y="6"/>
                </a:cubicBezTo>
                <a:cubicBezTo>
                  <a:pt x="562" y="8"/>
                  <a:pt x="546" y="192"/>
                  <a:pt x="556" y="266"/>
                </a:cubicBezTo>
              </a:path>
            </a:pathLst>
          </a:custGeom>
          <a:noFill/>
          <a:ln w="952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58" name="Freeform 68"/>
          <p:cNvSpPr>
            <a:spLocks/>
          </p:cNvSpPr>
          <p:nvPr/>
        </p:nvSpPr>
        <p:spPr bwMode="auto">
          <a:xfrm>
            <a:off x="4404783" y="5461001"/>
            <a:ext cx="1318684" cy="185737"/>
          </a:xfrm>
          <a:custGeom>
            <a:avLst/>
            <a:gdLst>
              <a:gd name="T0" fmla="*/ 2147483647 w 623"/>
              <a:gd name="T1" fmla="*/ 2147483647 h 117"/>
              <a:gd name="T2" fmla="*/ 2147483647 w 623"/>
              <a:gd name="T3" fmla="*/ 2147483647 h 117"/>
              <a:gd name="T4" fmla="*/ 2147483647 w 623"/>
              <a:gd name="T5" fmla="*/ 2147483647 h 117"/>
              <a:gd name="T6" fmla="*/ 2147483647 w 623"/>
              <a:gd name="T7" fmla="*/ 0 h 117"/>
              <a:gd name="T8" fmla="*/ 2147483647 w 623"/>
              <a:gd name="T9" fmla="*/ 2147483647 h 117"/>
              <a:gd name="T10" fmla="*/ 2147483647 w 623"/>
              <a:gd name="T11" fmla="*/ 2147483647 h 11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3" h="117">
                <a:moveTo>
                  <a:pt x="20" y="113"/>
                </a:moveTo>
                <a:cubicBezTo>
                  <a:pt x="44" y="68"/>
                  <a:pt x="0" y="1"/>
                  <a:pt x="114" y="2"/>
                </a:cubicBezTo>
                <a:cubicBezTo>
                  <a:pt x="233" y="1"/>
                  <a:pt x="144" y="114"/>
                  <a:pt x="256" y="114"/>
                </a:cubicBezTo>
                <a:cubicBezTo>
                  <a:pt x="368" y="114"/>
                  <a:pt x="288" y="0"/>
                  <a:pt x="394" y="0"/>
                </a:cubicBezTo>
                <a:cubicBezTo>
                  <a:pt x="500" y="0"/>
                  <a:pt x="421" y="117"/>
                  <a:pt x="522" y="116"/>
                </a:cubicBezTo>
                <a:cubicBezTo>
                  <a:pt x="623" y="115"/>
                  <a:pt x="570" y="64"/>
                  <a:pt x="616" y="14"/>
                </a:cubicBezTo>
              </a:path>
            </a:pathLst>
          </a:custGeom>
          <a:noFill/>
          <a:ln w="952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1" u="none" strike="noStrike" kern="0" cap="none" spc="0" normalizeH="0" baseline="0" noProof="0">
              <a:ln>
                <a:noFill/>
              </a:ln>
              <a:solidFill>
                <a:srgbClr val="000000"/>
              </a:solidFill>
              <a:effectLst/>
              <a:uLnTx/>
              <a:uFillTx/>
              <a:latin typeface="Comic Sans MS" charset="0"/>
              <a:ea typeface="ＭＳ Ｐゴシック" charset="-128"/>
            </a:endParaRPr>
          </a:p>
        </p:txBody>
      </p:sp>
      <p:sp>
        <p:nvSpPr>
          <p:cNvPr id="59" name="Text Box 69"/>
          <p:cNvSpPr txBox="1">
            <a:spLocks noChangeArrowheads="1"/>
          </p:cNvSpPr>
          <p:nvPr/>
        </p:nvSpPr>
        <p:spPr bwMode="auto">
          <a:xfrm>
            <a:off x="1320800" y="5091113"/>
            <a:ext cx="130035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eaLnBrk="0" fontAlgn="base" hangingPunct="0">
              <a:spcBef>
                <a:spcPct val="0"/>
              </a:spcBef>
              <a:spcAft>
                <a:spcPct val="0"/>
              </a:spcAft>
              <a:defRPr/>
            </a:pPr>
            <a:r>
              <a:rPr lang="en-US" i="0">
                <a:solidFill>
                  <a:srgbClr val="000000"/>
                </a:solidFill>
                <a:latin typeface="Arial" charset="0"/>
              </a:rPr>
              <a:t>FDM cable</a:t>
            </a:r>
          </a:p>
        </p:txBody>
      </p:sp>
    </p:spTree>
    <p:extLst>
      <p:ext uri="{BB962C8B-B14F-4D97-AF65-F5344CB8AC3E}">
        <p14:creationId xmlns:p14="http://schemas.microsoft.com/office/powerpoint/2010/main" val="3886931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8"/>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6" grpId="0" animBg="1"/>
      <p:bldP spid="47" grpId="0" animBg="1"/>
      <p:bldP spid="48" grpId="0"/>
      <p:bldP spid="49" grpId="0"/>
      <p:bldP spid="50" grpId="0" animBg="1"/>
      <p:bldP spid="56" grpId="0" animBg="1"/>
      <p:bldP spid="57" grpId="0" animBg="1"/>
      <p:bldP spid="58" grpId="0" animBg="1"/>
      <p:bldP spid="5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CDMA: Code Division Multiple Access</a:t>
            </a:r>
          </a:p>
        </p:txBody>
      </p:sp>
      <p:sp>
        <p:nvSpPr>
          <p:cNvPr id="3" name="Content Placeholder 2"/>
          <p:cNvSpPr>
            <a:spLocks noGrp="1"/>
          </p:cNvSpPr>
          <p:nvPr>
            <p:ph idx="1"/>
          </p:nvPr>
        </p:nvSpPr>
        <p:spPr/>
        <p:txBody>
          <a:bodyPr>
            <a:normAutofit/>
          </a:bodyPr>
          <a:lstStyle/>
          <a:p>
            <a:pPr lvl="0" algn="just"/>
            <a:r>
              <a:rPr lang="en-IN" dirty="0"/>
              <a:t>CDMA assigns a </a:t>
            </a:r>
            <a:r>
              <a:rPr lang="en-IN" dirty="0">
                <a:solidFill>
                  <a:schemeClr val="accent6"/>
                </a:solidFill>
              </a:rPr>
              <a:t>different code to each node</a:t>
            </a:r>
            <a:r>
              <a:rPr lang="en-IN" dirty="0"/>
              <a:t>, While TDM and FDM assign time slots and frequencies respectively.</a:t>
            </a:r>
          </a:p>
          <a:p>
            <a:pPr lvl="0" algn="just"/>
            <a:r>
              <a:rPr lang="en-IN" dirty="0"/>
              <a:t>Each node then uses its </a:t>
            </a:r>
            <a:r>
              <a:rPr lang="en-IN" dirty="0">
                <a:solidFill>
                  <a:schemeClr val="accent6"/>
                </a:solidFill>
              </a:rPr>
              <a:t>unique code </a:t>
            </a:r>
            <a:r>
              <a:rPr lang="en-IN" dirty="0"/>
              <a:t>to encode the data bits it sends. </a:t>
            </a:r>
            <a:endParaRPr lang="en-GB" dirty="0"/>
          </a:p>
          <a:p>
            <a:pPr lvl="0" algn="just"/>
            <a:r>
              <a:rPr lang="en-IN" dirty="0"/>
              <a:t>If the codes are </a:t>
            </a:r>
            <a:r>
              <a:rPr lang="en-IN" dirty="0">
                <a:solidFill>
                  <a:srgbClr val="C00000"/>
                </a:solidFill>
              </a:rPr>
              <a:t>chosen carefully</a:t>
            </a:r>
            <a:r>
              <a:rPr lang="en-IN" dirty="0"/>
              <a:t>, CDMA networks have the wonderful property that different nodes can </a:t>
            </a:r>
            <a:r>
              <a:rPr lang="en-IN" dirty="0">
                <a:solidFill>
                  <a:srgbClr val="C00000"/>
                </a:solidFill>
              </a:rPr>
              <a:t>transmit simultaneously</a:t>
            </a:r>
            <a:r>
              <a:rPr lang="en-IN" dirty="0"/>
              <a:t>.</a:t>
            </a:r>
          </a:p>
          <a:p>
            <a:pPr lvl="0" algn="just"/>
            <a:r>
              <a:rPr lang="en-IN" dirty="0"/>
              <a:t>Their respective receivers correctly </a:t>
            </a:r>
            <a:r>
              <a:rPr lang="en-IN" dirty="0">
                <a:solidFill>
                  <a:srgbClr val="C00000"/>
                </a:solidFill>
              </a:rPr>
              <a:t>receive a sender’s encoded data bits </a:t>
            </a:r>
            <a:r>
              <a:rPr lang="en-IN" dirty="0"/>
              <a:t>in spite of interfering transmissions by other nodes. </a:t>
            </a:r>
            <a:endParaRPr lang="en-GB" dirty="0"/>
          </a:p>
          <a:p>
            <a:pPr lvl="0" algn="just"/>
            <a:r>
              <a:rPr lang="en-IN" dirty="0">
                <a:solidFill>
                  <a:srgbClr val="C00000"/>
                </a:solidFill>
              </a:rPr>
              <a:t>Example</a:t>
            </a:r>
            <a:r>
              <a:rPr lang="en-IN" dirty="0"/>
              <a:t>: </a:t>
            </a:r>
          </a:p>
          <a:p>
            <a:pPr lvl="1"/>
            <a:r>
              <a:rPr lang="en-IN" dirty="0"/>
              <a:t>Used in military and widespread civilian use, particularly in cellular telephony. </a:t>
            </a:r>
            <a:endParaRPr lang="en-GB" dirty="0"/>
          </a:p>
          <a:p>
            <a:pPr lvl="1"/>
            <a:r>
              <a:rPr lang="en-IN" dirty="0"/>
              <a:t>Because CDMA’s use is so tightly tied to wireless channels.</a:t>
            </a:r>
            <a:endParaRPr lang="en-GB" dirty="0"/>
          </a:p>
        </p:txBody>
      </p:sp>
    </p:spTree>
    <p:extLst>
      <p:ext uri="{BB962C8B-B14F-4D97-AF65-F5344CB8AC3E}">
        <p14:creationId xmlns:p14="http://schemas.microsoft.com/office/powerpoint/2010/main" val="3930302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B86DC6-FEE4-D7C8-6FDD-A680570FC159}"/>
              </a:ext>
            </a:extLst>
          </p:cNvPr>
          <p:cNvSpPr>
            <a:spLocks noGrp="1"/>
          </p:cNvSpPr>
          <p:nvPr>
            <p:ph type="title"/>
          </p:nvPr>
        </p:nvSpPr>
        <p:spPr/>
        <p:txBody>
          <a:bodyPr/>
          <a:lstStyle/>
          <a:p>
            <a:r>
              <a:rPr lang="en-US" dirty="0"/>
              <a:t>Random Access Protocols</a:t>
            </a:r>
          </a:p>
        </p:txBody>
      </p:sp>
      <p:sp>
        <p:nvSpPr>
          <p:cNvPr id="5" name="Text Placeholder 4">
            <a:extLst>
              <a:ext uri="{FF2B5EF4-FFF2-40B4-BE49-F238E27FC236}">
                <a16:creationId xmlns:a16="http://schemas.microsoft.com/office/drawing/2014/main" id="{F7584924-0271-75E5-893E-ADA93D711B2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8569539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Pure Aloha Protocol</a:t>
            </a:r>
          </a:p>
        </p:txBody>
      </p:sp>
      <p:sp>
        <p:nvSpPr>
          <p:cNvPr id="3" name="Content Placeholder 2"/>
          <p:cNvSpPr>
            <a:spLocks noGrp="1"/>
          </p:cNvSpPr>
          <p:nvPr>
            <p:ph idx="1"/>
          </p:nvPr>
        </p:nvSpPr>
        <p:spPr/>
        <p:txBody>
          <a:bodyPr>
            <a:noAutofit/>
          </a:bodyPr>
          <a:lstStyle/>
          <a:p>
            <a:pPr lvl="0" algn="just"/>
            <a:r>
              <a:rPr lang="en-IN" sz="2200" dirty="0"/>
              <a:t>It </a:t>
            </a:r>
            <a:r>
              <a:rPr lang="en-IN" sz="2200" dirty="0">
                <a:solidFill>
                  <a:srgbClr val="C00000"/>
                </a:solidFill>
              </a:rPr>
              <a:t>allows</a:t>
            </a:r>
            <a:r>
              <a:rPr lang="en-IN" sz="2200" dirty="0"/>
              <a:t> users to </a:t>
            </a:r>
            <a:r>
              <a:rPr lang="en-IN" sz="2200" dirty="0">
                <a:solidFill>
                  <a:srgbClr val="C00000"/>
                </a:solidFill>
              </a:rPr>
              <a:t>transmit whenever they have</a:t>
            </a:r>
            <a:r>
              <a:rPr lang="en-IN" sz="2200" dirty="0"/>
              <a:t> data to be sent.</a:t>
            </a:r>
            <a:endParaRPr lang="en-GB" sz="2200" dirty="0"/>
          </a:p>
          <a:p>
            <a:pPr lvl="0" algn="just"/>
            <a:r>
              <a:rPr lang="en-IN" sz="2200" dirty="0"/>
              <a:t>Senders </a:t>
            </a:r>
            <a:r>
              <a:rPr lang="en-IN" sz="2200" dirty="0">
                <a:solidFill>
                  <a:srgbClr val="C00000"/>
                </a:solidFill>
              </a:rPr>
              <a:t>wait to see if a collision occurred </a:t>
            </a:r>
            <a:r>
              <a:rPr lang="en-IN" sz="2200" dirty="0"/>
              <a:t>(after whole message has been sent).</a:t>
            </a:r>
            <a:endParaRPr lang="en-GB" sz="2200" dirty="0"/>
          </a:p>
          <a:p>
            <a:pPr lvl="0" algn="just"/>
            <a:r>
              <a:rPr lang="en-IN" sz="2200" dirty="0"/>
              <a:t>If collision occurs, each station involved waits a </a:t>
            </a:r>
            <a:r>
              <a:rPr lang="en-IN" sz="2200" dirty="0">
                <a:solidFill>
                  <a:schemeClr val="accent6"/>
                </a:solidFill>
              </a:rPr>
              <a:t>random amount of time </a:t>
            </a:r>
            <a:r>
              <a:rPr lang="en-IN" sz="2200" dirty="0"/>
              <a:t>then tries again.</a:t>
            </a:r>
            <a:endParaRPr lang="en-GB" sz="2200" dirty="0"/>
          </a:p>
          <a:p>
            <a:pPr lvl="0" algn="just"/>
            <a:r>
              <a:rPr lang="en-IN" sz="2200" dirty="0"/>
              <a:t>Systems in which multiple users share a common channel in a way that can lead to conflicts are widely known as </a:t>
            </a:r>
            <a:r>
              <a:rPr lang="en-IN" sz="2200" dirty="0">
                <a:solidFill>
                  <a:schemeClr val="accent6"/>
                </a:solidFill>
              </a:rPr>
              <a:t>contention systems</a:t>
            </a:r>
            <a:r>
              <a:rPr lang="en-IN" sz="2200" dirty="0"/>
              <a:t>.</a:t>
            </a:r>
            <a:endParaRPr lang="en-GB" sz="2200" dirty="0"/>
          </a:p>
          <a:p>
            <a:pPr lvl="0"/>
            <a:r>
              <a:rPr lang="en-IN" sz="2200" dirty="0"/>
              <a:t>Whenever two frames </a:t>
            </a:r>
            <a:r>
              <a:rPr lang="en-IN" sz="2200" dirty="0">
                <a:solidFill>
                  <a:srgbClr val="C00000"/>
                </a:solidFill>
              </a:rPr>
              <a:t>try to occupy the channel at the same time</a:t>
            </a:r>
            <a:r>
              <a:rPr lang="en-IN" sz="2200" dirty="0"/>
              <a:t>, there will be a collision and both will be garbled.</a:t>
            </a:r>
            <a:endParaRPr lang="en-GB" sz="2200" dirty="0"/>
          </a:p>
          <a:p>
            <a:pPr lvl="0" algn="just"/>
            <a:r>
              <a:rPr lang="en-IN" sz="2200" dirty="0"/>
              <a:t>If the </a:t>
            </a:r>
            <a:r>
              <a:rPr lang="en-IN" sz="2200" dirty="0">
                <a:solidFill>
                  <a:srgbClr val="C00000"/>
                </a:solidFill>
              </a:rPr>
              <a:t>first bit of a new frame </a:t>
            </a:r>
            <a:r>
              <a:rPr lang="en-IN" sz="2200" dirty="0"/>
              <a:t>overlaps with just the </a:t>
            </a:r>
            <a:r>
              <a:rPr lang="en-IN" sz="2200" dirty="0">
                <a:solidFill>
                  <a:srgbClr val="C00000"/>
                </a:solidFill>
              </a:rPr>
              <a:t>last bit of a frame almost finished</a:t>
            </a:r>
            <a:r>
              <a:rPr lang="en-IN" sz="2200" dirty="0"/>
              <a:t>, both frames will be totally destroyed and both will have to be retransmitted later.</a:t>
            </a:r>
          </a:p>
          <a:p>
            <a:pPr lvl="0" algn="just"/>
            <a:r>
              <a:rPr lang="en-IN" sz="2200" dirty="0"/>
              <a:t>For example: railway general dabba</a:t>
            </a:r>
            <a:endParaRPr lang="en-GB" sz="2200" dirty="0"/>
          </a:p>
        </p:txBody>
      </p:sp>
    </p:spTree>
    <p:extLst>
      <p:ext uri="{BB962C8B-B14F-4D97-AF65-F5344CB8AC3E}">
        <p14:creationId xmlns:p14="http://schemas.microsoft.com/office/powerpoint/2010/main" val="402913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420257" y="2126343"/>
            <a:ext cx="2336800" cy="3810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2" name="Title 1"/>
          <p:cNvSpPr>
            <a:spLocks noGrp="1"/>
          </p:cNvSpPr>
          <p:nvPr>
            <p:ph type="title"/>
          </p:nvPr>
        </p:nvSpPr>
        <p:spPr/>
        <p:txBody>
          <a:bodyPr/>
          <a:lstStyle/>
          <a:p>
            <a:r>
              <a:rPr lang="en-US" dirty="0"/>
              <a:t>Pure ALOHA </a:t>
            </a:r>
            <a:r>
              <a:rPr lang="mr-IN" dirty="0"/>
              <a:t>–</a:t>
            </a:r>
            <a:r>
              <a:rPr lang="en-US" dirty="0"/>
              <a:t> </a:t>
            </a:r>
            <a:r>
              <a:rPr lang="en-US" dirty="0" err="1"/>
              <a:t>Cont</a:t>
            </a:r>
            <a:r>
              <a:rPr lang="mr-IN" dirty="0"/>
              <a:t>…</a:t>
            </a:r>
            <a:endParaRPr lang="en-US" dirty="0"/>
          </a:p>
        </p:txBody>
      </p:sp>
      <p:sp>
        <p:nvSpPr>
          <p:cNvPr id="3" name="Content Placeholder 2"/>
          <p:cNvSpPr>
            <a:spLocks noGrp="1"/>
          </p:cNvSpPr>
          <p:nvPr>
            <p:ph idx="1"/>
          </p:nvPr>
        </p:nvSpPr>
        <p:spPr/>
        <p:txBody>
          <a:bodyPr>
            <a:normAutofit/>
          </a:bodyPr>
          <a:lstStyle/>
          <a:p>
            <a:r>
              <a:rPr lang="en-US" sz="2200" dirty="0"/>
              <a:t>Frames are transmitted at completely arbitrary times. </a:t>
            </a:r>
          </a:p>
          <a:p>
            <a:pPr algn="just"/>
            <a:r>
              <a:rPr lang="en-US" sz="2200" dirty="0"/>
              <a:t>The throughput of the Pure ALOHA is maximized when the frames are of uniform length. </a:t>
            </a:r>
          </a:p>
          <a:p>
            <a:pPr algn="just"/>
            <a:r>
              <a:rPr lang="en-US" sz="2200" dirty="0"/>
              <a:t>The formula to calculate the throughput(S) of the Pure ALOHA is </a:t>
            </a:r>
          </a:p>
          <a:p>
            <a:pPr marL="0" indent="0" algn="just">
              <a:buNone/>
            </a:pPr>
            <a:r>
              <a:rPr lang="en-US" b="1" dirty="0"/>
              <a:t>			S=G*e</a:t>
            </a:r>
            <a:r>
              <a:rPr lang="en-US" b="1" baseline="30000" dirty="0"/>
              <a:t>-2G</a:t>
            </a:r>
          </a:p>
          <a:p>
            <a:pPr algn="just"/>
            <a:r>
              <a:rPr lang="en-US" sz="2200" b="1" dirty="0"/>
              <a:t>S = throughput, G = Total traffic network is asked to handle</a:t>
            </a:r>
          </a:p>
          <a:p>
            <a:pPr algn="just"/>
            <a:r>
              <a:rPr lang="en-US" sz="2200" dirty="0"/>
              <a:t>The throughput is maximum when G=1/2 which is </a:t>
            </a:r>
            <a:r>
              <a:rPr lang="en-US" sz="2200" dirty="0">
                <a:solidFill>
                  <a:schemeClr val="accent6"/>
                </a:solidFill>
              </a:rPr>
              <a:t>18% </a:t>
            </a:r>
            <a:r>
              <a:rPr lang="en-US" sz="2200" dirty="0"/>
              <a:t>of the total transmitted data frames.</a:t>
            </a:r>
          </a:p>
        </p:txBody>
      </p:sp>
      <p:pic>
        <p:nvPicPr>
          <p:cNvPr id="4" name="Content Placeholder 3"/>
          <p:cNvPicPr>
            <a:picLocks/>
          </p:cNvPicPr>
          <p:nvPr/>
        </p:nvPicPr>
        <p:blipFill>
          <a:blip r:embed="rId2" cstate="print">
            <a:extLst>
              <a:ext uri="{28A0092B-C50C-407E-A947-70E740481C1C}">
                <a14:useLocalDpi xmlns:a14="http://schemas.microsoft.com/office/drawing/2010/main" val="0"/>
              </a:ext>
            </a:extLst>
          </a:blip>
          <a:stretch>
            <a:fillRect/>
          </a:stretch>
        </p:blipFill>
        <p:spPr bwMode="auto">
          <a:xfrm>
            <a:off x="1905000" y="3907709"/>
            <a:ext cx="8382000" cy="2293066"/>
          </a:xfrm>
          <a:prstGeom prst="rect">
            <a:avLst/>
          </a:prstGeom>
          <a:noFill/>
          <a:ln>
            <a:noFill/>
          </a:ln>
          <a:effectLst/>
        </p:spPr>
      </p:pic>
    </p:spTree>
    <p:extLst>
      <p:ext uri="{BB962C8B-B14F-4D97-AF65-F5344CB8AC3E}">
        <p14:creationId xmlns:p14="http://schemas.microsoft.com/office/powerpoint/2010/main" val="3935464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Slotted Aloha</a:t>
            </a:r>
          </a:p>
        </p:txBody>
      </p:sp>
      <p:sp>
        <p:nvSpPr>
          <p:cNvPr id="3" name="Content Placeholder 2"/>
          <p:cNvSpPr>
            <a:spLocks noGrp="1"/>
          </p:cNvSpPr>
          <p:nvPr>
            <p:ph idx="1"/>
          </p:nvPr>
        </p:nvSpPr>
        <p:spPr/>
        <p:txBody>
          <a:bodyPr>
            <a:normAutofit/>
          </a:bodyPr>
          <a:lstStyle/>
          <a:p>
            <a:pPr lvl="0" algn="just"/>
            <a:r>
              <a:rPr lang="en-IN" dirty="0"/>
              <a:t>It was invented to </a:t>
            </a:r>
            <a:r>
              <a:rPr lang="en-IN" dirty="0">
                <a:solidFill>
                  <a:srgbClr val="C00000"/>
                </a:solidFill>
              </a:rPr>
              <a:t>improve the efficiency of pure ALOHA </a:t>
            </a:r>
            <a:r>
              <a:rPr lang="en-IN" dirty="0"/>
              <a:t>as chances of collision in pure ALOHA are very high.</a:t>
            </a:r>
            <a:endParaRPr lang="en-GB" dirty="0"/>
          </a:p>
          <a:p>
            <a:pPr lvl="0" algn="just"/>
            <a:r>
              <a:rPr lang="en-IN" dirty="0"/>
              <a:t>The time of the </a:t>
            </a:r>
            <a:r>
              <a:rPr lang="en-IN" dirty="0">
                <a:solidFill>
                  <a:srgbClr val="C00000"/>
                </a:solidFill>
              </a:rPr>
              <a:t>shared channel is divided </a:t>
            </a:r>
            <a:r>
              <a:rPr lang="en-IN" dirty="0"/>
              <a:t>into discrete intervals </a:t>
            </a:r>
            <a:r>
              <a:rPr lang="en-IN" dirty="0">
                <a:solidFill>
                  <a:srgbClr val="C00000"/>
                </a:solidFill>
              </a:rPr>
              <a:t>called slots</a:t>
            </a:r>
            <a:r>
              <a:rPr lang="en-IN" dirty="0"/>
              <a:t>.</a:t>
            </a:r>
            <a:endParaRPr lang="en-GB" dirty="0"/>
          </a:p>
          <a:p>
            <a:pPr lvl="0" algn="just"/>
            <a:r>
              <a:rPr lang="en-IN" dirty="0"/>
              <a:t>The stations can send a frame </a:t>
            </a:r>
            <a:r>
              <a:rPr lang="en-IN" dirty="0">
                <a:solidFill>
                  <a:srgbClr val="C00000"/>
                </a:solidFill>
              </a:rPr>
              <a:t>only at the beginning of the slot </a:t>
            </a:r>
            <a:r>
              <a:rPr lang="en-IN" dirty="0"/>
              <a:t>and </a:t>
            </a:r>
            <a:r>
              <a:rPr lang="en-IN" dirty="0">
                <a:solidFill>
                  <a:srgbClr val="C00000"/>
                </a:solidFill>
              </a:rPr>
              <a:t>only one frame </a:t>
            </a:r>
            <a:r>
              <a:rPr lang="en-IN" dirty="0"/>
              <a:t>is sent in each slot.</a:t>
            </a:r>
            <a:endParaRPr lang="en-GB" dirty="0"/>
          </a:p>
        </p:txBody>
      </p:sp>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44800" y="3657601"/>
            <a:ext cx="7112000" cy="2628900"/>
          </a:xfrm>
          <a:prstGeom prst="rect">
            <a:avLst/>
          </a:prstGeom>
          <a:noFill/>
          <a:ln>
            <a:noFill/>
          </a:ln>
          <a:effectLst/>
        </p:spPr>
      </p:pic>
    </p:spTree>
    <p:extLst>
      <p:ext uri="{BB962C8B-B14F-4D97-AF65-F5344CB8AC3E}">
        <p14:creationId xmlns:p14="http://schemas.microsoft.com/office/powerpoint/2010/main" val="2664290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791028" y="4288971"/>
            <a:ext cx="1828800" cy="3048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2" name="Title 1"/>
          <p:cNvSpPr>
            <a:spLocks noGrp="1"/>
          </p:cNvSpPr>
          <p:nvPr>
            <p:ph type="title"/>
          </p:nvPr>
        </p:nvSpPr>
        <p:spPr/>
        <p:txBody>
          <a:bodyPr/>
          <a:lstStyle/>
          <a:p>
            <a:r>
              <a:rPr lang="en-US" dirty="0"/>
              <a:t>Slotted Aloha </a:t>
            </a:r>
            <a:r>
              <a:rPr lang="mr-IN" dirty="0"/>
              <a:t>–</a:t>
            </a:r>
            <a:r>
              <a:rPr lang="en-US" dirty="0"/>
              <a:t> </a:t>
            </a:r>
            <a:r>
              <a:rPr lang="en-US" dirty="0" err="1"/>
              <a:t>Cont</a:t>
            </a:r>
            <a:r>
              <a:rPr lang="mr-IN" dirty="0"/>
              <a:t>…</a:t>
            </a:r>
            <a:endParaRPr lang="en-US" dirty="0"/>
          </a:p>
        </p:txBody>
      </p:sp>
      <p:sp>
        <p:nvSpPr>
          <p:cNvPr id="3" name="Content Placeholder 2"/>
          <p:cNvSpPr>
            <a:spLocks noGrp="1"/>
          </p:cNvSpPr>
          <p:nvPr>
            <p:ph idx="1"/>
          </p:nvPr>
        </p:nvSpPr>
        <p:spPr/>
        <p:txBody>
          <a:bodyPr>
            <a:normAutofit/>
          </a:bodyPr>
          <a:lstStyle/>
          <a:p>
            <a:pPr lvl="0" algn="just"/>
            <a:endParaRPr lang="en-IN" dirty="0"/>
          </a:p>
          <a:p>
            <a:pPr lvl="0" algn="just"/>
            <a:endParaRPr lang="en-IN" dirty="0"/>
          </a:p>
          <a:p>
            <a:pPr lvl="0" algn="just"/>
            <a:endParaRPr lang="en-IN" dirty="0"/>
          </a:p>
          <a:p>
            <a:pPr lvl="0" algn="just"/>
            <a:endParaRPr lang="en-IN" dirty="0"/>
          </a:p>
          <a:p>
            <a:pPr lvl="0" algn="just"/>
            <a:endParaRPr lang="en-IN" dirty="0"/>
          </a:p>
          <a:p>
            <a:pPr lvl="0" algn="just"/>
            <a:r>
              <a:rPr lang="en-IN" dirty="0"/>
              <a:t>If any station is not able to place the frame onto the channel at the beginning of the slot then the station has to wait until the beginning of the next time slot.</a:t>
            </a:r>
            <a:endParaRPr lang="en-GB" dirty="0"/>
          </a:p>
          <a:p>
            <a:pPr algn="just"/>
            <a:r>
              <a:rPr lang="en-US" dirty="0"/>
              <a:t>The formula to calculate the throughput of the Slotted ALOHA is 				</a:t>
            </a:r>
            <a:r>
              <a:rPr lang="en-US" b="1" dirty="0"/>
              <a:t>S=G*e</a:t>
            </a:r>
            <a:r>
              <a:rPr lang="en-US" b="1" baseline="30000" dirty="0"/>
              <a:t>-G</a:t>
            </a:r>
          </a:p>
          <a:p>
            <a:pPr algn="just"/>
            <a:r>
              <a:rPr lang="en-US" dirty="0"/>
              <a:t>The throughput is maximum when G=1 which is </a:t>
            </a:r>
            <a:r>
              <a:rPr lang="en-US" dirty="0">
                <a:solidFill>
                  <a:schemeClr val="accent6"/>
                </a:solidFill>
              </a:rPr>
              <a:t>37%</a:t>
            </a:r>
            <a:r>
              <a:rPr lang="en-US" dirty="0">
                <a:solidFill>
                  <a:srgbClr val="FF0000"/>
                </a:solidFill>
              </a:rPr>
              <a:t> </a:t>
            </a:r>
            <a:r>
              <a:rPr lang="en-US" dirty="0"/>
              <a:t>of the total transmitted data frames. </a:t>
            </a:r>
          </a:p>
          <a:p>
            <a:pPr algn="just"/>
            <a:r>
              <a:rPr lang="en-US" dirty="0"/>
              <a:t>37% of the time slot is empty, 37% successes and 26% collision.</a:t>
            </a:r>
          </a:p>
          <a:p>
            <a:endParaRPr lang="en-US" dirty="0"/>
          </a:p>
        </p:txBody>
      </p:sp>
      <p:pic>
        <p:nvPicPr>
          <p:cNvPr id="4" name="Picture 3" descr="4-03"/>
          <p:cNvPicPr/>
          <p:nvPr/>
        </p:nvPicPr>
        <p:blipFill>
          <a:blip r:embed="rId2" cstate="print">
            <a:extLst>
              <a:ext uri="{BEBA8EAE-BF5A-486C-A8C5-ECC9F3942E4B}">
                <a14:imgProps xmlns:a14="http://schemas.microsoft.com/office/drawing/2010/main">
                  <a14:imgLayer r:embed="rId3">
                    <a14:imgEffect>
                      <a14:artisticPhotocopy/>
                    </a14:imgEffect>
                  </a14:imgLayer>
                </a14:imgProps>
              </a:ext>
              <a:ext uri="{28A0092B-C50C-407E-A947-70E740481C1C}">
                <a14:useLocalDpi xmlns:a14="http://schemas.microsoft.com/office/drawing/2010/main" val="0"/>
              </a:ext>
            </a:extLst>
          </a:blip>
          <a:srcRect/>
          <a:stretch>
            <a:fillRect/>
          </a:stretch>
        </p:blipFill>
        <p:spPr bwMode="auto">
          <a:xfrm>
            <a:off x="3092450" y="977901"/>
            <a:ext cx="6007100" cy="2058035"/>
          </a:xfrm>
          <a:prstGeom prst="rect">
            <a:avLst/>
          </a:prstGeom>
          <a:noFill/>
        </p:spPr>
      </p:pic>
    </p:spTree>
    <p:extLst>
      <p:ext uri="{BB962C8B-B14F-4D97-AF65-F5344CB8AC3E}">
        <p14:creationId xmlns:p14="http://schemas.microsoft.com/office/powerpoint/2010/main" val="3132285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711200"/>
          </a:xfrm>
        </p:spPr>
        <p:txBody>
          <a:bodyPr>
            <a:noAutofit/>
          </a:bodyPr>
          <a:lstStyle/>
          <a:p>
            <a:r>
              <a:rPr lang="en-US" dirty="0"/>
              <a:t>CSMA/CD (CSMA with Collision Detection)</a:t>
            </a:r>
          </a:p>
        </p:txBody>
      </p:sp>
      <p:sp>
        <p:nvSpPr>
          <p:cNvPr id="3" name="Content Placeholder 2"/>
          <p:cNvSpPr>
            <a:spLocks noGrp="1"/>
          </p:cNvSpPr>
          <p:nvPr>
            <p:ph idx="1"/>
          </p:nvPr>
        </p:nvSpPr>
        <p:spPr>
          <a:xfrm>
            <a:off x="131180" y="863444"/>
            <a:ext cx="11929641" cy="5590565"/>
          </a:xfrm>
        </p:spPr>
        <p:txBody>
          <a:bodyPr/>
          <a:lstStyle/>
          <a:p>
            <a:pPr lvl="0"/>
            <a:r>
              <a:rPr lang="en-IN" dirty="0"/>
              <a:t>If two stations sense the </a:t>
            </a:r>
            <a:r>
              <a:rPr lang="en-IN" dirty="0">
                <a:solidFill>
                  <a:srgbClr val="C00000"/>
                </a:solidFill>
              </a:rPr>
              <a:t>channel to be idle </a:t>
            </a:r>
            <a:r>
              <a:rPr lang="en-IN" dirty="0"/>
              <a:t>and begin transmitting </a:t>
            </a:r>
            <a:r>
              <a:rPr lang="en-IN" dirty="0">
                <a:solidFill>
                  <a:srgbClr val="C00000"/>
                </a:solidFill>
              </a:rPr>
              <a:t>simultaneously</a:t>
            </a:r>
            <a:r>
              <a:rPr lang="en-IN" dirty="0"/>
              <a:t>, they will both </a:t>
            </a:r>
            <a:r>
              <a:rPr lang="en-IN" dirty="0">
                <a:solidFill>
                  <a:srgbClr val="C00000"/>
                </a:solidFill>
              </a:rPr>
              <a:t>detect the collision </a:t>
            </a:r>
            <a:r>
              <a:rPr lang="en-IN" dirty="0"/>
              <a:t>almost immediately. </a:t>
            </a:r>
            <a:endParaRPr lang="en-GB" dirty="0"/>
          </a:p>
          <a:p>
            <a:pPr lvl="0"/>
            <a:r>
              <a:rPr lang="en-IN" dirty="0"/>
              <a:t>Rather than finish transmitting, they should abruptly </a:t>
            </a:r>
            <a:r>
              <a:rPr lang="en-IN" dirty="0">
                <a:solidFill>
                  <a:srgbClr val="C00000"/>
                </a:solidFill>
              </a:rPr>
              <a:t>stop transmitting </a:t>
            </a:r>
            <a:r>
              <a:rPr lang="en-IN" dirty="0"/>
              <a:t>as soon as the collision is detected. </a:t>
            </a:r>
            <a:endParaRPr lang="en-GB" dirty="0"/>
          </a:p>
          <a:p>
            <a:pPr lvl="0"/>
            <a:r>
              <a:rPr lang="en-IN" dirty="0"/>
              <a:t>Quickly terminating damaged frames saves time and bandwidth.</a:t>
            </a:r>
            <a:endParaRPr lang="en-GB" dirty="0"/>
          </a:p>
          <a:p>
            <a:pPr lvl="0"/>
            <a:r>
              <a:rPr lang="en-IN" dirty="0"/>
              <a:t>This protocol, known as CSMA/CD (CSMA with Collision Detection) is widely used on LANs in the MAC sub layer.</a:t>
            </a:r>
            <a:endParaRPr lang="en-GB" dirty="0"/>
          </a:p>
          <a:p>
            <a:endParaRPr lang="en-US" dirty="0"/>
          </a:p>
        </p:txBody>
      </p:sp>
    </p:spTree>
    <p:extLst>
      <p:ext uri="{BB962C8B-B14F-4D97-AF65-F5344CB8AC3E}">
        <p14:creationId xmlns:p14="http://schemas.microsoft.com/office/powerpoint/2010/main" val="1392045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CSMA/CD </a:t>
            </a:r>
            <a:r>
              <a:rPr lang="mr-IN" dirty="0"/>
              <a:t>–</a:t>
            </a:r>
            <a:r>
              <a:rPr lang="en-US" dirty="0"/>
              <a:t> </a:t>
            </a:r>
            <a:r>
              <a:rPr lang="en-US" dirty="0" err="1"/>
              <a:t>Cont</a:t>
            </a:r>
            <a:r>
              <a:rPr lang="mr-IN" dirty="0"/>
              <a:t>…</a:t>
            </a:r>
            <a:endParaRPr lang="en-US" dirty="0"/>
          </a:p>
        </p:txBody>
      </p:sp>
      <p:sp>
        <p:nvSpPr>
          <p:cNvPr id="3" name="Content Placeholder 2"/>
          <p:cNvSpPr>
            <a:spLocks noGrp="1"/>
          </p:cNvSpPr>
          <p:nvPr>
            <p:ph idx="1"/>
          </p:nvPr>
        </p:nvSpPr>
        <p:spPr/>
        <p:txBody>
          <a:bodyPr>
            <a:normAutofit/>
          </a:bodyPr>
          <a:lstStyle/>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r>
              <a:rPr lang="en-US" dirty="0"/>
              <a:t>At the point marked t</a:t>
            </a:r>
            <a:r>
              <a:rPr lang="en-US" baseline="-25000" dirty="0"/>
              <a:t>0</a:t>
            </a:r>
            <a:r>
              <a:rPr lang="en-US" dirty="0"/>
              <a:t>, a station has finished transmitting its frame. Any other station having a frame to send may now attempt to do so. </a:t>
            </a:r>
          </a:p>
          <a:p>
            <a:pPr algn="just"/>
            <a:r>
              <a:rPr lang="en-US" dirty="0"/>
              <a:t>After a station detects a collision, it aborts transmission, waits a random period of time, and then tries again, assuming that no other station has started transmitting in the meantime. </a:t>
            </a:r>
          </a:p>
          <a:p>
            <a:pPr algn="just"/>
            <a:r>
              <a:rPr lang="en-US" dirty="0"/>
              <a:t>Therefore, CSMA/CD will consist of alternating contention and transmission periods, with idle periods occurring when all stations are quiet.</a:t>
            </a:r>
          </a:p>
        </p:txBody>
      </p:sp>
      <p:pic>
        <p:nvPicPr>
          <p:cNvPr id="17" name="Picture 16" descr="4-05"/>
          <p:cNvPicPr/>
          <p:nvPr/>
        </p:nvPicPr>
        <p:blipFill>
          <a:blip r:embed="rId2"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146027" y="1026732"/>
            <a:ext cx="7899945" cy="2325913"/>
          </a:xfrm>
          <a:prstGeom prst="rect">
            <a:avLst/>
          </a:prstGeom>
          <a:noFill/>
        </p:spPr>
      </p:pic>
    </p:spTree>
    <p:extLst>
      <p:ext uri="{BB962C8B-B14F-4D97-AF65-F5344CB8AC3E}">
        <p14:creationId xmlns:p14="http://schemas.microsoft.com/office/powerpoint/2010/main" val="1034239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34F80E1-0418-6320-9709-0D917D1DA9F3}"/>
              </a:ext>
            </a:extLst>
          </p:cNvPr>
          <p:cNvSpPr>
            <a:spLocks noGrp="1"/>
          </p:cNvSpPr>
          <p:nvPr>
            <p:ph type="title"/>
          </p:nvPr>
        </p:nvSpPr>
        <p:spPr/>
        <p:txBody>
          <a:bodyPr/>
          <a:lstStyle/>
          <a:p>
            <a:r>
              <a:rPr lang="en-US" dirty="0"/>
              <a:t>Taking-turns Protocols</a:t>
            </a:r>
          </a:p>
        </p:txBody>
      </p:sp>
      <p:sp>
        <p:nvSpPr>
          <p:cNvPr id="5" name="Text Placeholder 4">
            <a:extLst>
              <a:ext uri="{FF2B5EF4-FFF2-40B4-BE49-F238E27FC236}">
                <a16:creationId xmlns:a16="http://schemas.microsoft.com/office/drawing/2014/main" id="{4DD27C4A-4A9E-AB35-27D4-54AA4347BD9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8574270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Polling</a:t>
            </a:r>
          </a:p>
        </p:txBody>
      </p:sp>
      <p:sp>
        <p:nvSpPr>
          <p:cNvPr id="3" name="Content Placeholder 2"/>
          <p:cNvSpPr>
            <a:spLocks noGrp="1"/>
          </p:cNvSpPr>
          <p:nvPr>
            <p:ph idx="1"/>
          </p:nvPr>
        </p:nvSpPr>
        <p:spPr>
          <a:xfrm>
            <a:off x="131180" y="863444"/>
            <a:ext cx="11929641" cy="5590565"/>
          </a:xfrm>
        </p:spPr>
        <p:txBody>
          <a:bodyPr>
            <a:normAutofit/>
          </a:bodyPr>
          <a:lstStyle/>
          <a:p>
            <a:pPr lvl="0" algn="just"/>
            <a:r>
              <a:rPr lang="en-IN" dirty="0"/>
              <a:t>It requires </a:t>
            </a:r>
            <a:r>
              <a:rPr lang="en-IN" dirty="0">
                <a:solidFill>
                  <a:srgbClr val="C00000"/>
                </a:solidFill>
              </a:rPr>
              <a:t>one</a:t>
            </a:r>
            <a:r>
              <a:rPr lang="en-IN" dirty="0"/>
              <a:t> of the nodes to be designated as a </a:t>
            </a:r>
            <a:r>
              <a:rPr lang="en-IN" dirty="0">
                <a:solidFill>
                  <a:srgbClr val="C00000"/>
                </a:solidFill>
              </a:rPr>
              <a:t>master node</a:t>
            </a:r>
            <a:r>
              <a:rPr lang="en-IN" dirty="0"/>
              <a:t>. </a:t>
            </a:r>
            <a:endParaRPr lang="en-GB" dirty="0"/>
          </a:p>
          <a:p>
            <a:pPr lvl="0" algn="just"/>
            <a:r>
              <a:rPr lang="en-IN" dirty="0"/>
              <a:t>The master node </a:t>
            </a:r>
            <a:r>
              <a:rPr lang="en-IN" dirty="0">
                <a:solidFill>
                  <a:srgbClr val="C00000"/>
                </a:solidFill>
              </a:rPr>
              <a:t>polls</a:t>
            </a:r>
            <a:r>
              <a:rPr lang="en-IN" dirty="0"/>
              <a:t> </a:t>
            </a:r>
            <a:r>
              <a:rPr lang="en-IN" dirty="0">
                <a:solidFill>
                  <a:srgbClr val="C00000"/>
                </a:solidFill>
              </a:rPr>
              <a:t>each</a:t>
            </a:r>
            <a:r>
              <a:rPr lang="en-IN" dirty="0"/>
              <a:t> of the nodes in a </a:t>
            </a:r>
            <a:r>
              <a:rPr lang="en-IN" dirty="0">
                <a:solidFill>
                  <a:srgbClr val="C00000"/>
                </a:solidFill>
              </a:rPr>
              <a:t>round-robin fashion</a:t>
            </a:r>
            <a:r>
              <a:rPr lang="en-IN" dirty="0"/>
              <a:t>. </a:t>
            </a:r>
            <a:endParaRPr lang="en-GB" dirty="0"/>
          </a:p>
          <a:p>
            <a:pPr lvl="0" algn="just"/>
            <a:r>
              <a:rPr lang="en-IN" dirty="0"/>
              <a:t>The master node first sends a message to node 1, saying that it</a:t>
            </a:r>
          </a:p>
          <a:p>
            <a:pPr marL="0" lvl="0" indent="0" algn="just">
              <a:buNone/>
            </a:pPr>
            <a:r>
              <a:rPr lang="en-IN" dirty="0"/>
              <a:t>(node 1) can transmit up to some maximum number of frames. </a:t>
            </a:r>
            <a:endParaRPr lang="en-GB" dirty="0"/>
          </a:p>
          <a:p>
            <a:pPr lvl="0" algn="just"/>
            <a:r>
              <a:rPr lang="en-IN" dirty="0"/>
              <a:t>After node 1 transmits some frames, the master node tells </a:t>
            </a:r>
          </a:p>
          <a:p>
            <a:pPr marL="0" lvl="0" indent="0" algn="just">
              <a:buNone/>
            </a:pPr>
            <a:r>
              <a:rPr lang="en-IN" dirty="0"/>
              <a:t>node 2 it (node 2) can transmit up to the maximum number of </a:t>
            </a:r>
          </a:p>
          <a:p>
            <a:pPr marL="0" lvl="0" indent="0" algn="just">
              <a:buNone/>
            </a:pPr>
            <a:r>
              <a:rPr lang="en-IN" dirty="0"/>
              <a:t>frames. </a:t>
            </a:r>
            <a:endParaRPr lang="en-GB" dirty="0"/>
          </a:p>
          <a:p>
            <a:pPr lvl="0" algn="just"/>
            <a:r>
              <a:rPr lang="en-IN" dirty="0"/>
              <a:t>The master node can determine when a node has finished sending its frames by observing the lack of a signal on the channel. </a:t>
            </a:r>
            <a:endParaRPr lang="en-GB" dirty="0"/>
          </a:p>
        </p:txBody>
      </p:sp>
      <p:pic>
        <p:nvPicPr>
          <p:cNvPr id="4" name="Picture 3">
            <a:extLst>
              <a:ext uri="{FF2B5EF4-FFF2-40B4-BE49-F238E27FC236}">
                <a16:creationId xmlns:a16="http://schemas.microsoft.com/office/drawing/2014/main" id="{2D001602-A20B-4D98-BC0D-0586BF4FEBE1}"/>
              </a:ext>
            </a:extLst>
          </p:cNvPr>
          <p:cNvPicPr/>
          <p:nvPr/>
        </p:nvPicPr>
        <p:blipFill>
          <a:blip r:embed="rId2">
            <a:extLst>
              <a:ext uri="{28A0092B-C50C-407E-A947-70E740481C1C}">
                <a14:useLocalDpi xmlns:a14="http://schemas.microsoft.com/office/drawing/2010/main" val="0"/>
              </a:ext>
            </a:extLst>
          </a:blip>
          <a:stretch>
            <a:fillRect/>
          </a:stretch>
        </p:blipFill>
        <p:spPr>
          <a:xfrm>
            <a:off x="8546096" y="787244"/>
            <a:ext cx="3514725" cy="3079906"/>
          </a:xfrm>
          <a:prstGeom prst="rect">
            <a:avLst/>
          </a:prstGeom>
        </p:spPr>
      </p:pic>
    </p:spTree>
    <p:extLst>
      <p:ext uri="{BB962C8B-B14F-4D97-AF65-F5344CB8AC3E}">
        <p14:creationId xmlns:p14="http://schemas.microsoft.com/office/powerpoint/2010/main" val="2534029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Polling </a:t>
            </a:r>
            <a:r>
              <a:rPr lang="mr-IN" dirty="0"/>
              <a:t>–</a:t>
            </a:r>
            <a:r>
              <a:rPr lang="en-US" dirty="0"/>
              <a:t> </a:t>
            </a:r>
            <a:r>
              <a:rPr lang="en-US" dirty="0" err="1"/>
              <a:t>Cont</a:t>
            </a:r>
            <a:r>
              <a:rPr lang="mr-IN" dirty="0"/>
              <a:t>…</a:t>
            </a:r>
            <a:endParaRPr lang="en-US" dirty="0"/>
          </a:p>
        </p:txBody>
      </p:sp>
      <p:sp>
        <p:nvSpPr>
          <p:cNvPr id="7" name="Content Placeholder 6"/>
          <p:cNvSpPr>
            <a:spLocks noGrp="1"/>
          </p:cNvSpPr>
          <p:nvPr>
            <p:ph idx="1"/>
          </p:nvPr>
        </p:nvSpPr>
        <p:spPr/>
        <p:txBody>
          <a:bodyPr/>
          <a:lstStyle/>
          <a:p>
            <a:pPr lvl="0" algn="just"/>
            <a:r>
              <a:rPr lang="en-IN" dirty="0"/>
              <a:t>The procedure continues in this manner, with the master node polling each of the nodes in a cyclic manner.</a:t>
            </a:r>
            <a:endParaRPr lang="en-GB" dirty="0"/>
          </a:p>
          <a:p>
            <a:pPr lvl="0" algn="just"/>
            <a:r>
              <a:rPr lang="en-IN" dirty="0"/>
              <a:t>The polling protocol </a:t>
            </a:r>
            <a:r>
              <a:rPr lang="en-IN" dirty="0">
                <a:solidFill>
                  <a:srgbClr val="C00000"/>
                </a:solidFill>
              </a:rPr>
              <a:t>eliminates </a:t>
            </a:r>
            <a:r>
              <a:rPr lang="en-IN" i="1" dirty="0">
                <a:solidFill>
                  <a:srgbClr val="C00000"/>
                </a:solidFill>
              </a:rPr>
              <a:t>the collisions and empty slots </a:t>
            </a:r>
            <a:r>
              <a:rPr lang="en-IN" dirty="0"/>
              <a:t>that trouble random access protocols.</a:t>
            </a:r>
            <a:endParaRPr lang="en-GB" dirty="0"/>
          </a:p>
          <a:p>
            <a:endParaRPr lang="en-US" dirty="0"/>
          </a:p>
        </p:txBody>
      </p:sp>
    </p:spTree>
    <p:extLst>
      <p:ext uri="{BB962C8B-B14F-4D97-AF65-F5344CB8AC3E}">
        <p14:creationId xmlns:p14="http://schemas.microsoft.com/office/powerpoint/2010/main" val="1723734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711200"/>
          </a:xfrm>
        </p:spPr>
        <p:txBody>
          <a:bodyPr/>
          <a:lstStyle/>
          <a:p>
            <a:r>
              <a:rPr lang="en-US" dirty="0"/>
              <a:t>Token Passing</a:t>
            </a:r>
          </a:p>
        </p:txBody>
      </p:sp>
      <p:sp>
        <p:nvSpPr>
          <p:cNvPr id="3" name="Content Placeholder 2"/>
          <p:cNvSpPr>
            <a:spLocks noGrp="1"/>
          </p:cNvSpPr>
          <p:nvPr>
            <p:ph idx="1"/>
          </p:nvPr>
        </p:nvSpPr>
        <p:spPr>
          <a:xfrm>
            <a:off x="131178" y="806294"/>
            <a:ext cx="11929641" cy="5590565"/>
          </a:xfrm>
        </p:spPr>
        <p:txBody>
          <a:bodyPr>
            <a:normAutofit lnSpcReduction="10000"/>
          </a:bodyPr>
          <a:lstStyle/>
          <a:p>
            <a:pPr lvl="0"/>
            <a:r>
              <a:rPr lang="en-IN" dirty="0"/>
              <a:t>There is no master node. </a:t>
            </a:r>
            <a:endParaRPr lang="en-GB" dirty="0"/>
          </a:p>
          <a:p>
            <a:pPr lvl="0"/>
            <a:r>
              <a:rPr lang="en-IN" dirty="0"/>
              <a:t>A small, </a:t>
            </a:r>
            <a:r>
              <a:rPr lang="en-IN" dirty="0">
                <a:solidFill>
                  <a:srgbClr val="C00000"/>
                </a:solidFill>
              </a:rPr>
              <a:t>special-purpose frame </a:t>
            </a:r>
            <a:r>
              <a:rPr lang="en-IN" dirty="0"/>
              <a:t>known as a </a:t>
            </a:r>
            <a:r>
              <a:rPr lang="en-IN" dirty="0">
                <a:solidFill>
                  <a:srgbClr val="C00000"/>
                </a:solidFill>
              </a:rPr>
              <a:t>token</a:t>
            </a:r>
            <a:r>
              <a:rPr lang="en-IN" dirty="0"/>
              <a:t> is exchanged among the nodes in some fixed order. </a:t>
            </a:r>
            <a:endParaRPr lang="en-GB" dirty="0"/>
          </a:p>
          <a:p>
            <a:pPr lvl="0"/>
            <a:endParaRPr lang="en-IN" dirty="0"/>
          </a:p>
          <a:p>
            <a:pPr lvl="0"/>
            <a:endParaRPr lang="en-IN" dirty="0"/>
          </a:p>
          <a:p>
            <a:pPr lvl="0"/>
            <a:endParaRPr lang="en-IN" dirty="0"/>
          </a:p>
          <a:p>
            <a:pPr lvl="0"/>
            <a:endParaRPr lang="en-IN" dirty="0"/>
          </a:p>
          <a:p>
            <a:pPr lvl="0"/>
            <a:endParaRPr lang="en-IN" dirty="0"/>
          </a:p>
          <a:p>
            <a:pPr lvl="0"/>
            <a:r>
              <a:rPr lang="en-IN" dirty="0"/>
              <a:t>For example, node 1 might always send the token to node 2, node 2 might always send the token to node 3, and node N might always send the token to node 1. </a:t>
            </a:r>
            <a:endParaRPr lang="en-GB" dirty="0"/>
          </a:p>
          <a:p>
            <a:pPr lvl="0"/>
            <a:r>
              <a:rPr lang="en-IN" dirty="0"/>
              <a:t>When a node </a:t>
            </a:r>
            <a:r>
              <a:rPr lang="en-IN" dirty="0">
                <a:solidFill>
                  <a:srgbClr val="C00000"/>
                </a:solidFill>
              </a:rPr>
              <a:t>receives</a:t>
            </a:r>
            <a:r>
              <a:rPr lang="en-IN" dirty="0"/>
              <a:t> a token, it </a:t>
            </a:r>
            <a:r>
              <a:rPr lang="en-IN" dirty="0">
                <a:solidFill>
                  <a:srgbClr val="C00000"/>
                </a:solidFill>
              </a:rPr>
              <a:t>holds</a:t>
            </a:r>
            <a:r>
              <a:rPr lang="en-IN" dirty="0"/>
              <a:t> onto the token only if it has some frames to transmit; otherwise, it immediately </a:t>
            </a:r>
            <a:r>
              <a:rPr lang="en-IN" dirty="0">
                <a:solidFill>
                  <a:srgbClr val="C00000"/>
                </a:solidFill>
              </a:rPr>
              <a:t>forwards</a:t>
            </a:r>
            <a:r>
              <a:rPr lang="en-IN" dirty="0"/>
              <a:t> the token to the next node.</a:t>
            </a:r>
            <a:endParaRPr lang="en-GB" dirty="0"/>
          </a:p>
          <a:p>
            <a:pPr lvl="0"/>
            <a:r>
              <a:rPr lang="en-IN" dirty="0"/>
              <a:t>Here, failure of one node can crash the entire channel. Or if a node accidentally forget to release the </a:t>
            </a:r>
            <a:r>
              <a:rPr lang="en-US" dirty="0"/>
              <a:t>token.</a:t>
            </a:r>
            <a:endParaRPr lang="en-GB" dirty="0"/>
          </a:p>
          <a:p>
            <a:endParaRPr lang="en-US" dirty="0"/>
          </a:p>
        </p:txBody>
      </p:sp>
      <p:pic>
        <p:nvPicPr>
          <p:cNvPr id="6" name="Content Placeholder 5"/>
          <p:cNvPicPr>
            <a:picLocks noGrp="1"/>
          </p:cNvPicPr>
          <p:nvPr>
            <p:ph sz="half" idx="4294967295"/>
          </p:nvPr>
        </p:nvPicPr>
        <p:blipFill>
          <a:blip r:embed="rId2">
            <a:extLst>
              <a:ext uri="{28A0092B-C50C-407E-A947-70E740481C1C}">
                <a14:useLocalDpi xmlns:a14="http://schemas.microsoft.com/office/drawing/2010/main" val="0"/>
              </a:ext>
            </a:extLst>
          </a:blip>
          <a:stretch>
            <a:fillRect/>
          </a:stretch>
        </p:blipFill>
        <p:spPr>
          <a:xfrm>
            <a:off x="4435365" y="1848178"/>
            <a:ext cx="3321269" cy="2094788"/>
          </a:xfrm>
          <a:prstGeom prst="rect">
            <a:avLst/>
          </a:prstGeom>
        </p:spPr>
      </p:pic>
    </p:spTree>
    <p:extLst>
      <p:ext uri="{BB962C8B-B14F-4D97-AF65-F5344CB8AC3E}">
        <p14:creationId xmlns:p14="http://schemas.microsoft.com/office/powerpoint/2010/main" val="3629003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Ethernet</a:t>
            </a:r>
          </a:p>
        </p:txBody>
      </p:sp>
      <p:sp>
        <p:nvSpPr>
          <p:cNvPr id="5" name="Content Placeholder 4"/>
          <p:cNvSpPr>
            <a:spLocks noGrp="1"/>
          </p:cNvSpPr>
          <p:nvPr>
            <p:ph idx="1"/>
          </p:nvPr>
        </p:nvSpPr>
        <p:spPr/>
        <p:txBody>
          <a:bodyPr>
            <a:normAutofit/>
          </a:bodyPr>
          <a:lstStyle/>
          <a:p>
            <a:pPr algn="just"/>
            <a:r>
              <a:rPr lang="en-IN" dirty="0"/>
              <a:t>Ethernet is one of the widely used local area network (LAN) technology.</a:t>
            </a:r>
            <a:endParaRPr lang="en-GB" dirty="0"/>
          </a:p>
          <a:p>
            <a:pPr marL="514350" indent="-457200" algn="just">
              <a:buFont typeface="+mj-lt"/>
              <a:buAutoNum type="arabicPeriod"/>
            </a:pPr>
            <a:r>
              <a:rPr lang="en-IN" dirty="0">
                <a:solidFill>
                  <a:srgbClr val="C00000"/>
                </a:solidFill>
              </a:rPr>
              <a:t>Switched Ethernet</a:t>
            </a:r>
          </a:p>
          <a:p>
            <a:pPr lvl="1" algn="just"/>
            <a:r>
              <a:rPr lang="en-IN" dirty="0"/>
              <a:t>It gives dedicated 10 Mbps bandwidth on each of its ports. </a:t>
            </a:r>
            <a:endParaRPr lang="en-GB" dirty="0"/>
          </a:p>
          <a:p>
            <a:pPr lvl="1" algn="just"/>
            <a:r>
              <a:rPr lang="en-IN" dirty="0"/>
              <a:t>On each of the ports one can connect either a thick/thin segment or a computer. </a:t>
            </a:r>
            <a:endParaRPr lang="en-GB" dirty="0"/>
          </a:p>
          <a:p>
            <a:pPr marL="514350" indent="-457200" algn="just">
              <a:buFont typeface="+mj-lt"/>
              <a:buAutoNum type="arabicPeriod"/>
            </a:pPr>
            <a:r>
              <a:rPr lang="en-IN" dirty="0">
                <a:solidFill>
                  <a:srgbClr val="C00000"/>
                </a:solidFill>
              </a:rPr>
              <a:t>Fast Ethernet</a:t>
            </a:r>
          </a:p>
          <a:p>
            <a:pPr lvl="1"/>
            <a:r>
              <a:rPr lang="en-IN" dirty="0"/>
              <a:t>The 802.u or the fast Ethernet was approved by the IEEE 802 Committee. </a:t>
            </a:r>
            <a:endParaRPr lang="en-GB" dirty="0"/>
          </a:p>
          <a:p>
            <a:pPr lvl="1"/>
            <a:r>
              <a:rPr lang="en-GB" dirty="0"/>
              <a:t>I</a:t>
            </a:r>
            <a:r>
              <a:rPr lang="en-IN" dirty="0"/>
              <a:t>t uses the same frame format, same CSMA/CD protocol and same interface as the 802.3, but uses a data transfer rate of 100 Mbps instead of 10 Mbps. </a:t>
            </a:r>
            <a:endParaRPr lang="en-GB" dirty="0"/>
          </a:p>
          <a:p>
            <a:pPr lvl="1"/>
            <a:r>
              <a:rPr lang="en-IN" dirty="0"/>
              <a:t>Fast Ethernet is based entirely on 10-Base-T</a:t>
            </a:r>
            <a:r>
              <a:rPr lang="en-GB" dirty="0"/>
              <a:t>.</a:t>
            </a:r>
          </a:p>
          <a:p>
            <a:pPr marL="0" indent="0">
              <a:buNone/>
            </a:pPr>
            <a:endParaRPr lang="en-US" dirty="0"/>
          </a:p>
        </p:txBody>
      </p:sp>
    </p:spTree>
    <p:extLst>
      <p:ext uri="{BB962C8B-B14F-4D97-AF65-F5344CB8AC3E}">
        <p14:creationId xmlns:p14="http://schemas.microsoft.com/office/powerpoint/2010/main" val="3669806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Ethernet </a:t>
            </a:r>
            <a:r>
              <a:rPr lang="mr-IN" dirty="0"/>
              <a:t>–</a:t>
            </a:r>
            <a:r>
              <a:rPr lang="en-US" dirty="0"/>
              <a:t> </a:t>
            </a:r>
            <a:r>
              <a:rPr lang="en-US" dirty="0" err="1"/>
              <a:t>Cont</a:t>
            </a:r>
            <a:r>
              <a:rPr lang="mr-IN" dirty="0"/>
              <a:t>…</a:t>
            </a:r>
            <a:endParaRPr lang="en-US" dirty="0"/>
          </a:p>
        </p:txBody>
      </p:sp>
      <p:sp>
        <p:nvSpPr>
          <p:cNvPr id="3" name="Content Placeholder 2"/>
          <p:cNvSpPr>
            <a:spLocks noGrp="1"/>
          </p:cNvSpPr>
          <p:nvPr>
            <p:ph idx="1"/>
          </p:nvPr>
        </p:nvSpPr>
        <p:spPr/>
        <p:txBody>
          <a:bodyPr/>
          <a:lstStyle/>
          <a:p>
            <a:pPr marL="457200" lvl="1" indent="-457200">
              <a:buFont typeface="+mj-lt"/>
              <a:buAutoNum type="arabicPeriod" startAt="3"/>
            </a:pPr>
            <a:r>
              <a:rPr lang="en-IN" sz="2400" dirty="0">
                <a:solidFill>
                  <a:srgbClr val="C00000"/>
                </a:solidFill>
              </a:rPr>
              <a:t>Gigabit Ethernet</a:t>
            </a:r>
            <a:endParaRPr lang="en-GB" sz="2400" dirty="0">
              <a:solidFill>
                <a:srgbClr val="C00000"/>
              </a:solidFill>
            </a:endParaRPr>
          </a:p>
          <a:p>
            <a:pPr lvl="1"/>
            <a:r>
              <a:rPr lang="en-GB" dirty="0"/>
              <a:t>Gigabit Ethernet is carried primarily on optical </a:t>
            </a:r>
            <a:r>
              <a:rPr lang="en-GB" dirty="0" err="1"/>
              <a:t>fiber</a:t>
            </a:r>
            <a:r>
              <a:rPr lang="en-GB" dirty="0"/>
              <a:t> (with very short distances possible on copper media). </a:t>
            </a:r>
          </a:p>
          <a:p>
            <a:pPr lvl="1"/>
            <a:r>
              <a:rPr lang="en-GB" dirty="0"/>
              <a:t>Existing Ethernet LANs with 10 and 100 Mbps cards can feed into a 1 Gigabit Ethernet backbone. </a:t>
            </a:r>
          </a:p>
          <a:p>
            <a:pPr lvl="1"/>
            <a:r>
              <a:rPr lang="en-GB" dirty="0"/>
              <a:t>An alternative technology that competes with Gigabit Ethernet is ATM </a:t>
            </a:r>
            <a:r>
              <a:rPr lang="en-GB" sz="1800" i="1" dirty="0">
                <a:solidFill>
                  <a:srgbClr val="C00000"/>
                </a:solidFill>
              </a:rPr>
              <a:t>(</a:t>
            </a:r>
            <a:r>
              <a:rPr lang="en-US" sz="1800" i="1" dirty="0">
                <a:solidFill>
                  <a:srgbClr val="C00000"/>
                </a:solidFill>
              </a:rPr>
              <a:t>Asynchronous Transfer Mode (ATM) was a major competitor, especially for telecom backbones, as it was designed for voice, video, and data).</a:t>
            </a:r>
            <a:r>
              <a:rPr lang="en-GB" sz="1800" i="1" dirty="0">
                <a:solidFill>
                  <a:srgbClr val="C00000"/>
                </a:solidFill>
              </a:rPr>
              <a:t> </a:t>
            </a:r>
          </a:p>
          <a:p>
            <a:pPr lvl="1"/>
            <a:r>
              <a:rPr lang="en-GB" dirty="0"/>
              <a:t>A newer standard, 10-Gigabit Ethernet is also becoming available.</a:t>
            </a:r>
          </a:p>
          <a:p>
            <a:pPr lvl="2"/>
            <a:r>
              <a:rPr lang="en-GB" dirty="0"/>
              <a:t>E.g. 100-Base-T	</a:t>
            </a:r>
            <a:endParaRPr lang="en-US" dirty="0"/>
          </a:p>
        </p:txBody>
      </p:sp>
    </p:spTree>
    <p:extLst>
      <p:ext uri="{BB962C8B-B14F-4D97-AF65-F5344CB8AC3E}">
        <p14:creationId xmlns:p14="http://schemas.microsoft.com/office/powerpoint/2010/main" val="1182670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3003A96-96D4-AC43-8E15-71417ADC9143}"/>
              </a:ext>
            </a:extLst>
          </p:cNvPr>
          <p:cNvSpPr>
            <a:spLocks noGrp="1"/>
          </p:cNvSpPr>
          <p:nvPr>
            <p:ph type="title"/>
          </p:nvPr>
        </p:nvSpPr>
        <p:spPr/>
        <p:txBody>
          <a:bodyPr/>
          <a:lstStyle/>
          <a:p>
            <a:r>
              <a:rPr lang="en-US" dirty="0"/>
              <a:t>Bit Stuffing &amp; Byte stuffing</a:t>
            </a:r>
          </a:p>
        </p:txBody>
      </p:sp>
      <p:sp>
        <p:nvSpPr>
          <p:cNvPr id="5" name="Text Placeholder 4">
            <a:extLst>
              <a:ext uri="{FF2B5EF4-FFF2-40B4-BE49-F238E27FC236}">
                <a16:creationId xmlns:a16="http://schemas.microsoft.com/office/drawing/2014/main" id="{67C40C75-FDD8-43FB-53B4-62ED6D63322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215648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Bit Stuffing</a:t>
            </a:r>
          </a:p>
        </p:txBody>
      </p:sp>
      <p:sp>
        <p:nvSpPr>
          <p:cNvPr id="3" name="Content Placeholder 2"/>
          <p:cNvSpPr>
            <a:spLocks noGrp="1"/>
          </p:cNvSpPr>
          <p:nvPr>
            <p:ph idx="1"/>
          </p:nvPr>
        </p:nvSpPr>
        <p:spPr>
          <a:xfrm>
            <a:off x="131180" y="863444"/>
            <a:ext cx="11929641" cy="5590565"/>
          </a:xfrm>
        </p:spPr>
        <p:txBody>
          <a:bodyPr/>
          <a:lstStyle/>
          <a:p>
            <a:pPr lvl="0" algn="just"/>
            <a:r>
              <a:rPr lang="en-IN" dirty="0"/>
              <a:t>In a bit-oriented protocol, the data to send is a </a:t>
            </a:r>
            <a:r>
              <a:rPr lang="en-IN" dirty="0">
                <a:solidFill>
                  <a:srgbClr val="C00000"/>
                </a:solidFill>
              </a:rPr>
              <a:t>series of bits</a:t>
            </a:r>
            <a:r>
              <a:rPr lang="en-IN" dirty="0"/>
              <a:t>.</a:t>
            </a:r>
          </a:p>
          <a:p>
            <a:pPr lvl="0" algn="just"/>
            <a:r>
              <a:rPr lang="en-IN" dirty="0"/>
              <a:t>In data link layer, this </a:t>
            </a:r>
            <a:r>
              <a:rPr lang="en-IN" dirty="0">
                <a:solidFill>
                  <a:srgbClr val="C00000"/>
                </a:solidFill>
              </a:rPr>
              <a:t>series of bits </a:t>
            </a:r>
            <a:r>
              <a:rPr lang="en-IN" dirty="0"/>
              <a:t>is called as </a:t>
            </a:r>
            <a:r>
              <a:rPr lang="en-IN" dirty="0">
                <a:solidFill>
                  <a:srgbClr val="C00000"/>
                </a:solidFill>
              </a:rPr>
              <a:t>frame</a:t>
            </a:r>
            <a:r>
              <a:rPr lang="en-IN" dirty="0"/>
              <a:t>. All data is divided into so many frames.</a:t>
            </a:r>
            <a:endParaRPr lang="en-GB" dirty="0"/>
          </a:p>
          <a:p>
            <a:pPr lvl="0" algn="just"/>
            <a:r>
              <a:rPr lang="en-IN" dirty="0"/>
              <a:t>In order to distinguish all frames, most protocols use a bit pattern of </a:t>
            </a:r>
            <a:r>
              <a:rPr lang="en-IN" dirty="0">
                <a:solidFill>
                  <a:srgbClr val="C00000"/>
                </a:solidFill>
              </a:rPr>
              <a:t>8-bit length </a:t>
            </a:r>
            <a:r>
              <a:rPr lang="en-IN" dirty="0"/>
              <a:t>(01111110) as </a:t>
            </a:r>
            <a:r>
              <a:rPr lang="en-IN" dirty="0">
                <a:solidFill>
                  <a:srgbClr val="C00000"/>
                </a:solidFill>
              </a:rPr>
              <a:t>flag</a:t>
            </a:r>
            <a:r>
              <a:rPr lang="en-IN" dirty="0"/>
              <a:t> at the beginning and end of each frame. </a:t>
            </a:r>
            <a:endParaRPr lang="en-GB" dirty="0"/>
          </a:p>
          <a:p>
            <a:pPr lvl="0" algn="just"/>
            <a:r>
              <a:rPr lang="en-IN" dirty="0"/>
              <a:t>But there can be problem </a:t>
            </a:r>
            <a:r>
              <a:rPr lang="en-IN" dirty="0">
                <a:solidFill>
                  <a:srgbClr val="C00000"/>
                </a:solidFill>
              </a:rPr>
              <a:t>if flag bits appear in data part.</a:t>
            </a:r>
          </a:p>
          <a:p>
            <a:pPr lvl="0" algn="just"/>
            <a:r>
              <a:rPr lang="en-IN" dirty="0"/>
              <a:t>For example frame with flag and data bits can be:</a:t>
            </a:r>
          </a:p>
          <a:p>
            <a:pPr lvl="0" algn="just"/>
            <a:endParaRPr lang="en-IN" dirty="0"/>
          </a:p>
          <a:p>
            <a:pPr lvl="0" algn="just"/>
            <a:r>
              <a:rPr lang="en-IN" dirty="0"/>
              <a:t>Here solution is an </a:t>
            </a:r>
            <a:r>
              <a:rPr lang="en-IN" dirty="0">
                <a:solidFill>
                  <a:srgbClr val="C00000"/>
                </a:solidFill>
              </a:rPr>
              <a:t>extra bit added in data part</a:t>
            </a:r>
            <a:r>
              <a:rPr lang="en-IN" dirty="0"/>
              <a:t> to distinguish it with flag.</a:t>
            </a:r>
            <a:endParaRPr lang="en-GB" dirty="0"/>
          </a:p>
          <a:p>
            <a:pPr lvl="0" algn="just"/>
            <a:r>
              <a:rPr lang="en-IN" dirty="0"/>
              <a:t>This method is called </a:t>
            </a:r>
            <a:r>
              <a:rPr lang="en-IN" dirty="0">
                <a:solidFill>
                  <a:srgbClr val="C00000"/>
                </a:solidFill>
              </a:rPr>
              <a:t>bit stuffing</a:t>
            </a:r>
            <a:r>
              <a:rPr lang="en-IN" dirty="0"/>
              <a:t>. </a:t>
            </a:r>
          </a:p>
          <a:p>
            <a:pPr lvl="0" algn="just"/>
            <a:r>
              <a:rPr lang="en-IN" dirty="0"/>
              <a:t>If a 0 and five successive 1 bits are encountered, an extra 0 is added. </a:t>
            </a:r>
            <a:endParaRPr lang="en-GB" dirty="0"/>
          </a:p>
          <a:p>
            <a:pPr lvl="0" algn="just"/>
            <a:r>
              <a:rPr lang="en-IN" dirty="0"/>
              <a:t>The receiver node removes the extra-added zero. </a:t>
            </a:r>
            <a:endParaRPr lang="en-GB" dirty="0"/>
          </a:p>
          <a:p>
            <a:endParaRPr lang="en-US" dirty="0"/>
          </a:p>
        </p:txBody>
      </p:sp>
      <p:sp>
        <p:nvSpPr>
          <p:cNvPr id="5" name="TextBox 4">
            <a:extLst>
              <a:ext uri="{FF2B5EF4-FFF2-40B4-BE49-F238E27FC236}">
                <a16:creationId xmlns:a16="http://schemas.microsoft.com/office/drawing/2014/main" id="{EBEEDB8C-83B8-42D7-BD59-40CCB90C1E3F}"/>
              </a:ext>
            </a:extLst>
          </p:cNvPr>
          <p:cNvSpPr txBox="1"/>
          <p:nvPr/>
        </p:nvSpPr>
        <p:spPr>
          <a:xfrm>
            <a:off x="1780308" y="3472253"/>
            <a:ext cx="6179128" cy="461665"/>
          </a:xfrm>
          <a:prstGeom prst="rect">
            <a:avLst/>
          </a:prstGeom>
          <a:noFill/>
        </p:spPr>
        <p:txBody>
          <a:bodyPr wrap="square" rtlCol="0">
            <a:spAutoFit/>
          </a:bodyPr>
          <a:lstStyle/>
          <a:p>
            <a:r>
              <a:rPr lang="en-US" sz="2400" b="1" dirty="0"/>
              <a:t>0111111000101011111101101001101111110</a:t>
            </a:r>
          </a:p>
        </p:txBody>
      </p:sp>
    </p:spTree>
    <p:extLst>
      <p:ext uri="{BB962C8B-B14F-4D97-AF65-F5344CB8AC3E}">
        <p14:creationId xmlns:p14="http://schemas.microsoft.com/office/powerpoint/2010/main" val="944559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Bit Stuffing - Example</a:t>
            </a:r>
          </a:p>
        </p:txBody>
      </p:sp>
      <p:sp>
        <p:nvSpPr>
          <p:cNvPr id="4" name="Content Placeholder 3">
            <a:extLst>
              <a:ext uri="{FF2B5EF4-FFF2-40B4-BE49-F238E27FC236}">
                <a16:creationId xmlns:a16="http://schemas.microsoft.com/office/drawing/2014/main" id="{6FDFDA25-3C27-61CD-3C11-BC03879A30B9}"/>
              </a:ext>
            </a:extLst>
          </p:cNvPr>
          <p:cNvSpPr>
            <a:spLocks noGrp="1"/>
          </p:cNvSpPr>
          <p:nvPr>
            <p:ph idx="1"/>
          </p:nvPr>
        </p:nvSpPr>
        <p:spPr/>
        <p:txBody>
          <a:bodyPr/>
          <a:lstStyle/>
          <a:p>
            <a:r>
              <a:rPr lang="en-US" dirty="0"/>
              <a:t>Suppose your original data bit pattern contains six consecutive 1s: 01111110</a:t>
            </a:r>
          </a:p>
          <a:p>
            <a:r>
              <a:rPr lang="en-US" dirty="0"/>
              <a:t>Original Data: 0 1 1 1 1 1 1 0</a:t>
            </a:r>
          </a:p>
          <a:p>
            <a:r>
              <a:rPr lang="en-US" dirty="0"/>
              <a:t>Sender Counts 5 Ones: 0 1 1 1 1 1</a:t>
            </a:r>
          </a:p>
          <a:p>
            <a:r>
              <a:rPr lang="en-US" dirty="0"/>
              <a:t>Sender Stuffs a 0: 0 1 1 1 1 1 </a:t>
            </a:r>
            <a:r>
              <a:rPr lang="en-US" dirty="0">
                <a:solidFill>
                  <a:srgbClr val="C00000"/>
                </a:solidFill>
              </a:rPr>
              <a:t>0</a:t>
            </a:r>
            <a:r>
              <a:rPr lang="en-US" dirty="0"/>
              <a:t> 1 0</a:t>
            </a:r>
          </a:p>
          <a:p>
            <a:r>
              <a:rPr lang="en-US" dirty="0"/>
              <a:t>Frame Transmitted: [01111110] </a:t>
            </a:r>
            <a:r>
              <a:rPr lang="en-US" dirty="0">
                <a:solidFill>
                  <a:srgbClr val="C00000"/>
                </a:solidFill>
              </a:rPr>
              <a:t>011111010</a:t>
            </a:r>
            <a:r>
              <a:rPr lang="en-US" dirty="0"/>
              <a:t> [01111110]</a:t>
            </a:r>
          </a:p>
          <a:p>
            <a:r>
              <a:rPr lang="en-US" dirty="0"/>
              <a:t>Receiver Receives Payload: 011111010</a:t>
            </a:r>
          </a:p>
          <a:p>
            <a:r>
              <a:rPr lang="en-US" dirty="0"/>
              <a:t>Receiver Sees 5 Ones + 0: Removes the 0 -&gt; 01111110 (Original data restored!)</a:t>
            </a:r>
          </a:p>
        </p:txBody>
      </p:sp>
    </p:spTree>
    <p:extLst>
      <p:ext uri="{BB962C8B-B14F-4D97-AF65-F5344CB8AC3E}">
        <p14:creationId xmlns:p14="http://schemas.microsoft.com/office/powerpoint/2010/main" val="402083343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Bit Stuffing - Example</a:t>
            </a:r>
          </a:p>
        </p:txBody>
      </p:sp>
      <p:sp>
        <p:nvSpPr>
          <p:cNvPr id="4" name="Content Placeholder 3">
            <a:extLst>
              <a:ext uri="{FF2B5EF4-FFF2-40B4-BE49-F238E27FC236}">
                <a16:creationId xmlns:a16="http://schemas.microsoft.com/office/drawing/2014/main" id="{6FDFDA25-3C27-61CD-3C11-BC03879A30B9}"/>
              </a:ext>
            </a:extLst>
          </p:cNvPr>
          <p:cNvSpPr>
            <a:spLocks noGrp="1"/>
          </p:cNvSpPr>
          <p:nvPr>
            <p:ph idx="1"/>
          </p:nvPr>
        </p:nvSpPr>
        <p:spPr/>
        <p:txBody>
          <a:bodyPr/>
          <a:lstStyle/>
          <a:p>
            <a:endParaRPr lang="en-US" dirty="0"/>
          </a:p>
        </p:txBody>
      </p:sp>
      <p:pic>
        <p:nvPicPr>
          <p:cNvPr id="6" name="Picture 5">
            <a:extLst>
              <a:ext uri="{FF2B5EF4-FFF2-40B4-BE49-F238E27FC236}">
                <a16:creationId xmlns:a16="http://schemas.microsoft.com/office/drawing/2014/main" id="{BD8B4954-4715-FC48-9AE5-0118792624B6}"/>
              </a:ext>
            </a:extLst>
          </p:cNvPr>
          <p:cNvPicPr>
            <a:picLocks noChangeAspect="1"/>
          </p:cNvPicPr>
          <p:nvPr/>
        </p:nvPicPr>
        <p:blipFill rotWithShape="1">
          <a:blip r:embed="rId2"/>
          <a:srcRect b="82242"/>
          <a:stretch/>
        </p:blipFill>
        <p:spPr>
          <a:xfrm>
            <a:off x="1320799" y="1384554"/>
            <a:ext cx="10106527" cy="545592"/>
          </a:xfrm>
          <a:prstGeom prst="rect">
            <a:avLst/>
          </a:prstGeom>
        </p:spPr>
      </p:pic>
      <p:pic>
        <p:nvPicPr>
          <p:cNvPr id="7" name="Picture 6">
            <a:extLst>
              <a:ext uri="{FF2B5EF4-FFF2-40B4-BE49-F238E27FC236}">
                <a16:creationId xmlns:a16="http://schemas.microsoft.com/office/drawing/2014/main" id="{D5370144-AE31-9D48-AA07-77B33320CB78}"/>
              </a:ext>
            </a:extLst>
          </p:cNvPr>
          <p:cNvPicPr>
            <a:picLocks noChangeAspect="1"/>
          </p:cNvPicPr>
          <p:nvPr/>
        </p:nvPicPr>
        <p:blipFill rotWithShape="1">
          <a:blip r:embed="rId2"/>
          <a:srcRect t="29762" b="23115"/>
          <a:stretch/>
        </p:blipFill>
        <p:spPr>
          <a:xfrm>
            <a:off x="1320800" y="2133600"/>
            <a:ext cx="10106527" cy="1447800"/>
          </a:xfrm>
          <a:prstGeom prst="rect">
            <a:avLst/>
          </a:prstGeom>
        </p:spPr>
      </p:pic>
      <p:pic>
        <p:nvPicPr>
          <p:cNvPr id="8" name="Picture 7">
            <a:extLst>
              <a:ext uri="{FF2B5EF4-FFF2-40B4-BE49-F238E27FC236}">
                <a16:creationId xmlns:a16="http://schemas.microsoft.com/office/drawing/2014/main" id="{33BE184D-9EE3-F64D-BA8A-0FF56853123B}"/>
              </a:ext>
            </a:extLst>
          </p:cNvPr>
          <p:cNvPicPr>
            <a:picLocks noChangeAspect="1"/>
          </p:cNvPicPr>
          <p:nvPr/>
        </p:nvPicPr>
        <p:blipFill rotWithShape="1">
          <a:blip r:embed="rId2"/>
          <a:srcRect t="79762"/>
          <a:stretch/>
        </p:blipFill>
        <p:spPr>
          <a:xfrm>
            <a:off x="1347305" y="3614000"/>
            <a:ext cx="10106527" cy="621792"/>
          </a:xfrm>
          <a:prstGeom prst="rect">
            <a:avLst/>
          </a:prstGeom>
        </p:spPr>
      </p:pic>
      <p:sp>
        <p:nvSpPr>
          <p:cNvPr id="9" name="Rounded Rectangle 8">
            <a:extLst>
              <a:ext uri="{FF2B5EF4-FFF2-40B4-BE49-F238E27FC236}">
                <a16:creationId xmlns:a16="http://schemas.microsoft.com/office/drawing/2014/main" id="{2C99298E-F359-434E-A04B-75B6FC026B6C}"/>
              </a:ext>
            </a:extLst>
          </p:cNvPr>
          <p:cNvSpPr/>
          <p:nvPr/>
        </p:nvSpPr>
        <p:spPr>
          <a:xfrm>
            <a:off x="6096000" y="3086100"/>
            <a:ext cx="2641600" cy="413600"/>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12524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Byte Stuffing</a:t>
            </a:r>
          </a:p>
        </p:txBody>
      </p:sp>
      <p:sp>
        <p:nvSpPr>
          <p:cNvPr id="3" name="Content Placeholder 2"/>
          <p:cNvSpPr>
            <a:spLocks noGrp="1"/>
          </p:cNvSpPr>
          <p:nvPr>
            <p:ph idx="1"/>
          </p:nvPr>
        </p:nvSpPr>
        <p:spPr/>
        <p:txBody>
          <a:bodyPr>
            <a:normAutofit/>
          </a:bodyPr>
          <a:lstStyle/>
          <a:p>
            <a:pPr lvl="0" algn="just"/>
            <a:r>
              <a:rPr lang="en-IN" dirty="0"/>
              <a:t>To solve the problem of resynchronization, a flag</a:t>
            </a:r>
            <a:r>
              <a:rPr lang="en-IN" i="1" dirty="0"/>
              <a:t> </a:t>
            </a:r>
            <a:r>
              <a:rPr lang="en-IN" dirty="0"/>
              <a:t>byte is used to separate the frame as both the starting and ending delimiter</a:t>
            </a:r>
            <a:r>
              <a:rPr lang="en-US" dirty="0"/>
              <a:t>.</a:t>
            </a:r>
          </a:p>
          <a:p>
            <a:pPr algn="just"/>
            <a:r>
              <a:rPr lang="en-IN" dirty="0"/>
              <a:t>There is one more technique called </a:t>
            </a:r>
            <a:r>
              <a:rPr lang="en-IN" i="1" dirty="0">
                <a:solidFill>
                  <a:schemeClr val="accent6"/>
                </a:solidFill>
              </a:rPr>
              <a:t>byte stuffing</a:t>
            </a:r>
            <a:r>
              <a:rPr lang="en-IN" dirty="0">
                <a:solidFill>
                  <a:schemeClr val="accent6"/>
                </a:solidFill>
              </a:rPr>
              <a:t> </a:t>
            </a:r>
            <a:r>
              <a:rPr lang="en-IN" dirty="0"/>
              <a:t>or </a:t>
            </a:r>
            <a:r>
              <a:rPr lang="en-IN" i="1" dirty="0">
                <a:solidFill>
                  <a:schemeClr val="accent6"/>
                </a:solidFill>
              </a:rPr>
              <a:t>character stuffing</a:t>
            </a:r>
            <a:r>
              <a:rPr lang="en-IN" dirty="0"/>
              <a:t>.</a:t>
            </a:r>
            <a:endParaRPr lang="en-GB" dirty="0"/>
          </a:p>
          <a:p>
            <a:pPr lvl="0" algn="just"/>
            <a:r>
              <a:rPr lang="en-IN" dirty="0"/>
              <a:t>In this, if the receiver ever loses synchronization, it can just search for the flag byte to find the end of the current frame. </a:t>
            </a:r>
            <a:endParaRPr lang="en-GB" dirty="0"/>
          </a:p>
          <a:p>
            <a:pPr lvl="0" algn="just"/>
            <a:r>
              <a:rPr lang="en-IN" dirty="0"/>
              <a:t>Two consecutive flag bytes indicate the end of one frame and start of the next one.</a:t>
            </a:r>
          </a:p>
          <a:p>
            <a:pPr lvl="0"/>
            <a:r>
              <a:rPr lang="en-US" dirty="0"/>
              <a:t>But</a:t>
            </a:r>
            <a:r>
              <a:rPr lang="en-US" i="1" dirty="0">
                <a:solidFill>
                  <a:schemeClr val="accent6"/>
                </a:solidFill>
              </a:rPr>
              <a:t>….It may easily happen that the flag byte's bit pattern occurs in the data. </a:t>
            </a:r>
            <a:endParaRPr lang="en-GB" i="1" dirty="0">
              <a:solidFill>
                <a:schemeClr val="accent6"/>
              </a:solidFill>
            </a:endParaRPr>
          </a:p>
          <a:p>
            <a:endParaRPr lang="en-US" dirty="0"/>
          </a:p>
        </p:txBody>
      </p:sp>
    </p:spTree>
    <p:extLst>
      <p:ext uri="{BB962C8B-B14F-4D97-AF65-F5344CB8AC3E}">
        <p14:creationId xmlns:p14="http://schemas.microsoft.com/office/powerpoint/2010/main" val="87490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Byte Stuffing - Example</a:t>
            </a:r>
          </a:p>
        </p:txBody>
      </p:sp>
      <p:sp>
        <p:nvSpPr>
          <p:cNvPr id="5" name="Content Placeholder 4">
            <a:extLst>
              <a:ext uri="{FF2B5EF4-FFF2-40B4-BE49-F238E27FC236}">
                <a16:creationId xmlns:a16="http://schemas.microsoft.com/office/drawing/2014/main" id="{68CDA826-3C24-BA4F-9528-56112DBDD1CB}"/>
              </a:ext>
            </a:extLst>
          </p:cNvPr>
          <p:cNvSpPr>
            <a:spLocks noGrp="1"/>
          </p:cNvSpPr>
          <p:nvPr>
            <p:ph idx="1"/>
          </p:nvPr>
        </p:nvSpPr>
        <p:spPr/>
        <p:txBody>
          <a:bodyPr>
            <a:normAutofit/>
          </a:bodyPr>
          <a:lstStyle/>
          <a:p>
            <a:pPr lvl="0" algn="just"/>
            <a:r>
              <a:rPr lang="en-IN" sz="2200" dirty="0"/>
              <a:t>To solve this problem, is to have the sender's data link layer insert a special escape byte (ESC) just before each "accidental" flag byte in the data. </a:t>
            </a:r>
            <a:endParaRPr lang="en-GB" sz="2200" dirty="0"/>
          </a:p>
          <a:p>
            <a:pPr lvl="0" algn="just"/>
            <a:r>
              <a:rPr lang="en-IN" sz="2200" dirty="0"/>
              <a:t>The data link layer on the receiving end removes the escape byte before the data are given to the network layer. </a:t>
            </a:r>
            <a:endParaRPr lang="en-GB" sz="2200" dirty="0"/>
          </a:p>
          <a:p>
            <a:endParaRPr lang="en-US" sz="2200" dirty="0"/>
          </a:p>
        </p:txBody>
      </p:sp>
      <p:pic>
        <p:nvPicPr>
          <p:cNvPr id="6" name="Picture 5">
            <a:extLst>
              <a:ext uri="{FF2B5EF4-FFF2-40B4-BE49-F238E27FC236}">
                <a16:creationId xmlns:a16="http://schemas.microsoft.com/office/drawing/2014/main" id="{56D61ED8-FCC4-3048-B32E-9D5328D00C8F}"/>
              </a:ext>
            </a:extLst>
          </p:cNvPr>
          <p:cNvPicPr>
            <a:picLocks noChangeAspect="1"/>
          </p:cNvPicPr>
          <p:nvPr/>
        </p:nvPicPr>
        <p:blipFill rotWithShape="1">
          <a:blip r:embed="rId2"/>
          <a:srcRect b="77395"/>
          <a:stretch/>
        </p:blipFill>
        <p:spPr>
          <a:xfrm>
            <a:off x="2404962" y="2985000"/>
            <a:ext cx="7382077" cy="825000"/>
          </a:xfrm>
          <a:prstGeom prst="rect">
            <a:avLst/>
          </a:prstGeom>
        </p:spPr>
      </p:pic>
      <p:pic>
        <p:nvPicPr>
          <p:cNvPr id="7" name="Picture 6">
            <a:extLst>
              <a:ext uri="{FF2B5EF4-FFF2-40B4-BE49-F238E27FC236}">
                <a16:creationId xmlns:a16="http://schemas.microsoft.com/office/drawing/2014/main" id="{14146890-5475-9E42-9816-25D75075F983}"/>
              </a:ext>
            </a:extLst>
          </p:cNvPr>
          <p:cNvPicPr>
            <a:picLocks noChangeAspect="1"/>
          </p:cNvPicPr>
          <p:nvPr/>
        </p:nvPicPr>
        <p:blipFill rotWithShape="1">
          <a:blip r:embed="rId2"/>
          <a:srcRect t="22605" b="4319"/>
          <a:stretch/>
        </p:blipFill>
        <p:spPr>
          <a:xfrm>
            <a:off x="2404962" y="3810000"/>
            <a:ext cx="7382077" cy="2667000"/>
          </a:xfrm>
          <a:prstGeom prst="rect">
            <a:avLst/>
          </a:prstGeom>
        </p:spPr>
      </p:pic>
    </p:spTree>
    <p:extLst>
      <p:ext uri="{BB962C8B-B14F-4D97-AF65-F5344CB8AC3E}">
        <p14:creationId xmlns:p14="http://schemas.microsoft.com/office/powerpoint/2010/main" val="1684111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ARP (Address Resolution Protocol)</a:t>
            </a:r>
          </a:p>
        </p:txBody>
      </p:sp>
      <p:sp>
        <p:nvSpPr>
          <p:cNvPr id="3" name="Content Placeholder 2"/>
          <p:cNvSpPr>
            <a:spLocks noGrp="1"/>
          </p:cNvSpPr>
          <p:nvPr>
            <p:ph idx="1"/>
          </p:nvPr>
        </p:nvSpPr>
        <p:spPr/>
        <p:txBody>
          <a:bodyPr>
            <a:normAutofit/>
          </a:bodyPr>
          <a:lstStyle/>
          <a:p>
            <a:pPr lvl="0" algn="just"/>
            <a:r>
              <a:rPr lang="en-IN" dirty="0"/>
              <a:t>It is a protocol for </a:t>
            </a:r>
            <a:r>
              <a:rPr lang="en-IN" dirty="0">
                <a:solidFill>
                  <a:schemeClr val="accent6"/>
                </a:solidFill>
              </a:rPr>
              <a:t>mapping</a:t>
            </a:r>
            <a:r>
              <a:rPr lang="en-IN" dirty="0"/>
              <a:t> an </a:t>
            </a:r>
            <a:r>
              <a:rPr lang="en-IN" dirty="0">
                <a:solidFill>
                  <a:schemeClr val="accent6"/>
                </a:solidFill>
              </a:rPr>
              <a:t>Internet Protocol address </a:t>
            </a:r>
            <a:r>
              <a:rPr lang="en-IN" dirty="0"/>
              <a:t>(IP address) to a </a:t>
            </a:r>
            <a:r>
              <a:rPr lang="en-IN" dirty="0">
                <a:solidFill>
                  <a:schemeClr val="accent6"/>
                </a:solidFill>
              </a:rPr>
              <a:t>physical machine address </a:t>
            </a:r>
            <a:r>
              <a:rPr lang="en-IN" dirty="0"/>
              <a:t>that is recognized in the local network. </a:t>
            </a:r>
            <a:endParaRPr lang="en-GB" dirty="0"/>
          </a:p>
          <a:p>
            <a:pPr lvl="0" algn="just"/>
            <a:r>
              <a:rPr lang="en-IN" dirty="0"/>
              <a:t>For example, in IPv4 - an address is 32 bits long. </a:t>
            </a:r>
            <a:endParaRPr lang="en-GB" dirty="0"/>
          </a:p>
          <a:p>
            <a:pPr lvl="0" algn="just"/>
            <a:r>
              <a:rPr lang="en-IN" dirty="0"/>
              <a:t>The physical machine address is also known as a </a:t>
            </a:r>
            <a:r>
              <a:rPr lang="en-IN" dirty="0">
                <a:solidFill>
                  <a:schemeClr val="accent6"/>
                </a:solidFill>
              </a:rPr>
              <a:t>Media Access Control </a:t>
            </a:r>
            <a:r>
              <a:rPr lang="en-IN" dirty="0"/>
              <a:t>or MAC address.</a:t>
            </a:r>
            <a:endParaRPr lang="en-GB" dirty="0"/>
          </a:p>
          <a:p>
            <a:pPr lvl="0" algn="just"/>
            <a:r>
              <a:rPr lang="en-IN" dirty="0"/>
              <a:t>A table, usually called the ARP cache, is used to maintain a correlation between each MAC address and its corresponding IP address. </a:t>
            </a:r>
            <a:endParaRPr lang="en-GB" dirty="0"/>
          </a:p>
          <a:p>
            <a:pPr lvl="0" algn="just"/>
            <a:r>
              <a:rPr lang="en-IN" dirty="0"/>
              <a:t>ARP provides the protocol rules for making this correlation and providing address conversion in both directions.</a:t>
            </a:r>
            <a:endParaRPr lang="en-GB" dirty="0"/>
          </a:p>
          <a:p>
            <a:endParaRPr lang="en-US" dirty="0"/>
          </a:p>
        </p:txBody>
      </p:sp>
    </p:spTree>
    <p:extLst>
      <p:ext uri="{BB962C8B-B14F-4D97-AF65-F5344CB8AC3E}">
        <p14:creationId xmlns:p14="http://schemas.microsoft.com/office/powerpoint/2010/main" val="964632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ARP Works?</a:t>
            </a:r>
          </a:p>
        </p:txBody>
      </p:sp>
      <p:pic>
        <p:nvPicPr>
          <p:cNvPr id="4" name="Content Placeholder 3"/>
          <p:cNvPicPr>
            <a:picLocks noGrp="1" noChangeAspect="1"/>
          </p:cNvPicPr>
          <p:nvPr>
            <p:ph idx="1"/>
          </p:nvPr>
        </p:nvPicPr>
        <p:blipFill rotWithShape="1">
          <a:blip r:embed="rId2"/>
          <a:srcRect l="11079" t="16491" r="18221" b="13732"/>
          <a:stretch/>
        </p:blipFill>
        <p:spPr>
          <a:xfrm>
            <a:off x="2517227" y="779970"/>
            <a:ext cx="7157545" cy="5298060"/>
          </a:xfrm>
          <a:prstGeom prst="rect">
            <a:avLst/>
          </a:prstGeom>
        </p:spPr>
      </p:pic>
    </p:spTree>
    <p:extLst>
      <p:ext uri="{BB962C8B-B14F-4D97-AF65-F5344CB8AC3E}">
        <p14:creationId xmlns:p14="http://schemas.microsoft.com/office/powerpoint/2010/main" val="2219099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What is ARP? | NetworkAcademy.io">
            <a:extLst>
              <a:ext uri="{FF2B5EF4-FFF2-40B4-BE49-F238E27FC236}">
                <a16:creationId xmlns:a16="http://schemas.microsoft.com/office/drawing/2014/main" id="{8BC66E7C-5D8E-FE06-DE9A-64F449FB33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8745" y="194826"/>
            <a:ext cx="9154510" cy="64683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97302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How ARP Works?</a:t>
            </a:r>
          </a:p>
        </p:txBody>
      </p:sp>
      <p:sp>
        <p:nvSpPr>
          <p:cNvPr id="3" name="Content Placeholder 2"/>
          <p:cNvSpPr>
            <a:spLocks noGrp="1"/>
          </p:cNvSpPr>
          <p:nvPr>
            <p:ph idx="1"/>
          </p:nvPr>
        </p:nvSpPr>
        <p:spPr/>
        <p:txBody>
          <a:bodyPr>
            <a:normAutofit/>
          </a:bodyPr>
          <a:lstStyle/>
          <a:p>
            <a:pPr lvl="0" algn="just"/>
            <a:r>
              <a:rPr lang="en-IN" dirty="0"/>
              <a:t>When an incoming packet arrives at a gateway, the gateway asks the ARP program to find a physical host or MAC address that matches the IP address. </a:t>
            </a:r>
            <a:endParaRPr lang="en-GB" dirty="0"/>
          </a:p>
          <a:p>
            <a:pPr lvl="0" algn="just"/>
            <a:r>
              <a:rPr lang="en-IN" dirty="0"/>
              <a:t>The ARP program looks in the ARP cache and, if it finds the address, provides it so that the packet can be converted to the right packet length and format and sent to the machine. </a:t>
            </a:r>
            <a:endParaRPr lang="en-GB" dirty="0"/>
          </a:p>
          <a:p>
            <a:pPr lvl="0" algn="just"/>
            <a:r>
              <a:rPr lang="en-IN" dirty="0"/>
              <a:t>If no entry is found for the IP address, ARP broadcasts a request packet in a special format to all the machines on the LAN to see if one machine knows that it has that IP address associated with it. </a:t>
            </a:r>
            <a:endParaRPr lang="en-GB" dirty="0"/>
          </a:p>
          <a:p>
            <a:pPr lvl="0" algn="just"/>
            <a:r>
              <a:rPr lang="en-IN" dirty="0"/>
              <a:t>A machine that recognizes the IP address as its own returns a reply.  </a:t>
            </a:r>
          </a:p>
          <a:p>
            <a:pPr lvl="0" algn="just"/>
            <a:r>
              <a:rPr lang="en-IN" dirty="0"/>
              <a:t>ARP updates the ARP cache for future reference and then sends the packet to the MAC address that replied.</a:t>
            </a:r>
            <a:endParaRPr lang="en-GB" dirty="0"/>
          </a:p>
          <a:p>
            <a:endParaRPr lang="en-US" dirty="0"/>
          </a:p>
        </p:txBody>
      </p:sp>
    </p:spTree>
    <p:extLst>
      <p:ext uri="{BB962C8B-B14F-4D97-AF65-F5344CB8AC3E}">
        <p14:creationId xmlns:p14="http://schemas.microsoft.com/office/powerpoint/2010/main" val="1134473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Placeholder 9">
            <a:extLst>
              <a:ext uri="{FF2B5EF4-FFF2-40B4-BE49-F238E27FC236}">
                <a16:creationId xmlns:a16="http://schemas.microsoft.com/office/drawing/2014/main" id="{4F27F027-AAC9-4C88-B3AF-3C4A20BDDDA6}"/>
              </a:ext>
            </a:extLst>
          </p:cNvPr>
          <p:cNvSpPr>
            <a:spLocks noGrp="1"/>
          </p:cNvSpPr>
          <p:nvPr>
            <p:ph type="body" sz="quarter" idx="11"/>
          </p:nvPr>
        </p:nvSpPr>
        <p:spPr/>
        <p:txBody>
          <a:bodyPr/>
          <a:lstStyle/>
          <a:p>
            <a:r>
              <a:rPr lang="en-US" dirty="0"/>
              <a:t>Devangi.kotak@darshan.ac.in</a:t>
            </a:r>
          </a:p>
        </p:txBody>
      </p:sp>
      <p:sp>
        <p:nvSpPr>
          <p:cNvPr id="30" name="Text Placeholder 11">
            <a:extLst>
              <a:ext uri="{FF2B5EF4-FFF2-40B4-BE49-F238E27FC236}">
                <a16:creationId xmlns:a16="http://schemas.microsoft.com/office/drawing/2014/main" id="{915CF252-06A8-43C0-BB69-DA7109EA62D1}"/>
              </a:ext>
            </a:extLst>
          </p:cNvPr>
          <p:cNvSpPr>
            <a:spLocks noGrp="1"/>
          </p:cNvSpPr>
          <p:nvPr>
            <p:ph type="body" sz="quarter" idx="13"/>
          </p:nvPr>
        </p:nvSpPr>
        <p:spPr/>
        <p:txBody>
          <a:bodyPr/>
          <a:lstStyle/>
          <a:p>
            <a:r>
              <a:rPr lang="en-US" dirty="0"/>
              <a:t>Department of Computer Application</a:t>
            </a:r>
          </a:p>
        </p:txBody>
      </p:sp>
      <p:sp>
        <p:nvSpPr>
          <p:cNvPr id="31" name="Text Placeholder 12">
            <a:extLst>
              <a:ext uri="{FF2B5EF4-FFF2-40B4-BE49-F238E27FC236}">
                <a16:creationId xmlns:a16="http://schemas.microsoft.com/office/drawing/2014/main" id="{89F5B5F8-350F-4941-B9DE-36BF8B014803}"/>
              </a:ext>
            </a:extLst>
          </p:cNvPr>
          <p:cNvSpPr>
            <a:spLocks noGrp="1"/>
          </p:cNvSpPr>
          <p:nvPr>
            <p:ph type="body" sz="quarter" idx="14"/>
          </p:nvPr>
        </p:nvSpPr>
        <p:spPr/>
        <p:txBody>
          <a:bodyPr/>
          <a:lstStyle/>
          <a:p>
            <a:r>
              <a:rPr lang="en-US" dirty="0"/>
              <a:t>Prof. </a:t>
            </a:r>
            <a:r>
              <a:rPr lang="en-US" dirty="0" err="1"/>
              <a:t>Devangi</a:t>
            </a:r>
            <a:r>
              <a:rPr lang="en-US" dirty="0"/>
              <a:t> L. Kotak</a:t>
            </a:r>
          </a:p>
        </p:txBody>
      </p:sp>
      <p:sp>
        <p:nvSpPr>
          <p:cNvPr id="2" name="Text Placeholder 1">
            <a:extLst>
              <a:ext uri="{FF2B5EF4-FFF2-40B4-BE49-F238E27FC236}">
                <a16:creationId xmlns:a16="http://schemas.microsoft.com/office/drawing/2014/main" id="{3B549BA2-2678-C31B-B591-92E6E66952B3}"/>
              </a:ext>
            </a:extLst>
          </p:cNvPr>
          <p:cNvSpPr>
            <a:spLocks noGrp="1"/>
          </p:cNvSpPr>
          <p:nvPr>
            <p:ph type="body" sz="quarter" idx="16"/>
          </p:nvPr>
        </p:nvSpPr>
        <p:spPr/>
        <p:txBody>
          <a:bodyPr/>
          <a:lstStyle/>
          <a:p>
            <a:pPr>
              <a:spcAft>
                <a:spcPts val="600"/>
              </a:spcAft>
            </a:pPr>
            <a:r>
              <a:rPr lang="en-US" b="1" dirty="0"/>
              <a:t>Computer Networks </a:t>
            </a:r>
            <a:r>
              <a:rPr lang="en-US" dirty="0"/>
              <a:t>(CN)</a:t>
            </a:r>
          </a:p>
          <a:p>
            <a:pPr>
              <a:spcAft>
                <a:spcPts val="600"/>
              </a:spcAft>
            </a:pPr>
            <a:r>
              <a:rPr lang="en-US" dirty="0"/>
              <a:t>DU #2305CS332</a:t>
            </a:r>
          </a:p>
        </p:txBody>
      </p:sp>
      <p:pic>
        <p:nvPicPr>
          <p:cNvPr id="8" name="Picture Placeholder 7">
            <a:extLst>
              <a:ext uri="{FF2B5EF4-FFF2-40B4-BE49-F238E27FC236}">
                <a16:creationId xmlns:a16="http://schemas.microsoft.com/office/drawing/2014/main" id="{22BC776E-41A8-4659-A3F0-C48BFCBA0FE9}"/>
              </a:ext>
            </a:extLst>
          </p:cNvPr>
          <p:cNvPicPr>
            <a:picLocks noGrp="1" noChangeAspect="1"/>
          </p:cNvPicPr>
          <p:nvPr>
            <p:ph type="pic" sz="quarter" idx="10"/>
          </p:nvPr>
        </p:nvPicPr>
        <p:blipFill>
          <a:blip r:embed="rId2"/>
          <a:srcRect l="3855" r="3855"/>
          <a:stretch>
            <a:fillRect/>
          </a:stretch>
        </p:blipFill>
        <p:spPr/>
      </p:pic>
    </p:spTree>
    <p:extLst>
      <p:ext uri="{BB962C8B-B14F-4D97-AF65-F5344CB8AC3E}">
        <p14:creationId xmlns:p14="http://schemas.microsoft.com/office/powerpoint/2010/main" val="1427594675"/>
      </p:ext>
    </p:extLst>
  </p:cSld>
  <p:clrMapOvr>
    <a:masterClrMapping/>
  </p:clrMapOvr>
</p:sld>
</file>

<file path=ppt/theme/theme1.xml><?xml version="1.0" encoding="utf-8"?>
<a:theme xmlns:a="http://schemas.openxmlformats.org/drawingml/2006/main" name="VIdeo Lecture 16x9 Light Templat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Ideo Lecture 16x9 Light Template" id="{9B038876-6117-C44D-A8E1-0C9F5A6D484A}" vid="{1BA50858-3F7D-8A4C-807F-EF4253F7FE2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VIdeo Lecture 16x9 Light Template</Template>
  <TotalTime>14125</TotalTime>
  <Words>3660</Words>
  <Application>Microsoft Office PowerPoint</Application>
  <PresentationFormat>Widescreen</PresentationFormat>
  <Paragraphs>408</Paragraphs>
  <Slides>53</Slides>
  <Notes>0</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53</vt:i4>
      </vt:variant>
    </vt:vector>
  </HeadingPairs>
  <TitlesOfParts>
    <vt:vector size="69" baseType="lpstr">
      <vt:lpstr>MS PGothic</vt:lpstr>
      <vt:lpstr>Arial</vt:lpstr>
      <vt:lpstr>Calibri</vt:lpstr>
      <vt:lpstr>Comic Sans MS</vt:lpstr>
      <vt:lpstr>Open Sans</vt:lpstr>
      <vt:lpstr>Open Sans SemiBold</vt:lpstr>
      <vt:lpstr>Open Sans SemiBold</vt:lpstr>
      <vt:lpstr>Roboto Condensed</vt:lpstr>
      <vt:lpstr>Roboto Condensed Light</vt:lpstr>
      <vt:lpstr>Segoe UI Black</vt:lpstr>
      <vt:lpstr>Times New Roman</vt:lpstr>
      <vt:lpstr>Wingdings</vt:lpstr>
      <vt:lpstr>Wingdings 2</vt:lpstr>
      <vt:lpstr>Wingdings 3</vt:lpstr>
      <vt:lpstr>ZapfDingbatsITC</vt:lpstr>
      <vt:lpstr>VIdeo Lecture 16x9 Light Template</vt:lpstr>
      <vt:lpstr>Unit-5: Link Layer &amp; Local Area Networks</vt:lpstr>
      <vt:lpstr>PowerPoint Presentation</vt:lpstr>
      <vt:lpstr>Introduction of Data Link Layer</vt:lpstr>
      <vt:lpstr>Introduction</vt:lpstr>
      <vt:lpstr>Link Layer Services</vt:lpstr>
      <vt:lpstr>Error Detection &amp; Correction Technique</vt:lpstr>
      <vt:lpstr>Error Detection &amp; Correction Technique</vt:lpstr>
      <vt:lpstr>Parity Check</vt:lpstr>
      <vt:lpstr>Parity Check – Cont…</vt:lpstr>
      <vt:lpstr>Checksum</vt:lpstr>
      <vt:lpstr>Checksum - Example</vt:lpstr>
      <vt:lpstr>Cyclic Redundancy Check</vt:lpstr>
      <vt:lpstr>Working of CRC: Sender Side (CRC Generator and Modulo Division)</vt:lpstr>
      <vt:lpstr>Working of CRC: Receiver Side (Checking for errors in the received data)</vt:lpstr>
      <vt:lpstr>Example – Sender Side</vt:lpstr>
      <vt:lpstr>Receiver Side</vt:lpstr>
      <vt:lpstr>PowerPoint Presentation</vt:lpstr>
      <vt:lpstr>CRC – Example: 3</vt:lpstr>
      <vt:lpstr>Multiple Access Links and Protocol</vt:lpstr>
      <vt:lpstr>Multiple Access Links</vt:lpstr>
      <vt:lpstr>MAC analogy</vt:lpstr>
      <vt:lpstr>Multiple Access Protocols</vt:lpstr>
      <vt:lpstr>Multiple Access Protocols</vt:lpstr>
      <vt:lpstr>Multiple Access Protocols – Cont…</vt:lpstr>
      <vt:lpstr>Multiple Access Protocols – Cont…</vt:lpstr>
      <vt:lpstr>Channel Partitioning Protocols</vt:lpstr>
      <vt:lpstr>TDMA: Time Division Multiple Access</vt:lpstr>
      <vt:lpstr>FDMA: Frequency Division Multiple Access</vt:lpstr>
      <vt:lpstr>CDMA: Code Division Multiple Access</vt:lpstr>
      <vt:lpstr>Random Access Protocols</vt:lpstr>
      <vt:lpstr>Pure Aloha Protocol</vt:lpstr>
      <vt:lpstr>Pure ALOHA – Cont…</vt:lpstr>
      <vt:lpstr>Slotted Aloha</vt:lpstr>
      <vt:lpstr>Slotted Aloha – Cont…</vt:lpstr>
      <vt:lpstr>CSMA/CD (CSMA with Collision Detection)</vt:lpstr>
      <vt:lpstr>CSMA/CD – Cont…</vt:lpstr>
      <vt:lpstr>Taking-turns Protocols</vt:lpstr>
      <vt:lpstr>Polling</vt:lpstr>
      <vt:lpstr>Polling – Cont…</vt:lpstr>
      <vt:lpstr>Token Passing</vt:lpstr>
      <vt:lpstr>Ethernet</vt:lpstr>
      <vt:lpstr>Ethernet – Cont…</vt:lpstr>
      <vt:lpstr>Bit Stuffing &amp; Byte stuffing</vt:lpstr>
      <vt:lpstr>Bit Stuffing</vt:lpstr>
      <vt:lpstr>Bit Stuffing - Example</vt:lpstr>
      <vt:lpstr>Bit Stuffing - Example</vt:lpstr>
      <vt:lpstr>Byte Stuffing</vt:lpstr>
      <vt:lpstr>Byte Stuffing - Example</vt:lpstr>
      <vt:lpstr>ARP (Address Resolution Protocol)</vt:lpstr>
      <vt:lpstr>How ARP Works?</vt:lpstr>
      <vt:lpstr>PowerPoint Presentation</vt:lpstr>
      <vt:lpstr>How ARP Works?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Maulik Trivedi</dc:creator>
  <cp:lastModifiedBy>HP</cp:lastModifiedBy>
  <cp:revision>208</cp:revision>
  <dcterms:created xsi:type="dcterms:W3CDTF">2020-06-29T07:50:49Z</dcterms:created>
  <dcterms:modified xsi:type="dcterms:W3CDTF">2026-09-25T06:45:40Z</dcterms:modified>
</cp:coreProperties>
</file>